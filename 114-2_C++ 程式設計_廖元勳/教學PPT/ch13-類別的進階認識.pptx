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4" r:id="rId3"/>
    <p:sldId id="305" r:id="rId4"/>
    <p:sldId id="385" r:id="rId5"/>
    <p:sldId id="312" r:id="rId6"/>
    <p:sldId id="346" r:id="rId7"/>
    <p:sldId id="386" r:id="rId8"/>
    <p:sldId id="387" r:id="rId9"/>
    <p:sldId id="388" r:id="rId10"/>
    <p:sldId id="347" r:id="rId11"/>
    <p:sldId id="348" r:id="rId12"/>
    <p:sldId id="350" r:id="rId13"/>
    <p:sldId id="351" r:id="rId14"/>
    <p:sldId id="353" r:id="rId15"/>
    <p:sldId id="354" r:id="rId16"/>
    <p:sldId id="355" r:id="rId17"/>
    <p:sldId id="358" r:id="rId18"/>
    <p:sldId id="360" r:id="rId19"/>
    <p:sldId id="362" r:id="rId20"/>
    <p:sldId id="365" r:id="rId21"/>
    <p:sldId id="368" r:id="rId22"/>
    <p:sldId id="369" r:id="rId23"/>
    <p:sldId id="372" r:id="rId24"/>
    <p:sldId id="374" r:id="rId25"/>
    <p:sldId id="375" r:id="rId26"/>
    <p:sldId id="377" r:id="rId27"/>
    <p:sldId id="378" r:id="rId28"/>
    <p:sldId id="272" r:id="rId29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32"/>
      <p:bold r:id="rId33"/>
      <p:italic r:id="rId34"/>
      <p:boldItalic r:id="rId35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FFCC"/>
    <a:srgbClr val="FFCCCC"/>
    <a:srgbClr val="008000"/>
    <a:srgbClr val="99CCFF"/>
    <a:srgbClr val="CCFF99"/>
    <a:srgbClr val="CC0000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>
        <p:scale>
          <a:sx n="70" d="100"/>
          <a:sy n="70" d="100"/>
        </p:scale>
        <p:origin x="202" y="293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0BC26516-4CE8-4A1A-AA80-0247688AD96E}"/>
    <pc:docChg chg="undo custSel addSld delSld modSld">
      <pc:chgData name="Eclair Chen" userId="bee3a08289d85a0e" providerId="LiveId" clId="{0BC26516-4CE8-4A1A-AA80-0247688AD96E}" dt="2024-11-13T07:49:34.078" v="1510" actId="207"/>
      <pc:docMkLst>
        <pc:docMk/>
      </pc:docMkLst>
      <pc:sldChg chg="modSp mod">
        <pc:chgData name="Eclair Chen" userId="bee3a08289d85a0e" providerId="LiveId" clId="{0BC26516-4CE8-4A1A-AA80-0247688AD96E}" dt="2024-11-12T06:55:48.543" v="4"/>
        <pc:sldMkLst>
          <pc:docMk/>
          <pc:sldMk cId="0" sldId="256"/>
        </pc:sldMkLst>
        <pc:spChg chg="mod">
          <ac:chgData name="Eclair Chen" userId="bee3a08289d85a0e" providerId="LiveId" clId="{0BC26516-4CE8-4A1A-AA80-0247688AD96E}" dt="2024-11-12T06:55:48.543" v="4"/>
          <ac:spMkLst>
            <pc:docMk/>
            <pc:sldMk cId="0" sldId="256"/>
            <ac:spMk id="346115" creationId="{6DAAEBB9-FB7B-4F4A-A2F8-06F7F4FA9875}"/>
          </ac:spMkLst>
        </pc:spChg>
      </pc:sldChg>
      <pc:sldChg chg="addSp delSp modSp mod">
        <pc:chgData name="Eclair Chen" userId="bee3a08289d85a0e" providerId="LiveId" clId="{0BC26516-4CE8-4A1A-AA80-0247688AD96E}" dt="2024-11-13T07:49:34.078" v="1510" actId="207"/>
        <pc:sldMkLst>
          <pc:docMk/>
          <pc:sldMk cId="0" sldId="304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4"/>
            <ac:spMk id="578564" creationId="{E9F422F0-2DBC-4232-B411-919B9120E056}"/>
          </ac:spMkLst>
        </pc:spChg>
        <pc:spChg chg="mod">
          <ac:chgData name="Eclair Chen" userId="bee3a08289d85a0e" providerId="LiveId" clId="{0BC26516-4CE8-4A1A-AA80-0247688AD96E}" dt="2024-11-13T07:49:34.078" v="1510" actId="207"/>
          <ac:spMkLst>
            <pc:docMk/>
            <pc:sldMk cId="0" sldId="304"/>
            <ac:spMk id="578565" creationId="{0A9EE0F8-8BE9-4AA8-99F4-09CE28CF4D99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4"/>
            <ac:spMk id="578567" creationId="{A945F8E3-2D6A-47DD-AB4C-4ADC23433D77}"/>
          </ac:spMkLst>
        </pc:spChg>
        <pc:picChg chg="add mod">
          <ac:chgData name="Eclair Chen" userId="bee3a08289d85a0e" providerId="LiveId" clId="{0BC26516-4CE8-4A1A-AA80-0247688AD96E}" dt="2024-11-12T07:29:37.893" v="10" actId="1076"/>
          <ac:picMkLst>
            <pc:docMk/>
            <pc:sldMk cId="0" sldId="304"/>
            <ac:picMk id="2" creationId="{792EA3B6-2EB3-47AE-967F-1E04C2669515}"/>
          </ac:picMkLst>
        </pc:picChg>
        <pc:picChg chg="del">
          <ac:chgData name="Eclair Chen" userId="bee3a08289d85a0e" providerId="LiveId" clId="{0BC26516-4CE8-4A1A-AA80-0247688AD96E}" dt="2024-11-12T07:29:00.594" v="6" actId="478"/>
          <ac:picMkLst>
            <pc:docMk/>
            <pc:sldMk cId="0" sldId="304"/>
            <ac:picMk id="578569" creationId="{BED88B45-9661-450E-957F-EC951C6F6FA8}"/>
          </ac:picMkLst>
        </pc:picChg>
      </pc:sldChg>
      <pc:sldChg chg="addSp delSp modSp mod">
        <pc:chgData name="Eclair Chen" userId="bee3a08289d85a0e" providerId="LiveId" clId="{0BC26516-4CE8-4A1A-AA80-0247688AD96E}" dt="2024-11-12T08:06:09.198" v="71" actId="1076"/>
        <pc:sldMkLst>
          <pc:docMk/>
          <pc:sldMk cId="0" sldId="305"/>
        </pc:sldMkLst>
        <pc:spChg chg="mod">
          <ac:chgData name="Eclair Chen" userId="bee3a08289d85a0e" providerId="LiveId" clId="{0BC26516-4CE8-4A1A-AA80-0247688AD96E}" dt="2024-11-12T08:03:19.809" v="26" actId="6549"/>
          <ac:spMkLst>
            <pc:docMk/>
            <pc:sldMk cId="0" sldId="305"/>
            <ac:spMk id="579588" creationId="{1E35862F-F724-4085-B45C-BF7A33E76766}"/>
          </ac:spMkLst>
        </pc:spChg>
        <pc:spChg chg="mod">
          <ac:chgData name="Eclair Chen" userId="bee3a08289d85a0e" providerId="LiveId" clId="{0BC26516-4CE8-4A1A-AA80-0247688AD96E}" dt="2024-11-12T08:05:01.375" v="61" actId="1076"/>
          <ac:spMkLst>
            <pc:docMk/>
            <pc:sldMk cId="0" sldId="305"/>
            <ac:spMk id="579589" creationId="{471783D4-88D6-4058-8423-44E8B471B7AA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5"/>
            <ac:spMk id="579622" creationId="{5FF3C862-2D36-4B28-A126-671D0447FBBB}"/>
          </ac:spMkLst>
        </pc:spChg>
        <pc:picChg chg="add mod">
          <ac:chgData name="Eclair Chen" userId="bee3a08289d85a0e" providerId="LiveId" clId="{0BC26516-4CE8-4A1A-AA80-0247688AD96E}" dt="2024-11-12T08:05:34.674" v="65" actId="1076"/>
          <ac:picMkLst>
            <pc:docMk/>
            <pc:sldMk cId="0" sldId="305"/>
            <ac:picMk id="2" creationId="{885C5079-B4B4-4EC5-8A4A-0B9A98AFF70B}"/>
          </ac:picMkLst>
        </pc:picChg>
        <pc:picChg chg="add mod">
          <ac:chgData name="Eclair Chen" userId="bee3a08289d85a0e" providerId="LiveId" clId="{0BC26516-4CE8-4A1A-AA80-0247688AD96E}" dt="2024-11-12T08:06:09.198" v="71" actId="1076"/>
          <ac:picMkLst>
            <pc:docMk/>
            <pc:sldMk cId="0" sldId="305"/>
            <ac:picMk id="3" creationId="{F0E98900-CC0B-4659-9A8A-1E17B30E9702}"/>
          </ac:picMkLst>
        </pc:picChg>
        <pc:picChg chg="del">
          <ac:chgData name="Eclair Chen" userId="bee3a08289d85a0e" providerId="LiveId" clId="{0BC26516-4CE8-4A1A-AA80-0247688AD96E}" dt="2024-11-12T08:02:46.178" v="11" actId="478"/>
          <ac:picMkLst>
            <pc:docMk/>
            <pc:sldMk cId="0" sldId="305"/>
            <ac:picMk id="579624" creationId="{EF9BFC1C-0B25-417F-934C-6260FB0757A2}"/>
          </ac:picMkLst>
        </pc:picChg>
        <pc:picChg chg="del">
          <ac:chgData name="Eclair Chen" userId="bee3a08289d85a0e" providerId="LiveId" clId="{0BC26516-4CE8-4A1A-AA80-0247688AD96E}" dt="2024-11-12T08:02:48.099" v="12" actId="478"/>
          <ac:picMkLst>
            <pc:docMk/>
            <pc:sldMk cId="0" sldId="305"/>
            <ac:picMk id="579625" creationId="{8B2D43BF-6A2F-403F-B3E3-2CCC83400235}"/>
          </ac:picMkLst>
        </pc:picChg>
      </pc:sldChg>
      <pc:sldChg chg="modSp del">
        <pc:chgData name="Eclair Chen" userId="bee3a08289d85a0e" providerId="LiveId" clId="{0BC26516-4CE8-4A1A-AA80-0247688AD96E}" dt="2024-11-12T08:06:16.129" v="72" actId="2696"/>
        <pc:sldMkLst>
          <pc:docMk/>
          <pc:sldMk cId="0" sldId="307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7"/>
            <ac:spMk id="581636" creationId="{7E0F8CE2-B170-4F31-8E70-9E2835F51346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7"/>
            <ac:spMk id="581650" creationId="{1C2743B3-AE5C-45D2-A5DF-C17086CD3131}"/>
          </ac:spMkLst>
        </pc:spChg>
      </pc:sldChg>
      <pc:sldChg chg="modSp del">
        <pc:chgData name="Eclair Chen" userId="bee3a08289d85a0e" providerId="LiveId" clId="{0BC26516-4CE8-4A1A-AA80-0247688AD96E}" dt="2024-11-12T08:06:21.584" v="73" actId="2696"/>
        <pc:sldMkLst>
          <pc:docMk/>
          <pc:sldMk cId="0" sldId="308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8"/>
            <ac:spMk id="582660" creationId="{011E8E21-B1B0-4A5C-9D9E-E40A53148BED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8"/>
            <ac:spMk id="582682" creationId="{BADA0F3B-4946-43C4-9AEA-0C2D24709B96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8"/>
            <ac:spMk id="582690" creationId="{1A992217-2F72-4EA4-B523-3254876CCB53}"/>
          </ac:spMkLst>
        </pc:spChg>
      </pc:sldChg>
      <pc:sldChg chg="modSp del">
        <pc:chgData name="Eclair Chen" userId="bee3a08289d85a0e" providerId="LiveId" clId="{0BC26516-4CE8-4A1A-AA80-0247688AD96E}" dt="2024-11-12T08:08:12.236" v="75" actId="47"/>
        <pc:sldMkLst>
          <pc:docMk/>
          <pc:sldMk cId="0" sldId="309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9"/>
            <ac:spMk id="583684" creationId="{F243A4E0-55E3-4B15-95E5-379F6CE849FE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09"/>
            <ac:spMk id="583827" creationId="{B66DE852-24E9-40D1-B809-B9E0D4ED3F7E}"/>
          </ac:spMkLst>
        </pc:spChg>
      </pc:sldChg>
      <pc:sldChg chg="modSp del">
        <pc:chgData name="Eclair Chen" userId="bee3a08289d85a0e" providerId="LiveId" clId="{0BC26516-4CE8-4A1A-AA80-0247688AD96E}" dt="2024-11-12T08:08:13.485" v="76" actId="47"/>
        <pc:sldMkLst>
          <pc:docMk/>
          <pc:sldMk cId="0" sldId="310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0"/>
            <ac:spMk id="584708" creationId="{2E2C1B72-BE28-48C8-A6A0-2B32241FEF01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0"/>
            <ac:spMk id="584716" creationId="{D3579840-49A3-4878-990E-13B9A8667789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0"/>
            <ac:spMk id="584723" creationId="{A59D655E-E116-4377-B2D9-70D634C1F3F7}"/>
          </ac:spMkLst>
        </pc:spChg>
      </pc:sldChg>
      <pc:sldChg chg="modSp del">
        <pc:chgData name="Eclair Chen" userId="bee3a08289d85a0e" providerId="LiveId" clId="{0BC26516-4CE8-4A1A-AA80-0247688AD96E}" dt="2024-11-12T08:08:14.576" v="77" actId="47"/>
        <pc:sldMkLst>
          <pc:docMk/>
          <pc:sldMk cId="0" sldId="311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1"/>
            <ac:spMk id="585732" creationId="{DD5B9F26-4F96-45B8-B4FA-19779997F5F3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1"/>
            <ac:spMk id="585745" creationId="{40A94EFD-8674-4DD6-8956-9B8DEF99079E}"/>
          </ac:spMkLst>
        </pc:spChg>
      </pc:sldChg>
      <pc:sldChg chg="addSp delSp modSp mod">
        <pc:chgData name="Eclair Chen" userId="bee3a08289d85a0e" providerId="LiveId" clId="{0BC26516-4CE8-4A1A-AA80-0247688AD96E}" dt="2024-11-12T08:23:10.919" v="297" actId="14100"/>
        <pc:sldMkLst>
          <pc:docMk/>
          <pc:sldMk cId="0" sldId="312"/>
        </pc:sldMkLst>
        <pc:spChg chg="mod">
          <ac:chgData name="Eclair Chen" userId="bee3a08289d85a0e" providerId="LiveId" clId="{0BC26516-4CE8-4A1A-AA80-0247688AD96E}" dt="2024-11-12T08:21:24.992" v="188" actId="14100"/>
          <ac:spMkLst>
            <pc:docMk/>
            <pc:sldMk cId="0" sldId="312"/>
            <ac:spMk id="586756" creationId="{25625EFC-B1CF-4FE0-9747-906967C4DCCA}"/>
          </ac:spMkLst>
        </pc:spChg>
        <pc:spChg chg="mod">
          <ac:chgData name="Eclair Chen" userId="bee3a08289d85a0e" providerId="LiveId" clId="{0BC26516-4CE8-4A1A-AA80-0247688AD96E}" dt="2024-11-12T08:23:10.919" v="297" actId="14100"/>
          <ac:spMkLst>
            <pc:docMk/>
            <pc:sldMk cId="0" sldId="312"/>
            <ac:spMk id="586778" creationId="{F59246C5-ABE5-4556-955A-9443535FC0DD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12"/>
            <ac:spMk id="586788" creationId="{B74C29A8-5B85-4156-B00A-41C8A6D1C907}"/>
          </ac:spMkLst>
        </pc:spChg>
        <pc:picChg chg="add mod ord">
          <ac:chgData name="Eclair Chen" userId="bee3a08289d85a0e" providerId="LiveId" clId="{0BC26516-4CE8-4A1A-AA80-0247688AD96E}" dt="2024-11-12T08:23:01.262" v="295" actId="167"/>
          <ac:picMkLst>
            <pc:docMk/>
            <pc:sldMk cId="0" sldId="312"/>
            <ac:picMk id="2" creationId="{752133A0-CAFF-47DD-B595-CCCDFD5D04C3}"/>
          </ac:picMkLst>
        </pc:picChg>
        <pc:picChg chg="add mod">
          <ac:chgData name="Eclair Chen" userId="bee3a08289d85a0e" providerId="LiveId" clId="{0BC26516-4CE8-4A1A-AA80-0247688AD96E}" dt="2024-11-12T08:22:09.549" v="196" actId="692"/>
          <ac:picMkLst>
            <pc:docMk/>
            <pc:sldMk cId="0" sldId="312"/>
            <ac:picMk id="3" creationId="{1332652C-56FB-4AAC-8CF9-77586DCCE3FA}"/>
          </ac:picMkLst>
        </pc:picChg>
        <pc:picChg chg="del">
          <ac:chgData name="Eclair Chen" userId="bee3a08289d85a0e" providerId="LiveId" clId="{0BC26516-4CE8-4A1A-AA80-0247688AD96E}" dt="2024-11-12T08:21:06.264" v="182" actId="478"/>
          <ac:picMkLst>
            <pc:docMk/>
            <pc:sldMk cId="0" sldId="312"/>
            <ac:picMk id="586789" creationId="{FB1B42EC-4EAF-460D-B96F-B50E7288C3B9}"/>
          </ac:picMkLst>
        </pc:picChg>
      </pc:sldChg>
      <pc:sldChg chg="modSp del">
        <pc:chgData name="Eclair Chen" userId="bee3a08289d85a0e" providerId="LiveId" clId="{0BC26516-4CE8-4A1A-AA80-0247688AD96E}" dt="2024-11-12T08:08:11.016" v="74" actId="47"/>
        <pc:sldMkLst>
          <pc:docMk/>
          <pc:sldMk cId="0" sldId="342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2"/>
            <ac:spMk id="679938" creationId="{53B61AF2-5301-47CD-9519-15FD920BA4AC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2"/>
            <ac:spMk id="679939" creationId="{8949B2AA-64F5-4579-BE5D-15ED1DA2DF5A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2"/>
            <ac:spMk id="679945" creationId="{2049A2A0-8E52-4A8C-89F2-1596366236B2}"/>
          </ac:spMkLst>
        </pc:spChg>
      </pc:sldChg>
      <pc:sldChg chg="modSp del">
        <pc:chgData name="Eclair Chen" userId="bee3a08289d85a0e" providerId="LiveId" clId="{0BC26516-4CE8-4A1A-AA80-0247688AD96E}" dt="2024-11-12T08:23:24.151" v="298" actId="47"/>
        <pc:sldMkLst>
          <pc:docMk/>
          <pc:sldMk cId="0" sldId="343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3"/>
            <ac:spMk id="680962" creationId="{F5785742-7B84-47C4-B9E2-DBEA42E4F967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3"/>
            <ac:spMk id="680963" creationId="{D856F32B-CA7E-41B2-A1C1-48D6F88416C7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3"/>
            <ac:spMk id="680964" creationId="{6931383B-3D94-4EEC-9508-B1F646CE5CC3}"/>
          </ac:spMkLst>
        </pc:spChg>
      </pc:sldChg>
      <pc:sldChg chg="modSp del">
        <pc:chgData name="Eclair Chen" userId="bee3a08289d85a0e" providerId="LiveId" clId="{0BC26516-4CE8-4A1A-AA80-0247688AD96E}" dt="2024-11-12T08:23:25.739" v="299" actId="47"/>
        <pc:sldMkLst>
          <pc:docMk/>
          <pc:sldMk cId="0" sldId="344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4"/>
            <ac:spMk id="681986" creationId="{E20B59F9-52D5-41A1-BF9B-8013A24E389C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4"/>
            <ac:spMk id="681988" creationId="{DAEA6C3D-4D7C-4A35-A3D5-B4293C143639}"/>
          </ac:spMkLst>
        </pc:spChg>
      </pc:sldChg>
      <pc:sldChg chg="modSp del">
        <pc:chgData name="Eclair Chen" userId="bee3a08289d85a0e" providerId="LiveId" clId="{0BC26516-4CE8-4A1A-AA80-0247688AD96E}" dt="2024-11-12T08:23:27.242" v="300" actId="47"/>
        <pc:sldMkLst>
          <pc:docMk/>
          <pc:sldMk cId="0" sldId="345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5"/>
            <ac:spMk id="683010" creationId="{7EC4FC68-40F3-49CA-8595-7F91CE93663D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5"/>
            <ac:spMk id="683012" creationId="{405E761B-F5DB-45A4-82FB-C95B9769CC1D}"/>
          </ac:spMkLst>
        </pc:spChg>
      </pc:sldChg>
      <pc:sldChg chg="addSp delSp modSp add del mod">
        <pc:chgData name="Eclair Chen" userId="bee3a08289d85a0e" providerId="LiveId" clId="{0BC26516-4CE8-4A1A-AA80-0247688AD96E}" dt="2024-11-12T08:28:10.023" v="437" actId="167"/>
        <pc:sldMkLst>
          <pc:docMk/>
          <pc:sldMk cId="0" sldId="346"/>
        </pc:sldMkLst>
        <pc:spChg chg="mod">
          <ac:chgData name="Eclair Chen" userId="bee3a08289d85a0e" providerId="LiveId" clId="{0BC26516-4CE8-4A1A-AA80-0247688AD96E}" dt="2024-11-12T08:25:00.167" v="333" actId="14100"/>
          <ac:spMkLst>
            <pc:docMk/>
            <pc:sldMk cId="0" sldId="346"/>
            <ac:spMk id="684034" creationId="{8C872296-F8E7-4D0B-A87B-D9A6ECFF03DA}"/>
          </ac:spMkLst>
        </pc:spChg>
        <pc:spChg chg="mod">
          <ac:chgData name="Eclair Chen" userId="bee3a08289d85a0e" providerId="LiveId" clId="{0BC26516-4CE8-4A1A-AA80-0247688AD96E}" dt="2024-11-12T08:26:50.539" v="402" actId="1076"/>
          <ac:spMkLst>
            <pc:docMk/>
            <pc:sldMk cId="0" sldId="346"/>
            <ac:spMk id="684035" creationId="{01BFB369-E4D1-409A-B819-E2A2E2770496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6"/>
            <ac:spMk id="684036" creationId="{9F1AD383-9BC0-448B-BACA-6DEF2A488BCB}"/>
          </ac:spMkLst>
        </pc:spChg>
        <pc:picChg chg="add mod ord">
          <ac:chgData name="Eclair Chen" userId="bee3a08289d85a0e" providerId="LiveId" clId="{0BC26516-4CE8-4A1A-AA80-0247688AD96E}" dt="2024-11-12T08:27:58.936" v="435" actId="1076"/>
          <ac:picMkLst>
            <pc:docMk/>
            <pc:sldMk cId="0" sldId="346"/>
            <ac:picMk id="2" creationId="{B393287D-D4BD-43C7-B4D5-BED193AE30E8}"/>
          </ac:picMkLst>
        </pc:picChg>
        <pc:picChg chg="add mod ord modCrop">
          <ac:chgData name="Eclair Chen" userId="bee3a08289d85a0e" providerId="LiveId" clId="{0BC26516-4CE8-4A1A-AA80-0247688AD96E}" dt="2024-11-12T08:28:10.023" v="437" actId="167"/>
          <ac:picMkLst>
            <pc:docMk/>
            <pc:sldMk cId="0" sldId="346"/>
            <ac:picMk id="3" creationId="{799A4362-7B9E-4CE9-8BF9-62C9C1682FE1}"/>
          </ac:picMkLst>
        </pc:picChg>
        <pc:picChg chg="del">
          <ac:chgData name="Eclair Chen" userId="bee3a08289d85a0e" providerId="LiveId" clId="{0BC26516-4CE8-4A1A-AA80-0247688AD96E}" dt="2024-11-12T08:24:50.694" v="329" actId="478"/>
          <ac:picMkLst>
            <pc:docMk/>
            <pc:sldMk cId="0" sldId="346"/>
            <ac:picMk id="684037" creationId="{4BA3543E-679B-4FFD-B5A3-ADD9F29261D1}"/>
          </ac:picMkLst>
        </pc:picChg>
      </pc:sldChg>
      <pc:sldChg chg="addSp delSp modSp mod">
        <pc:chgData name="Eclair Chen" userId="bee3a08289d85a0e" providerId="LiveId" clId="{0BC26516-4CE8-4A1A-AA80-0247688AD96E}" dt="2024-11-13T07:47:30.914" v="1502" actId="1076"/>
        <pc:sldMkLst>
          <pc:docMk/>
          <pc:sldMk cId="0" sldId="347"/>
        </pc:sldMkLst>
        <pc:spChg chg="mod">
          <ac:chgData name="Eclair Chen" userId="bee3a08289d85a0e" providerId="LiveId" clId="{0BC26516-4CE8-4A1A-AA80-0247688AD96E}" dt="2024-11-12T09:29:57.885" v="739" actId="20577"/>
          <ac:spMkLst>
            <pc:docMk/>
            <pc:sldMk cId="0" sldId="347"/>
            <ac:spMk id="685058" creationId="{B3D20BA4-82D6-414E-9228-B05524F3E101}"/>
          </ac:spMkLst>
        </pc:spChg>
        <pc:spChg chg="mod">
          <ac:chgData name="Eclair Chen" userId="bee3a08289d85a0e" providerId="LiveId" clId="{0BC26516-4CE8-4A1A-AA80-0247688AD96E}" dt="2024-11-13T07:46:47.130" v="1497" actId="14100"/>
          <ac:spMkLst>
            <pc:docMk/>
            <pc:sldMk cId="0" sldId="347"/>
            <ac:spMk id="685059" creationId="{A2058948-79AC-4495-9471-53E62E29E8BF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7"/>
            <ac:spMk id="685060" creationId="{3E6E3CC9-5FEB-4E90-A3E2-FF3C459B514A}"/>
          </ac:spMkLst>
        </pc:spChg>
        <pc:picChg chg="add mod">
          <ac:chgData name="Eclair Chen" userId="bee3a08289d85a0e" providerId="LiveId" clId="{0BC26516-4CE8-4A1A-AA80-0247688AD96E}" dt="2024-11-13T07:47:30.914" v="1502" actId="1076"/>
          <ac:picMkLst>
            <pc:docMk/>
            <pc:sldMk cId="0" sldId="347"/>
            <ac:picMk id="2" creationId="{D6CEB8FF-8A19-411F-96F8-179C07F2A93C}"/>
          </ac:picMkLst>
        </pc:picChg>
        <pc:picChg chg="del mod">
          <ac:chgData name="Eclair Chen" userId="bee3a08289d85a0e" providerId="LiveId" clId="{0BC26516-4CE8-4A1A-AA80-0247688AD96E}" dt="2024-11-13T07:47:22.933" v="1498" actId="478"/>
          <ac:picMkLst>
            <pc:docMk/>
            <pc:sldMk cId="0" sldId="347"/>
            <ac:picMk id="685061" creationId="{570AB7E0-5F39-4D66-ACA8-01A307AFF6CE}"/>
          </ac:picMkLst>
        </pc:picChg>
        <pc:picChg chg="mod">
          <ac:chgData name="Eclair Chen" userId="bee3a08289d85a0e" providerId="LiveId" clId="{0BC26516-4CE8-4A1A-AA80-0247688AD96E}" dt="2024-11-12T09:29:09.988" v="731" actId="1076"/>
          <ac:picMkLst>
            <pc:docMk/>
            <pc:sldMk cId="0" sldId="347"/>
            <ac:picMk id="685062" creationId="{DB5BA55A-F545-4B6C-85C0-63EBD7609412}"/>
          </ac:picMkLst>
        </pc:picChg>
      </pc:sldChg>
      <pc:sldChg chg="addSp delSp modSp mod">
        <pc:chgData name="Eclair Chen" userId="bee3a08289d85a0e" providerId="LiveId" clId="{0BC26516-4CE8-4A1A-AA80-0247688AD96E}" dt="2024-11-13T07:46:31.691" v="1494" actId="14100"/>
        <pc:sldMkLst>
          <pc:docMk/>
          <pc:sldMk cId="0" sldId="348"/>
        </pc:sldMkLst>
        <pc:spChg chg="mod">
          <ac:chgData name="Eclair Chen" userId="bee3a08289d85a0e" providerId="LiveId" clId="{0BC26516-4CE8-4A1A-AA80-0247688AD96E}" dt="2024-11-12T09:31:24.570" v="751" actId="14100"/>
          <ac:spMkLst>
            <pc:docMk/>
            <pc:sldMk cId="0" sldId="348"/>
            <ac:spMk id="686082" creationId="{F6E493D9-C92B-498D-9895-7144A3602415}"/>
          </ac:spMkLst>
        </pc:spChg>
        <pc:spChg chg="mod">
          <ac:chgData name="Eclair Chen" userId="bee3a08289d85a0e" providerId="LiveId" clId="{0BC26516-4CE8-4A1A-AA80-0247688AD96E}" dt="2024-11-13T07:46:31.691" v="1494" actId="14100"/>
          <ac:spMkLst>
            <pc:docMk/>
            <pc:sldMk cId="0" sldId="348"/>
            <ac:spMk id="686083" creationId="{7DD38133-E94D-4886-B066-F34944C58694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8"/>
            <ac:spMk id="686087" creationId="{955C2E42-E2C4-402E-8824-B0A5ABE6A137}"/>
          </ac:spMkLst>
        </pc:spChg>
        <pc:picChg chg="add mod ord">
          <ac:chgData name="Eclair Chen" userId="bee3a08289d85a0e" providerId="LiveId" clId="{0BC26516-4CE8-4A1A-AA80-0247688AD96E}" dt="2024-11-12T09:31:42.373" v="756" actId="167"/>
          <ac:picMkLst>
            <pc:docMk/>
            <pc:sldMk cId="0" sldId="348"/>
            <ac:picMk id="2" creationId="{43E90A55-3B2B-474D-8CC1-8E3C81A836A0}"/>
          </ac:picMkLst>
        </pc:picChg>
        <pc:picChg chg="del">
          <ac:chgData name="Eclair Chen" userId="bee3a08289d85a0e" providerId="LiveId" clId="{0BC26516-4CE8-4A1A-AA80-0247688AD96E}" dt="2024-11-12T09:29:49.731" v="736" actId="478"/>
          <ac:picMkLst>
            <pc:docMk/>
            <pc:sldMk cId="0" sldId="348"/>
            <ac:picMk id="686085" creationId="{D9395442-37E1-4ECF-AAC2-D9FECCE137B4}"/>
          </ac:picMkLst>
        </pc:picChg>
        <pc:picChg chg="del">
          <ac:chgData name="Eclair Chen" userId="bee3a08289d85a0e" providerId="LiveId" clId="{0BC26516-4CE8-4A1A-AA80-0247688AD96E}" dt="2024-11-12T09:29:50.515" v="737" actId="478"/>
          <ac:picMkLst>
            <pc:docMk/>
            <pc:sldMk cId="0" sldId="348"/>
            <ac:picMk id="686086" creationId="{8F9ED75F-C46C-472C-B457-E5A46A92C4B0}"/>
          </ac:picMkLst>
        </pc:picChg>
      </pc:sldChg>
      <pc:sldChg chg="modSp del">
        <pc:chgData name="Eclair Chen" userId="bee3a08289d85a0e" providerId="LiveId" clId="{0BC26516-4CE8-4A1A-AA80-0247688AD96E}" dt="2024-11-12T09:32:09.214" v="762" actId="2696"/>
        <pc:sldMkLst>
          <pc:docMk/>
          <pc:sldMk cId="0" sldId="349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49"/>
            <ac:spMk id="687111" creationId="{ED789281-95ED-4B63-9D77-531C2E48DA4B}"/>
          </ac:spMkLst>
        </pc:spChg>
      </pc:sldChg>
      <pc:sldChg chg="addSp delSp modSp mod">
        <pc:chgData name="Eclair Chen" userId="bee3a08289d85a0e" providerId="LiveId" clId="{0BC26516-4CE8-4A1A-AA80-0247688AD96E}" dt="2024-11-13T07:46:17.771" v="1491" actId="207"/>
        <pc:sldMkLst>
          <pc:docMk/>
          <pc:sldMk cId="0" sldId="350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50"/>
            <ac:spMk id="688130" creationId="{1150AC37-60A2-40F8-9703-630E7552ADC5}"/>
          </ac:spMkLst>
        </pc:spChg>
        <pc:spChg chg="mod">
          <ac:chgData name="Eclair Chen" userId="bee3a08289d85a0e" providerId="LiveId" clId="{0BC26516-4CE8-4A1A-AA80-0247688AD96E}" dt="2024-11-13T07:46:17.771" v="1491" actId="207"/>
          <ac:spMkLst>
            <pc:docMk/>
            <pc:sldMk cId="0" sldId="350"/>
            <ac:spMk id="688131" creationId="{40F35BED-5CF6-4BB7-A9E0-1070DB4B472E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50"/>
            <ac:spMk id="688133" creationId="{9B46A9EB-56D0-4B15-9156-7FA386AA6846}"/>
          </ac:spMkLst>
        </pc:spChg>
        <pc:picChg chg="add mod">
          <ac:chgData name="Eclair Chen" userId="bee3a08289d85a0e" providerId="LiveId" clId="{0BC26516-4CE8-4A1A-AA80-0247688AD96E}" dt="2024-11-12T09:32:49.765" v="766" actId="1076"/>
          <ac:picMkLst>
            <pc:docMk/>
            <pc:sldMk cId="0" sldId="350"/>
            <ac:picMk id="2" creationId="{81B77F69-AADB-4854-860D-B214D66C30C8}"/>
          </ac:picMkLst>
        </pc:picChg>
        <pc:picChg chg="del">
          <ac:chgData name="Eclair Chen" userId="bee3a08289d85a0e" providerId="LiveId" clId="{0BC26516-4CE8-4A1A-AA80-0247688AD96E}" dt="2024-11-12T09:32:43.822" v="763" actId="478"/>
          <ac:picMkLst>
            <pc:docMk/>
            <pc:sldMk cId="0" sldId="350"/>
            <ac:picMk id="688134" creationId="{0A80807C-57B2-4E44-8581-7E633E0575E1}"/>
          </ac:picMkLst>
        </pc:picChg>
      </pc:sldChg>
      <pc:sldChg chg="addSp delSp modSp mod">
        <pc:chgData name="Eclair Chen" userId="bee3a08289d85a0e" providerId="LiveId" clId="{0BC26516-4CE8-4A1A-AA80-0247688AD96E}" dt="2024-11-13T07:45:53.806" v="1489" actId="14100"/>
        <pc:sldMkLst>
          <pc:docMk/>
          <pc:sldMk cId="0" sldId="351"/>
        </pc:sldMkLst>
        <pc:spChg chg="mod">
          <ac:chgData name="Eclair Chen" userId="bee3a08289d85a0e" providerId="LiveId" clId="{0BC26516-4CE8-4A1A-AA80-0247688AD96E}" dt="2024-11-12T09:34:23.323" v="786" actId="6549"/>
          <ac:spMkLst>
            <pc:docMk/>
            <pc:sldMk cId="0" sldId="351"/>
            <ac:spMk id="689154" creationId="{0A9E2502-F04C-402B-98CC-E3E0FD3A042C}"/>
          </ac:spMkLst>
        </pc:spChg>
        <pc:spChg chg="mod">
          <ac:chgData name="Eclair Chen" userId="bee3a08289d85a0e" providerId="LiveId" clId="{0BC26516-4CE8-4A1A-AA80-0247688AD96E}" dt="2024-11-13T07:45:53.806" v="1489" actId="14100"/>
          <ac:spMkLst>
            <pc:docMk/>
            <pc:sldMk cId="0" sldId="351"/>
            <ac:spMk id="689155" creationId="{E210131A-75E6-4BD0-B085-109DEDC88660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51"/>
            <ac:spMk id="689157" creationId="{178508F2-B551-4DAB-BCDF-09CA1D86969B}"/>
          </ac:spMkLst>
        </pc:spChg>
        <pc:picChg chg="add mod ord">
          <ac:chgData name="Eclair Chen" userId="bee3a08289d85a0e" providerId="LiveId" clId="{0BC26516-4CE8-4A1A-AA80-0247688AD96E}" dt="2024-11-12T09:34:31.111" v="788" actId="167"/>
          <ac:picMkLst>
            <pc:docMk/>
            <pc:sldMk cId="0" sldId="351"/>
            <ac:picMk id="2" creationId="{84A42B12-96A3-40F2-BCA6-678AAAF11DDB}"/>
          </ac:picMkLst>
        </pc:picChg>
        <pc:picChg chg="del">
          <ac:chgData name="Eclair Chen" userId="bee3a08289d85a0e" providerId="LiveId" clId="{0BC26516-4CE8-4A1A-AA80-0247688AD96E}" dt="2024-11-12T09:33:49.946" v="771" actId="478"/>
          <ac:picMkLst>
            <pc:docMk/>
            <pc:sldMk cId="0" sldId="351"/>
            <ac:picMk id="689158" creationId="{8E162949-7C6F-4203-81DE-7994A2D3544E}"/>
          </ac:picMkLst>
        </pc:picChg>
        <pc:picChg chg="del">
          <ac:chgData name="Eclair Chen" userId="bee3a08289d85a0e" providerId="LiveId" clId="{0BC26516-4CE8-4A1A-AA80-0247688AD96E}" dt="2024-11-12T09:33:50.844" v="772" actId="478"/>
          <ac:picMkLst>
            <pc:docMk/>
            <pc:sldMk cId="0" sldId="351"/>
            <ac:picMk id="689159" creationId="{D2B97182-7D6B-4A0C-A7BF-FC79C493501B}"/>
          </ac:picMkLst>
        </pc:picChg>
      </pc:sldChg>
      <pc:sldChg chg="modSp del">
        <pc:chgData name="Eclair Chen" userId="bee3a08289d85a0e" providerId="LiveId" clId="{0BC26516-4CE8-4A1A-AA80-0247688AD96E}" dt="2024-11-12T09:34:08.560" v="778" actId="2696"/>
        <pc:sldMkLst>
          <pc:docMk/>
          <pc:sldMk cId="0" sldId="352"/>
        </pc:sldMkLst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52"/>
            <ac:spMk id="690181" creationId="{F416B4AF-0DEE-4F93-A216-21D226EBD022}"/>
          </ac:spMkLst>
        </pc:spChg>
      </pc:sldChg>
      <pc:sldChg chg="addSp delSp modSp mod">
        <pc:chgData name="Eclair Chen" userId="bee3a08289d85a0e" providerId="LiveId" clId="{0BC26516-4CE8-4A1A-AA80-0247688AD96E}" dt="2024-11-12T09:36:25.624" v="805" actId="1076"/>
        <pc:sldMkLst>
          <pc:docMk/>
          <pc:sldMk cId="0" sldId="353"/>
        </pc:sldMkLst>
        <pc:spChg chg="mod">
          <ac:chgData name="Eclair Chen" userId="bee3a08289d85a0e" providerId="LiveId" clId="{0BC26516-4CE8-4A1A-AA80-0247688AD96E}" dt="2024-11-12T09:36:01.092" v="802" actId="6549"/>
          <ac:spMkLst>
            <pc:docMk/>
            <pc:sldMk cId="0" sldId="353"/>
            <ac:spMk id="691203" creationId="{9BD87432-1D7B-4B81-ADD1-27CA0F32A243}"/>
          </ac:spMkLst>
        </pc:spChg>
        <pc:spChg chg="mod">
          <ac:chgData name="Eclair Chen" userId="bee3a08289d85a0e" providerId="LiveId" clId="{0BC26516-4CE8-4A1A-AA80-0247688AD96E}" dt="2024-11-12T06:56:30.273" v="5"/>
          <ac:spMkLst>
            <pc:docMk/>
            <pc:sldMk cId="0" sldId="353"/>
            <ac:spMk id="691204" creationId="{11B3DA5C-4C8B-4976-AD5C-909C51F7D81F}"/>
          </ac:spMkLst>
        </pc:spChg>
        <pc:picChg chg="add mod">
          <ac:chgData name="Eclair Chen" userId="bee3a08289d85a0e" providerId="LiveId" clId="{0BC26516-4CE8-4A1A-AA80-0247688AD96E}" dt="2024-11-12T09:35:59.161" v="801" actId="1076"/>
          <ac:picMkLst>
            <pc:docMk/>
            <pc:sldMk cId="0" sldId="353"/>
            <ac:picMk id="2" creationId="{D6245D68-044F-4CB0-B180-7D0A5E0582D6}"/>
          </ac:picMkLst>
        </pc:picChg>
        <pc:picChg chg="del">
          <ac:chgData name="Eclair Chen" userId="bee3a08289d85a0e" providerId="LiveId" clId="{0BC26516-4CE8-4A1A-AA80-0247688AD96E}" dt="2024-11-12T09:35:54.109" v="798" actId="478"/>
          <ac:picMkLst>
            <pc:docMk/>
            <pc:sldMk cId="0" sldId="353"/>
            <ac:picMk id="691205" creationId="{A682F3F6-C3E0-42FC-8501-6C14F9971021}"/>
          </ac:picMkLst>
        </pc:picChg>
        <pc:picChg chg="mod">
          <ac:chgData name="Eclair Chen" userId="bee3a08289d85a0e" providerId="LiveId" clId="{0BC26516-4CE8-4A1A-AA80-0247688AD96E}" dt="2024-11-12T09:36:25.624" v="805" actId="1076"/>
          <ac:picMkLst>
            <pc:docMk/>
            <pc:sldMk cId="0" sldId="353"/>
            <ac:picMk id="691206" creationId="{3CCC8E25-45AD-4725-8E2E-D370A0750718}"/>
          </ac:picMkLst>
        </pc:picChg>
      </pc:sldChg>
      <pc:sldChg chg="addSp delSp modSp mod">
        <pc:chgData name="Eclair Chen" userId="bee3a08289d85a0e" providerId="LiveId" clId="{0BC26516-4CE8-4A1A-AA80-0247688AD96E}" dt="2024-11-12T09:38:11.708" v="815" actId="20577"/>
        <pc:sldMkLst>
          <pc:docMk/>
          <pc:sldMk cId="0" sldId="354"/>
        </pc:sldMkLst>
        <pc:spChg chg="mod">
          <ac:chgData name="Eclair Chen" userId="bee3a08289d85a0e" providerId="LiveId" clId="{0BC26516-4CE8-4A1A-AA80-0247688AD96E}" dt="2024-11-12T09:38:11.708" v="815" actId="20577"/>
          <ac:spMkLst>
            <pc:docMk/>
            <pc:sldMk cId="0" sldId="354"/>
            <ac:spMk id="692226" creationId="{9BD5239C-DA20-4C52-A8AC-FD1DD648D459}"/>
          </ac:spMkLst>
        </pc:spChg>
        <pc:picChg chg="add mod">
          <ac:chgData name="Eclair Chen" userId="bee3a08289d85a0e" providerId="LiveId" clId="{0BC26516-4CE8-4A1A-AA80-0247688AD96E}" dt="2024-11-12T09:37:18.091" v="810" actId="14100"/>
          <ac:picMkLst>
            <pc:docMk/>
            <pc:sldMk cId="0" sldId="354"/>
            <ac:picMk id="2" creationId="{3989FBAA-F2C4-4B41-96C4-FD5E87CB05C3}"/>
          </ac:picMkLst>
        </pc:picChg>
        <pc:picChg chg="del">
          <ac:chgData name="Eclair Chen" userId="bee3a08289d85a0e" providerId="LiveId" clId="{0BC26516-4CE8-4A1A-AA80-0247688AD96E}" dt="2024-11-12T09:37:03.824" v="806" actId="478"/>
          <ac:picMkLst>
            <pc:docMk/>
            <pc:sldMk cId="0" sldId="354"/>
            <ac:picMk id="692229" creationId="{DBFD9372-6D17-49F2-A150-0CC3D953948A}"/>
          </ac:picMkLst>
        </pc:picChg>
      </pc:sldChg>
      <pc:sldChg chg="addSp delSp modSp mod">
        <pc:chgData name="Eclair Chen" userId="bee3a08289d85a0e" providerId="LiveId" clId="{0BC26516-4CE8-4A1A-AA80-0247688AD96E}" dt="2024-11-13T07:45:21.113" v="1486" actId="1076"/>
        <pc:sldMkLst>
          <pc:docMk/>
          <pc:sldMk cId="0" sldId="355"/>
        </pc:sldMkLst>
        <pc:spChg chg="add mod">
          <ac:chgData name="Eclair Chen" userId="bee3a08289d85a0e" providerId="LiveId" clId="{0BC26516-4CE8-4A1A-AA80-0247688AD96E}" dt="2024-11-12T09:43:49.612" v="949" actId="14100"/>
          <ac:spMkLst>
            <pc:docMk/>
            <pc:sldMk cId="0" sldId="355"/>
            <ac:spMk id="4" creationId="{FE8F6F8F-5B4E-42B3-9EE3-CAEC52ABE0C0}"/>
          </ac:spMkLst>
        </pc:spChg>
        <pc:spChg chg="add mod">
          <ac:chgData name="Eclair Chen" userId="bee3a08289d85a0e" providerId="LiveId" clId="{0BC26516-4CE8-4A1A-AA80-0247688AD96E}" dt="2024-11-12T09:45:27.475" v="959" actId="1076"/>
          <ac:spMkLst>
            <pc:docMk/>
            <pc:sldMk cId="0" sldId="355"/>
            <ac:spMk id="11" creationId="{A4A1DF92-0591-44B7-BCB7-FD2BBBEA70CF}"/>
          </ac:spMkLst>
        </pc:spChg>
        <pc:spChg chg="mod">
          <ac:chgData name="Eclair Chen" userId="bee3a08289d85a0e" providerId="LiveId" clId="{0BC26516-4CE8-4A1A-AA80-0247688AD96E}" dt="2024-11-12T09:38:14.753" v="816" actId="20577"/>
          <ac:spMkLst>
            <pc:docMk/>
            <pc:sldMk cId="0" sldId="355"/>
            <ac:spMk id="693250" creationId="{0D83CFD2-0C7E-431C-AFFC-EE5412C473C3}"/>
          </ac:spMkLst>
        </pc:spChg>
        <pc:spChg chg="mod">
          <ac:chgData name="Eclair Chen" userId="bee3a08289d85a0e" providerId="LiveId" clId="{0BC26516-4CE8-4A1A-AA80-0247688AD96E}" dt="2024-11-13T07:45:21.113" v="1486" actId="1076"/>
          <ac:spMkLst>
            <pc:docMk/>
            <pc:sldMk cId="0" sldId="355"/>
            <ac:spMk id="693251" creationId="{649AB14C-29FD-4A90-8199-D4B1576AE2FE}"/>
          </ac:spMkLst>
        </pc:spChg>
        <pc:picChg chg="add mod ord">
          <ac:chgData name="Eclair Chen" userId="bee3a08289d85a0e" providerId="LiveId" clId="{0BC26516-4CE8-4A1A-AA80-0247688AD96E}" dt="2024-11-12T09:40:46.595" v="834" actId="1076"/>
          <ac:picMkLst>
            <pc:docMk/>
            <pc:sldMk cId="0" sldId="355"/>
            <ac:picMk id="2" creationId="{E10BEBA9-D1D1-4E7E-8C43-37FFD978022B}"/>
          </ac:picMkLst>
        </pc:picChg>
        <pc:picChg chg="add mod">
          <ac:chgData name="Eclair Chen" userId="bee3a08289d85a0e" providerId="LiveId" clId="{0BC26516-4CE8-4A1A-AA80-0247688AD96E}" dt="2024-11-12T09:45:32.030" v="960" actId="14100"/>
          <ac:picMkLst>
            <pc:docMk/>
            <pc:sldMk cId="0" sldId="355"/>
            <ac:picMk id="3" creationId="{3B30A420-E230-4247-90FC-686F1EAE6829}"/>
          </ac:picMkLst>
        </pc:picChg>
        <pc:picChg chg="del">
          <ac:chgData name="Eclair Chen" userId="bee3a08289d85a0e" providerId="LiveId" clId="{0BC26516-4CE8-4A1A-AA80-0247688AD96E}" dt="2024-11-12T09:38:01.241" v="811" actId="478"/>
          <ac:picMkLst>
            <pc:docMk/>
            <pc:sldMk cId="0" sldId="355"/>
            <ac:picMk id="693254" creationId="{3CB1CC7B-C3BD-40CD-A7C7-94A0C7EA4D56}"/>
          </ac:picMkLst>
        </pc:picChg>
        <pc:picChg chg="del">
          <ac:chgData name="Eclair Chen" userId="bee3a08289d85a0e" providerId="LiveId" clId="{0BC26516-4CE8-4A1A-AA80-0247688AD96E}" dt="2024-11-12T09:38:02.152" v="812" actId="478"/>
          <ac:picMkLst>
            <pc:docMk/>
            <pc:sldMk cId="0" sldId="355"/>
            <ac:picMk id="693255" creationId="{C668027D-774C-411D-9753-56841EB787BD}"/>
          </ac:picMkLst>
        </pc:picChg>
        <pc:cxnChg chg="add mod">
          <ac:chgData name="Eclair Chen" userId="bee3a08289d85a0e" providerId="LiveId" clId="{0BC26516-4CE8-4A1A-AA80-0247688AD96E}" dt="2024-11-12T09:45:27.475" v="959" actId="1076"/>
          <ac:cxnSpMkLst>
            <pc:docMk/>
            <pc:sldMk cId="0" sldId="355"/>
            <ac:cxnSpMk id="6" creationId="{BDC22834-5A80-4228-969B-BC2E93C05E31}"/>
          </ac:cxnSpMkLst>
        </pc:cxnChg>
      </pc:sldChg>
      <pc:sldChg chg="del">
        <pc:chgData name="Eclair Chen" userId="bee3a08289d85a0e" providerId="LiveId" clId="{0BC26516-4CE8-4A1A-AA80-0247688AD96E}" dt="2024-11-12T09:38:20.196" v="817" actId="2696"/>
        <pc:sldMkLst>
          <pc:docMk/>
          <pc:sldMk cId="0" sldId="356"/>
        </pc:sldMkLst>
      </pc:sldChg>
      <pc:sldChg chg="addSp delSp modSp del mod">
        <pc:chgData name="Eclair Chen" userId="bee3a08289d85a0e" providerId="LiveId" clId="{0BC26516-4CE8-4A1A-AA80-0247688AD96E}" dt="2024-11-13T06:03:36.761" v="1024" actId="2696"/>
        <pc:sldMkLst>
          <pc:docMk/>
          <pc:sldMk cId="0" sldId="357"/>
        </pc:sldMkLst>
        <pc:picChg chg="add mod">
          <ac:chgData name="Eclair Chen" userId="bee3a08289d85a0e" providerId="LiveId" clId="{0BC26516-4CE8-4A1A-AA80-0247688AD96E}" dt="2024-11-13T05:58:44.934" v="965" actId="1076"/>
          <ac:picMkLst>
            <pc:docMk/>
            <pc:sldMk cId="0" sldId="357"/>
            <ac:picMk id="2" creationId="{7A8E9EBE-F457-45A4-82A4-48A12176358C}"/>
          </ac:picMkLst>
        </pc:picChg>
        <pc:picChg chg="del">
          <ac:chgData name="Eclair Chen" userId="bee3a08289d85a0e" providerId="LiveId" clId="{0BC26516-4CE8-4A1A-AA80-0247688AD96E}" dt="2024-11-13T05:58:38.702" v="961" actId="478"/>
          <ac:picMkLst>
            <pc:docMk/>
            <pc:sldMk cId="0" sldId="357"/>
            <ac:picMk id="695302" creationId="{4401E316-A631-4C94-B0E8-66435ABF2836}"/>
          </ac:picMkLst>
        </pc:picChg>
      </pc:sldChg>
      <pc:sldChg chg="addSp delSp modSp mod">
        <pc:chgData name="Eclair Chen" userId="bee3a08289d85a0e" providerId="LiveId" clId="{0BC26516-4CE8-4A1A-AA80-0247688AD96E}" dt="2024-11-13T06:03:32.311" v="1023" actId="14100"/>
        <pc:sldMkLst>
          <pc:docMk/>
          <pc:sldMk cId="0" sldId="358"/>
        </pc:sldMkLst>
        <pc:spChg chg="mod">
          <ac:chgData name="Eclair Chen" userId="bee3a08289d85a0e" providerId="LiveId" clId="{0BC26516-4CE8-4A1A-AA80-0247688AD96E}" dt="2024-11-13T06:03:32.311" v="1023" actId="14100"/>
          <ac:spMkLst>
            <pc:docMk/>
            <pc:sldMk cId="0" sldId="358"/>
            <ac:spMk id="696322" creationId="{4DCEFAEA-0A9E-4E0C-BFAD-6A8D8F37A963}"/>
          </ac:spMkLst>
        </pc:spChg>
        <pc:spChg chg="mod">
          <ac:chgData name="Eclair Chen" userId="bee3a08289d85a0e" providerId="LiveId" clId="{0BC26516-4CE8-4A1A-AA80-0247688AD96E}" dt="2024-11-13T06:03:06.819" v="1013" actId="208"/>
          <ac:spMkLst>
            <pc:docMk/>
            <pc:sldMk cId="0" sldId="358"/>
            <ac:spMk id="696323" creationId="{8D1D9B72-87B7-49AE-95A1-D79F60160173}"/>
          </ac:spMkLst>
        </pc:spChg>
        <pc:picChg chg="add mod ord">
          <ac:chgData name="Eclair Chen" userId="bee3a08289d85a0e" providerId="LiveId" clId="{0BC26516-4CE8-4A1A-AA80-0247688AD96E}" dt="2024-11-13T06:01:06.709" v="995" actId="167"/>
          <ac:picMkLst>
            <pc:docMk/>
            <pc:sldMk cId="0" sldId="358"/>
            <ac:picMk id="2" creationId="{8D8C48E2-3988-4F27-9AF7-62708505119B}"/>
          </ac:picMkLst>
        </pc:picChg>
        <pc:picChg chg="add mod">
          <ac:chgData name="Eclair Chen" userId="bee3a08289d85a0e" providerId="LiveId" clId="{0BC26516-4CE8-4A1A-AA80-0247688AD96E}" dt="2024-11-13T06:01:52.212" v="1001" actId="1076"/>
          <ac:picMkLst>
            <pc:docMk/>
            <pc:sldMk cId="0" sldId="358"/>
            <ac:picMk id="3" creationId="{E4BFC6EB-1378-4ACB-B727-4A2B53CEE68B}"/>
          </ac:picMkLst>
        </pc:picChg>
        <pc:picChg chg="add mod">
          <ac:chgData name="Eclair Chen" userId="bee3a08289d85a0e" providerId="LiveId" clId="{0BC26516-4CE8-4A1A-AA80-0247688AD96E}" dt="2024-11-13T06:01:56.757" v="1003" actId="1076"/>
          <ac:picMkLst>
            <pc:docMk/>
            <pc:sldMk cId="0" sldId="358"/>
            <ac:picMk id="10" creationId="{9E2DF822-1D5A-4CD2-B1C1-D2648E907554}"/>
          </ac:picMkLst>
        </pc:picChg>
        <pc:picChg chg="del">
          <ac:chgData name="Eclair Chen" userId="bee3a08289d85a0e" providerId="LiveId" clId="{0BC26516-4CE8-4A1A-AA80-0247688AD96E}" dt="2024-11-13T05:59:23.162" v="966" actId="478"/>
          <ac:picMkLst>
            <pc:docMk/>
            <pc:sldMk cId="0" sldId="358"/>
            <ac:picMk id="696326" creationId="{EE4E98AD-67AD-46CB-9536-173BBDA4886D}"/>
          </ac:picMkLst>
        </pc:picChg>
        <pc:picChg chg="del">
          <ac:chgData name="Eclair Chen" userId="bee3a08289d85a0e" providerId="LiveId" clId="{0BC26516-4CE8-4A1A-AA80-0247688AD96E}" dt="2024-11-13T05:59:26.706" v="967" actId="478"/>
          <ac:picMkLst>
            <pc:docMk/>
            <pc:sldMk cId="0" sldId="358"/>
            <ac:picMk id="696327" creationId="{41B3DC60-12F3-4934-99E4-B01F16F34B14}"/>
          </ac:picMkLst>
        </pc:picChg>
      </pc:sldChg>
      <pc:sldChg chg="del">
        <pc:chgData name="Eclair Chen" userId="bee3a08289d85a0e" providerId="LiveId" clId="{0BC26516-4CE8-4A1A-AA80-0247688AD96E}" dt="2024-11-13T06:03:17.709" v="1014" actId="2696"/>
        <pc:sldMkLst>
          <pc:docMk/>
          <pc:sldMk cId="0" sldId="359"/>
        </pc:sldMkLst>
      </pc:sldChg>
      <pc:sldChg chg="addSp delSp modSp mod">
        <pc:chgData name="Eclair Chen" userId="bee3a08289d85a0e" providerId="LiveId" clId="{0BC26516-4CE8-4A1A-AA80-0247688AD96E}" dt="2024-11-13T07:44:58.682" v="1480" actId="14100"/>
        <pc:sldMkLst>
          <pc:docMk/>
          <pc:sldMk cId="0" sldId="360"/>
        </pc:sldMkLst>
        <pc:spChg chg="mod">
          <ac:chgData name="Eclair Chen" userId="bee3a08289d85a0e" providerId="LiveId" clId="{0BC26516-4CE8-4A1A-AA80-0247688AD96E}" dt="2024-11-13T06:10:15.332" v="1074" actId="6549"/>
          <ac:spMkLst>
            <pc:docMk/>
            <pc:sldMk cId="0" sldId="360"/>
            <ac:spMk id="698370" creationId="{F9A43B0D-A7CB-41D0-A568-B6AE293B38DB}"/>
          </ac:spMkLst>
        </pc:spChg>
        <pc:spChg chg="mod">
          <ac:chgData name="Eclair Chen" userId="bee3a08289d85a0e" providerId="LiveId" clId="{0BC26516-4CE8-4A1A-AA80-0247688AD96E}" dt="2024-11-13T07:44:58.682" v="1480" actId="14100"/>
          <ac:spMkLst>
            <pc:docMk/>
            <pc:sldMk cId="0" sldId="360"/>
            <ac:spMk id="698371" creationId="{8D5F610E-284A-4BD8-9D37-29E489BD080D}"/>
          </ac:spMkLst>
        </pc:spChg>
        <pc:picChg chg="add del mod">
          <ac:chgData name="Eclair Chen" userId="bee3a08289d85a0e" providerId="LiveId" clId="{0BC26516-4CE8-4A1A-AA80-0247688AD96E}" dt="2024-11-13T06:07:53.118" v="1051" actId="478"/>
          <ac:picMkLst>
            <pc:docMk/>
            <pc:sldMk cId="0" sldId="360"/>
            <ac:picMk id="2" creationId="{9B3722A7-63B4-4E37-BF0E-EB6E75BAA07A}"/>
          </ac:picMkLst>
        </pc:picChg>
        <pc:picChg chg="add del mod">
          <ac:chgData name="Eclair Chen" userId="bee3a08289d85a0e" providerId="LiveId" clId="{0BC26516-4CE8-4A1A-AA80-0247688AD96E}" dt="2024-11-13T06:07:51.553" v="1050" actId="478"/>
          <ac:picMkLst>
            <pc:docMk/>
            <pc:sldMk cId="0" sldId="360"/>
            <ac:picMk id="3" creationId="{4D18A440-8E2E-495C-8324-E3D8E1442C32}"/>
          </ac:picMkLst>
        </pc:picChg>
        <pc:picChg chg="add mod ord">
          <ac:chgData name="Eclair Chen" userId="bee3a08289d85a0e" providerId="LiveId" clId="{0BC26516-4CE8-4A1A-AA80-0247688AD96E}" dt="2024-11-13T06:09:02.128" v="1059" actId="167"/>
          <ac:picMkLst>
            <pc:docMk/>
            <pc:sldMk cId="0" sldId="360"/>
            <ac:picMk id="4" creationId="{CA07767D-27CC-4325-AE14-3BAF7864F220}"/>
          </ac:picMkLst>
        </pc:picChg>
        <pc:picChg chg="add mod">
          <ac:chgData name="Eclair Chen" userId="bee3a08289d85a0e" providerId="LiveId" clId="{0BC26516-4CE8-4A1A-AA80-0247688AD96E}" dt="2024-11-13T06:08:53.216" v="1058" actId="1076"/>
          <ac:picMkLst>
            <pc:docMk/>
            <pc:sldMk cId="0" sldId="360"/>
            <ac:picMk id="5" creationId="{8C19F419-B04C-46E7-8D6E-06E0031B3EFB}"/>
          </ac:picMkLst>
        </pc:picChg>
        <pc:picChg chg="del">
          <ac:chgData name="Eclair Chen" userId="bee3a08289d85a0e" providerId="LiveId" clId="{0BC26516-4CE8-4A1A-AA80-0247688AD96E}" dt="2024-11-13T06:05:37.974" v="1025" actId="478"/>
          <ac:picMkLst>
            <pc:docMk/>
            <pc:sldMk cId="0" sldId="360"/>
            <ac:picMk id="698374" creationId="{47C371A9-E8E4-449A-9F02-915EC198F636}"/>
          </ac:picMkLst>
        </pc:picChg>
        <pc:picChg chg="del">
          <ac:chgData name="Eclair Chen" userId="bee3a08289d85a0e" providerId="LiveId" clId="{0BC26516-4CE8-4A1A-AA80-0247688AD96E}" dt="2024-11-13T06:05:42.326" v="1028" actId="478"/>
          <ac:picMkLst>
            <pc:docMk/>
            <pc:sldMk cId="0" sldId="360"/>
            <ac:picMk id="698375" creationId="{0585DF8E-BE04-4346-8E69-3D1E410D9555}"/>
          </ac:picMkLst>
        </pc:picChg>
      </pc:sldChg>
      <pc:sldChg chg="del">
        <pc:chgData name="Eclair Chen" userId="bee3a08289d85a0e" providerId="LiveId" clId="{0BC26516-4CE8-4A1A-AA80-0247688AD96E}" dt="2024-11-13T06:10:09.273" v="1069" actId="2696"/>
        <pc:sldMkLst>
          <pc:docMk/>
          <pc:sldMk cId="0" sldId="361"/>
        </pc:sldMkLst>
      </pc:sldChg>
      <pc:sldChg chg="addSp delSp modSp mod">
        <pc:chgData name="Eclair Chen" userId="bee3a08289d85a0e" providerId="LiveId" clId="{0BC26516-4CE8-4A1A-AA80-0247688AD96E}" dt="2024-11-13T06:42:15.096" v="1217" actId="1076"/>
        <pc:sldMkLst>
          <pc:docMk/>
          <pc:sldMk cId="0" sldId="362"/>
        </pc:sldMkLst>
        <pc:spChg chg="add del mod">
          <ac:chgData name="Eclair Chen" userId="bee3a08289d85a0e" providerId="LiveId" clId="{0BC26516-4CE8-4A1A-AA80-0247688AD96E}" dt="2024-11-13T06:20:27.317" v="1098" actId="478"/>
          <ac:spMkLst>
            <pc:docMk/>
            <pc:sldMk cId="0" sldId="362"/>
            <ac:spMk id="4" creationId="{96E0079A-2CC0-4F8B-8A85-157EDC8CC011}"/>
          </ac:spMkLst>
        </pc:spChg>
        <pc:spChg chg="add mod">
          <ac:chgData name="Eclair Chen" userId="bee3a08289d85a0e" providerId="LiveId" clId="{0BC26516-4CE8-4A1A-AA80-0247688AD96E}" dt="2024-11-13T06:30:06.421" v="1119" actId="14100"/>
          <ac:spMkLst>
            <pc:docMk/>
            <pc:sldMk cId="0" sldId="362"/>
            <ac:spMk id="6" creationId="{C93B6710-7FF2-42E2-B24A-ACFF748CAD28}"/>
          </ac:spMkLst>
        </pc:spChg>
        <pc:spChg chg="add mod">
          <ac:chgData name="Eclair Chen" userId="bee3a08289d85a0e" providerId="LiveId" clId="{0BC26516-4CE8-4A1A-AA80-0247688AD96E}" dt="2024-11-13T06:39:29.683" v="1129" actId="208"/>
          <ac:spMkLst>
            <pc:docMk/>
            <pc:sldMk cId="0" sldId="362"/>
            <ac:spMk id="14" creationId="{9369A060-AF99-4613-BD49-60CBA7A15655}"/>
          </ac:spMkLst>
        </pc:spChg>
        <pc:spChg chg="add mod">
          <ac:chgData name="Eclair Chen" userId="bee3a08289d85a0e" providerId="LiveId" clId="{0BC26516-4CE8-4A1A-AA80-0247688AD96E}" dt="2024-11-13T06:42:15.096" v="1217" actId="1076"/>
          <ac:spMkLst>
            <pc:docMk/>
            <pc:sldMk cId="0" sldId="362"/>
            <ac:spMk id="20" creationId="{45EDED70-6714-45F3-8043-FEF2E8CFCE76}"/>
          </ac:spMkLst>
        </pc:spChg>
        <pc:spChg chg="mod">
          <ac:chgData name="Eclair Chen" userId="bee3a08289d85a0e" providerId="LiveId" clId="{0BC26516-4CE8-4A1A-AA80-0247688AD96E}" dt="2024-11-13T06:19:27.140" v="1090" actId="6549"/>
          <ac:spMkLst>
            <pc:docMk/>
            <pc:sldMk cId="0" sldId="362"/>
            <ac:spMk id="700418" creationId="{9956E4D1-A9EB-49E5-BF27-44E94017E87D}"/>
          </ac:spMkLst>
        </pc:spChg>
        <pc:spChg chg="del mod">
          <ac:chgData name="Eclair Chen" userId="bee3a08289d85a0e" providerId="LiveId" clId="{0BC26516-4CE8-4A1A-AA80-0247688AD96E}" dt="2024-11-13T06:20:24.472" v="1097" actId="478"/>
          <ac:spMkLst>
            <pc:docMk/>
            <pc:sldMk cId="0" sldId="362"/>
            <ac:spMk id="700419" creationId="{CF8C9A8E-2F74-4A0B-9B60-C36EB9218732}"/>
          </ac:spMkLst>
        </pc:spChg>
        <pc:picChg chg="add mod ord">
          <ac:chgData name="Eclair Chen" userId="bee3a08289d85a0e" providerId="LiveId" clId="{0BC26516-4CE8-4A1A-AA80-0247688AD96E}" dt="2024-11-13T06:29:12.693" v="1113" actId="167"/>
          <ac:picMkLst>
            <pc:docMk/>
            <pc:sldMk cId="0" sldId="362"/>
            <ac:picMk id="2" creationId="{9E297876-F514-4690-8734-C0F8B07A8D90}"/>
          </ac:picMkLst>
        </pc:picChg>
        <pc:picChg chg="add mod">
          <ac:chgData name="Eclair Chen" userId="bee3a08289d85a0e" providerId="LiveId" clId="{0BC26516-4CE8-4A1A-AA80-0247688AD96E}" dt="2024-11-13T06:42:06.969" v="1216" actId="1076"/>
          <ac:picMkLst>
            <pc:docMk/>
            <pc:sldMk cId="0" sldId="362"/>
            <ac:picMk id="3" creationId="{9E780ADC-A0DE-4367-A009-A0F1C2CF09BC}"/>
          </ac:picMkLst>
        </pc:picChg>
        <pc:picChg chg="add mod ord">
          <ac:chgData name="Eclair Chen" userId="bee3a08289d85a0e" providerId="LiveId" clId="{0BC26516-4CE8-4A1A-AA80-0247688AD96E}" dt="2024-11-13T06:30:17.592" v="1120" actId="1076"/>
          <ac:picMkLst>
            <pc:docMk/>
            <pc:sldMk cId="0" sldId="362"/>
            <ac:picMk id="5" creationId="{853A90AB-D673-4859-9DE7-EE07D3BF7560}"/>
          </ac:picMkLst>
        </pc:picChg>
        <pc:picChg chg="del">
          <ac:chgData name="Eclair Chen" userId="bee3a08289d85a0e" providerId="LiveId" clId="{0BC26516-4CE8-4A1A-AA80-0247688AD96E}" dt="2024-11-13T06:17:57.667" v="1075" actId="478"/>
          <ac:picMkLst>
            <pc:docMk/>
            <pc:sldMk cId="0" sldId="362"/>
            <ac:picMk id="700420" creationId="{0FE4FE78-81F7-47D4-B787-DAF89EA6A915}"/>
          </ac:picMkLst>
        </pc:picChg>
        <pc:picChg chg="del">
          <ac:chgData name="Eclair Chen" userId="bee3a08289d85a0e" providerId="LiveId" clId="{0BC26516-4CE8-4A1A-AA80-0247688AD96E}" dt="2024-11-13T06:17:58.667" v="1076" actId="478"/>
          <ac:picMkLst>
            <pc:docMk/>
            <pc:sldMk cId="0" sldId="362"/>
            <ac:picMk id="700421" creationId="{3A966FF1-6E6C-4F3D-9A96-8B01EB4AE375}"/>
          </ac:picMkLst>
        </pc:picChg>
        <pc:cxnChg chg="add mod">
          <ac:chgData name="Eclair Chen" userId="bee3a08289d85a0e" providerId="LiveId" clId="{0BC26516-4CE8-4A1A-AA80-0247688AD96E}" dt="2024-11-13T06:30:17.592" v="1120" actId="1076"/>
          <ac:cxnSpMkLst>
            <pc:docMk/>
            <pc:sldMk cId="0" sldId="362"/>
            <ac:cxnSpMk id="9" creationId="{61BD17F8-BDF4-4789-B7A7-0AF9475CE40A}"/>
          </ac:cxnSpMkLst>
        </pc:cxnChg>
        <pc:cxnChg chg="add mod">
          <ac:chgData name="Eclair Chen" userId="bee3a08289d85a0e" providerId="LiveId" clId="{0BC26516-4CE8-4A1A-AA80-0247688AD96E}" dt="2024-11-13T06:42:15.096" v="1217" actId="1076"/>
          <ac:cxnSpMkLst>
            <pc:docMk/>
            <pc:sldMk cId="0" sldId="362"/>
            <ac:cxnSpMk id="21" creationId="{91ABC9D9-1CE6-492D-861C-43DBAC3D6283}"/>
          </ac:cxnSpMkLst>
        </pc:cxnChg>
      </pc:sldChg>
      <pc:sldChg chg="del">
        <pc:chgData name="Eclair Chen" userId="bee3a08289d85a0e" providerId="LiveId" clId="{0BC26516-4CE8-4A1A-AA80-0247688AD96E}" dt="2024-11-13T06:18:14.779" v="1080" actId="2696"/>
        <pc:sldMkLst>
          <pc:docMk/>
          <pc:sldMk cId="0" sldId="363"/>
        </pc:sldMkLst>
      </pc:sldChg>
      <pc:sldChg chg="del">
        <pc:chgData name="Eclair Chen" userId="bee3a08289d85a0e" providerId="LiveId" clId="{0BC26516-4CE8-4A1A-AA80-0247688AD96E}" dt="2024-11-13T06:44:08.092" v="1218" actId="2696"/>
        <pc:sldMkLst>
          <pc:docMk/>
          <pc:sldMk cId="0" sldId="364"/>
        </pc:sldMkLst>
      </pc:sldChg>
      <pc:sldChg chg="addSp delSp modSp mod">
        <pc:chgData name="Eclair Chen" userId="bee3a08289d85a0e" providerId="LiveId" clId="{0BC26516-4CE8-4A1A-AA80-0247688AD96E}" dt="2024-11-13T06:58:37.463" v="1299" actId="6549"/>
        <pc:sldMkLst>
          <pc:docMk/>
          <pc:sldMk cId="0" sldId="365"/>
        </pc:sldMkLst>
        <pc:spChg chg="mod">
          <ac:chgData name="Eclair Chen" userId="bee3a08289d85a0e" providerId="LiveId" clId="{0BC26516-4CE8-4A1A-AA80-0247688AD96E}" dt="2024-11-13T06:58:37.463" v="1299" actId="6549"/>
          <ac:spMkLst>
            <pc:docMk/>
            <pc:sldMk cId="0" sldId="365"/>
            <ac:spMk id="703490" creationId="{4309184C-3761-4787-96A3-F7270D52D1FC}"/>
          </ac:spMkLst>
        </pc:spChg>
        <pc:spChg chg="mod">
          <ac:chgData name="Eclair Chen" userId="bee3a08289d85a0e" providerId="LiveId" clId="{0BC26516-4CE8-4A1A-AA80-0247688AD96E}" dt="2024-11-13T06:58:18.974" v="1292" actId="207"/>
          <ac:spMkLst>
            <pc:docMk/>
            <pc:sldMk cId="0" sldId="365"/>
            <ac:spMk id="703491" creationId="{244F0925-A434-4269-A2D3-B0B3A31FAE7C}"/>
          </ac:spMkLst>
        </pc:spChg>
        <pc:picChg chg="add del">
          <ac:chgData name="Eclair Chen" userId="bee3a08289d85a0e" providerId="LiveId" clId="{0BC26516-4CE8-4A1A-AA80-0247688AD96E}" dt="2024-11-13T06:51:31.914" v="1225" actId="478"/>
          <ac:picMkLst>
            <pc:docMk/>
            <pc:sldMk cId="0" sldId="365"/>
            <ac:picMk id="2" creationId="{BE6172AC-AAF1-49A0-9715-02273337F4FD}"/>
          </ac:picMkLst>
        </pc:picChg>
        <pc:picChg chg="add mod ord">
          <ac:chgData name="Eclair Chen" userId="bee3a08289d85a0e" providerId="LiveId" clId="{0BC26516-4CE8-4A1A-AA80-0247688AD96E}" dt="2024-11-13T06:57:23.880" v="1282" actId="1076"/>
          <ac:picMkLst>
            <pc:docMk/>
            <pc:sldMk cId="0" sldId="365"/>
            <ac:picMk id="3" creationId="{814BD4C3-85B4-4291-B2CF-19EBA6488D22}"/>
          </ac:picMkLst>
        </pc:picChg>
        <pc:picChg chg="add mod">
          <ac:chgData name="Eclair Chen" userId="bee3a08289d85a0e" providerId="LiveId" clId="{0BC26516-4CE8-4A1A-AA80-0247688AD96E}" dt="2024-11-13T06:53:32.594" v="1238" actId="1076"/>
          <ac:picMkLst>
            <pc:docMk/>
            <pc:sldMk cId="0" sldId="365"/>
            <ac:picMk id="4" creationId="{3812D20B-7BC7-4DD3-AC1E-EA7C722C62F5}"/>
          </ac:picMkLst>
        </pc:picChg>
        <pc:picChg chg="add mod">
          <ac:chgData name="Eclair Chen" userId="bee3a08289d85a0e" providerId="LiveId" clId="{0BC26516-4CE8-4A1A-AA80-0247688AD96E}" dt="2024-11-13T06:57:33.666" v="1283" actId="1076"/>
          <ac:picMkLst>
            <pc:docMk/>
            <pc:sldMk cId="0" sldId="365"/>
            <ac:picMk id="11" creationId="{F05CC4C3-394D-490A-9CDA-582F624CF984}"/>
          </ac:picMkLst>
        </pc:picChg>
        <pc:picChg chg="del">
          <ac:chgData name="Eclair Chen" userId="bee3a08289d85a0e" providerId="LiveId" clId="{0BC26516-4CE8-4A1A-AA80-0247688AD96E}" dt="2024-11-13T06:45:20.673" v="1219" actId="478"/>
          <ac:picMkLst>
            <pc:docMk/>
            <pc:sldMk cId="0" sldId="365"/>
            <ac:picMk id="703493" creationId="{D0134725-367A-4F3C-B6FA-85FB722661E7}"/>
          </ac:picMkLst>
        </pc:picChg>
        <pc:picChg chg="del">
          <ac:chgData name="Eclair Chen" userId="bee3a08289d85a0e" providerId="LiveId" clId="{0BC26516-4CE8-4A1A-AA80-0247688AD96E}" dt="2024-11-13T06:45:21.258" v="1220" actId="478"/>
          <ac:picMkLst>
            <pc:docMk/>
            <pc:sldMk cId="0" sldId="365"/>
            <ac:picMk id="703494" creationId="{3DCC6A0C-BC7D-4E26-90D6-F341B201315E}"/>
          </ac:picMkLst>
        </pc:picChg>
      </pc:sldChg>
      <pc:sldChg chg="del">
        <pc:chgData name="Eclair Chen" userId="bee3a08289d85a0e" providerId="LiveId" clId="{0BC26516-4CE8-4A1A-AA80-0247688AD96E}" dt="2024-11-13T06:51:47.567" v="1230" actId="2696"/>
        <pc:sldMkLst>
          <pc:docMk/>
          <pc:sldMk cId="0" sldId="366"/>
        </pc:sldMkLst>
      </pc:sldChg>
      <pc:sldChg chg="del">
        <pc:chgData name="Eclair Chen" userId="bee3a08289d85a0e" providerId="LiveId" clId="{0BC26516-4CE8-4A1A-AA80-0247688AD96E}" dt="2024-11-13T06:58:28.155" v="1293" actId="2696"/>
        <pc:sldMkLst>
          <pc:docMk/>
          <pc:sldMk cId="0" sldId="367"/>
        </pc:sldMkLst>
      </pc:sldChg>
      <pc:sldChg chg="addSp delSp modSp mod">
        <pc:chgData name="Eclair Chen" userId="bee3a08289d85a0e" providerId="LiveId" clId="{0BC26516-4CE8-4A1A-AA80-0247688AD96E}" dt="2024-11-13T07:44:38.704" v="1477" actId="207"/>
        <pc:sldMkLst>
          <pc:docMk/>
          <pc:sldMk cId="0" sldId="368"/>
        </pc:sldMkLst>
        <pc:spChg chg="mod">
          <ac:chgData name="Eclair Chen" userId="bee3a08289d85a0e" providerId="LiveId" clId="{0BC26516-4CE8-4A1A-AA80-0247688AD96E}" dt="2024-11-13T07:44:38.704" v="1477" actId="207"/>
          <ac:spMkLst>
            <pc:docMk/>
            <pc:sldMk cId="0" sldId="368"/>
            <ac:spMk id="706563" creationId="{8AFE40B7-012E-4B22-9EB8-3F51E4D92121}"/>
          </ac:spMkLst>
        </pc:spChg>
        <pc:picChg chg="add mod">
          <ac:chgData name="Eclair Chen" userId="bee3a08289d85a0e" providerId="LiveId" clId="{0BC26516-4CE8-4A1A-AA80-0247688AD96E}" dt="2024-11-13T07:10:27.173" v="1303" actId="14100"/>
          <ac:picMkLst>
            <pc:docMk/>
            <pc:sldMk cId="0" sldId="368"/>
            <ac:picMk id="2" creationId="{42D28C1D-CADF-42B3-866A-1E298F0E773C}"/>
          </ac:picMkLst>
        </pc:picChg>
        <pc:picChg chg="del">
          <ac:chgData name="Eclair Chen" userId="bee3a08289d85a0e" providerId="LiveId" clId="{0BC26516-4CE8-4A1A-AA80-0247688AD96E}" dt="2024-11-13T07:10:18.345" v="1300" actId="478"/>
          <ac:picMkLst>
            <pc:docMk/>
            <pc:sldMk cId="0" sldId="368"/>
            <ac:picMk id="706566" creationId="{F10A4BDC-27E0-4B62-9565-01D8B9444B1D}"/>
          </ac:picMkLst>
        </pc:picChg>
      </pc:sldChg>
      <pc:sldChg chg="addSp delSp modSp mod">
        <pc:chgData name="Eclair Chen" userId="bee3a08289d85a0e" providerId="LiveId" clId="{0BC26516-4CE8-4A1A-AA80-0247688AD96E}" dt="2024-11-13T07:42:53.709" v="1473" actId="14100"/>
        <pc:sldMkLst>
          <pc:docMk/>
          <pc:sldMk cId="0" sldId="369"/>
        </pc:sldMkLst>
        <pc:spChg chg="mod">
          <ac:chgData name="Eclair Chen" userId="bee3a08289d85a0e" providerId="LiveId" clId="{0BC26516-4CE8-4A1A-AA80-0247688AD96E}" dt="2024-11-13T07:18:27.744" v="1327" actId="14100"/>
          <ac:spMkLst>
            <pc:docMk/>
            <pc:sldMk cId="0" sldId="369"/>
            <ac:spMk id="707586" creationId="{3C772F64-2B52-4486-8698-5768D4763952}"/>
          </ac:spMkLst>
        </pc:spChg>
        <pc:spChg chg="mod">
          <ac:chgData name="Eclair Chen" userId="bee3a08289d85a0e" providerId="LiveId" clId="{0BC26516-4CE8-4A1A-AA80-0247688AD96E}" dt="2024-11-13T07:42:53.709" v="1473" actId="14100"/>
          <ac:spMkLst>
            <pc:docMk/>
            <pc:sldMk cId="0" sldId="369"/>
            <ac:spMk id="707587" creationId="{11BC3344-B1E5-4BCA-B971-2F648BA61B66}"/>
          </ac:spMkLst>
        </pc:spChg>
        <pc:picChg chg="add mod ord">
          <ac:chgData name="Eclair Chen" userId="bee3a08289d85a0e" providerId="LiveId" clId="{0BC26516-4CE8-4A1A-AA80-0247688AD96E}" dt="2024-11-13T07:22:21.875" v="1350" actId="14100"/>
          <ac:picMkLst>
            <pc:docMk/>
            <pc:sldMk cId="0" sldId="369"/>
            <ac:picMk id="2" creationId="{294CE0D4-C814-47B3-876D-35BDDC308295}"/>
          </ac:picMkLst>
        </pc:picChg>
        <pc:picChg chg="add del mod">
          <ac:chgData name="Eclair Chen" userId="bee3a08289d85a0e" providerId="LiveId" clId="{0BC26516-4CE8-4A1A-AA80-0247688AD96E}" dt="2024-11-13T07:21:55.346" v="1344" actId="478"/>
          <ac:picMkLst>
            <pc:docMk/>
            <pc:sldMk cId="0" sldId="369"/>
            <ac:picMk id="3" creationId="{BB58ECD1-17E8-41FF-A80B-279ACDF8B10E}"/>
          </ac:picMkLst>
        </pc:picChg>
        <pc:picChg chg="add mod">
          <ac:chgData name="Eclair Chen" userId="bee3a08289d85a0e" providerId="LiveId" clId="{0BC26516-4CE8-4A1A-AA80-0247688AD96E}" dt="2024-11-13T07:22:37.607" v="1353" actId="692"/>
          <ac:picMkLst>
            <pc:docMk/>
            <pc:sldMk cId="0" sldId="369"/>
            <ac:picMk id="4" creationId="{416B7161-CFDD-4027-871B-CB16BE660056}"/>
          </ac:picMkLst>
        </pc:picChg>
        <pc:picChg chg="del">
          <ac:chgData name="Eclair Chen" userId="bee3a08289d85a0e" providerId="LiveId" clId="{0BC26516-4CE8-4A1A-AA80-0247688AD96E}" dt="2024-11-13T07:16:52.810" v="1304" actId="478"/>
          <ac:picMkLst>
            <pc:docMk/>
            <pc:sldMk cId="0" sldId="369"/>
            <ac:picMk id="707590" creationId="{89791955-157A-4CCA-AB4D-97AE970801F6}"/>
          </ac:picMkLst>
        </pc:picChg>
        <pc:picChg chg="del">
          <ac:chgData name="Eclair Chen" userId="bee3a08289d85a0e" providerId="LiveId" clId="{0BC26516-4CE8-4A1A-AA80-0247688AD96E}" dt="2024-11-13T07:16:54.634" v="1305" actId="478"/>
          <ac:picMkLst>
            <pc:docMk/>
            <pc:sldMk cId="0" sldId="369"/>
            <ac:picMk id="707591" creationId="{DB5D162B-8D44-4EF6-8632-890F98B3470B}"/>
          </ac:picMkLst>
        </pc:picChg>
      </pc:sldChg>
      <pc:sldChg chg="del">
        <pc:chgData name="Eclair Chen" userId="bee3a08289d85a0e" providerId="LiveId" clId="{0BC26516-4CE8-4A1A-AA80-0247688AD96E}" dt="2024-11-13T07:17:18.099" v="1320" actId="2696"/>
        <pc:sldMkLst>
          <pc:docMk/>
          <pc:sldMk cId="0" sldId="370"/>
        </pc:sldMkLst>
      </pc:sldChg>
      <pc:sldChg chg="del">
        <pc:chgData name="Eclair Chen" userId="bee3a08289d85a0e" providerId="LiveId" clId="{0BC26516-4CE8-4A1A-AA80-0247688AD96E}" dt="2024-11-13T07:23:24.342" v="1359" actId="2696"/>
        <pc:sldMkLst>
          <pc:docMk/>
          <pc:sldMk cId="0" sldId="371"/>
        </pc:sldMkLst>
      </pc:sldChg>
      <pc:sldChg chg="addSp delSp modSp mod">
        <pc:chgData name="Eclair Chen" userId="bee3a08289d85a0e" providerId="LiveId" clId="{0BC26516-4CE8-4A1A-AA80-0247688AD96E}" dt="2024-11-13T07:27:17.700" v="1400" actId="208"/>
        <pc:sldMkLst>
          <pc:docMk/>
          <pc:sldMk cId="0" sldId="372"/>
        </pc:sldMkLst>
        <pc:spChg chg="mod">
          <ac:chgData name="Eclair Chen" userId="bee3a08289d85a0e" providerId="LiveId" clId="{0BC26516-4CE8-4A1A-AA80-0247688AD96E}" dt="2024-11-13T07:26:05.848" v="1386" actId="14100"/>
          <ac:spMkLst>
            <pc:docMk/>
            <pc:sldMk cId="0" sldId="372"/>
            <ac:spMk id="710658" creationId="{90271AAD-4C06-45FE-8A62-756E9DCB11AA}"/>
          </ac:spMkLst>
        </pc:spChg>
        <pc:spChg chg="mod">
          <ac:chgData name="Eclair Chen" userId="bee3a08289d85a0e" providerId="LiveId" clId="{0BC26516-4CE8-4A1A-AA80-0247688AD96E}" dt="2024-11-13T07:27:17.700" v="1400" actId="208"/>
          <ac:spMkLst>
            <pc:docMk/>
            <pc:sldMk cId="0" sldId="372"/>
            <ac:spMk id="710659" creationId="{651FE9AD-D8EE-4EA0-86D4-13C3F176AE02}"/>
          </ac:spMkLst>
        </pc:spChg>
        <pc:picChg chg="add mod ord">
          <ac:chgData name="Eclair Chen" userId="bee3a08289d85a0e" providerId="LiveId" clId="{0BC26516-4CE8-4A1A-AA80-0247688AD96E}" dt="2024-11-13T07:26:46.410" v="1393" actId="14100"/>
          <ac:picMkLst>
            <pc:docMk/>
            <pc:sldMk cId="0" sldId="372"/>
            <ac:picMk id="2" creationId="{0AFA7151-5A27-44C3-A2EE-E397C1139D29}"/>
          </ac:picMkLst>
        </pc:picChg>
        <pc:picChg chg="del">
          <ac:chgData name="Eclair Chen" userId="bee3a08289d85a0e" providerId="LiveId" clId="{0BC26516-4CE8-4A1A-AA80-0247688AD96E}" dt="2024-11-13T07:24:46.378" v="1360" actId="478"/>
          <ac:picMkLst>
            <pc:docMk/>
            <pc:sldMk cId="0" sldId="372"/>
            <ac:picMk id="710661" creationId="{E87AD222-5E30-4024-94EC-5BB41ADBD3D3}"/>
          </ac:picMkLst>
        </pc:picChg>
        <pc:picChg chg="del">
          <ac:chgData name="Eclair Chen" userId="bee3a08289d85a0e" providerId="LiveId" clId="{0BC26516-4CE8-4A1A-AA80-0247688AD96E}" dt="2024-11-13T07:24:47.217" v="1361" actId="478"/>
          <ac:picMkLst>
            <pc:docMk/>
            <pc:sldMk cId="0" sldId="372"/>
            <ac:picMk id="710662" creationId="{8772A992-600C-4064-9A60-96D620032C84}"/>
          </ac:picMkLst>
        </pc:picChg>
      </pc:sldChg>
      <pc:sldChg chg="del">
        <pc:chgData name="Eclair Chen" userId="bee3a08289d85a0e" providerId="LiveId" clId="{0BC26516-4CE8-4A1A-AA80-0247688AD96E}" dt="2024-11-13T07:24:51.984" v="1362" actId="2696"/>
        <pc:sldMkLst>
          <pc:docMk/>
          <pc:sldMk cId="0" sldId="373"/>
        </pc:sldMkLst>
      </pc:sldChg>
      <pc:sldChg chg="addSp delSp modSp mod">
        <pc:chgData name="Eclair Chen" userId="bee3a08289d85a0e" providerId="LiveId" clId="{0BC26516-4CE8-4A1A-AA80-0247688AD96E}" dt="2024-11-13T07:42:31.367" v="1469" actId="207"/>
        <pc:sldMkLst>
          <pc:docMk/>
          <pc:sldMk cId="0" sldId="374"/>
        </pc:sldMkLst>
        <pc:spChg chg="mod">
          <ac:chgData name="Eclair Chen" userId="bee3a08289d85a0e" providerId="LiveId" clId="{0BC26516-4CE8-4A1A-AA80-0247688AD96E}" dt="2024-11-13T07:42:31.367" v="1469" actId="207"/>
          <ac:spMkLst>
            <pc:docMk/>
            <pc:sldMk cId="0" sldId="374"/>
            <ac:spMk id="712707" creationId="{C4B4D8B7-BFB9-4F2F-88E1-39282C3A23C1}"/>
          </ac:spMkLst>
        </pc:spChg>
        <pc:picChg chg="add mod">
          <ac:chgData name="Eclair Chen" userId="bee3a08289d85a0e" providerId="LiveId" clId="{0BC26516-4CE8-4A1A-AA80-0247688AD96E}" dt="2024-11-13T07:29:14.022" v="1406" actId="1076"/>
          <ac:picMkLst>
            <pc:docMk/>
            <pc:sldMk cId="0" sldId="374"/>
            <ac:picMk id="2" creationId="{926DAF00-6EB7-44EF-A602-7F9C74B823B2}"/>
          </ac:picMkLst>
        </pc:picChg>
        <pc:picChg chg="del">
          <ac:chgData name="Eclair Chen" userId="bee3a08289d85a0e" providerId="LiveId" clId="{0BC26516-4CE8-4A1A-AA80-0247688AD96E}" dt="2024-11-13T07:29:10.364" v="1404" actId="478"/>
          <ac:picMkLst>
            <pc:docMk/>
            <pc:sldMk cId="0" sldId="374"/>
            <ac:picMk id="712710" creationId="{4758AD76-2FA5-4565-95B5-A92E6CC7D3E2}"/>
          </ac:picMkLst>
        </pc:picChg>
      </pc:sldChg>
      <pc:sldChg chg="addSp delSp modSp mod">
        <pc:chgData name="Eclair Chen" userId="bee3a08289d85a0e" providerId="LiveId" clId="{0BC26516-4CE8-4A1A-AA80-0247688AD96E}" dt="2024-11-13T07:35:37.271" v="1446" actId="1076"/>
        <pc:sldMkLst>
          <pc:docMk/>
          <pc:sldMk cId="0" sldId="375"/>
        </pc:sldMkLst>
        <pc:spChg chg="mod">
          <ac:chgData name="Eclair Chen" userId="bee3a08289d85a0e" providerId="LiveId" clId="{0BC26516-4CE8-4A1A-AA80-0247688AD96E}" dt="2024-11-13T07:30:36.620" v="1416" actId="14100"/>
          <ac:spMkLst>
            <pc:docMk/>
            <pc:sldMk cId="0" sldId="375"/>
            <ac:spMk id="713730" creationId="{52B19275-3AF1-4638-B937-8F2D8A109F28}"/>
          </ac:spMkLst>
        </pc:spChg>
        <pc:spChg chg="mod">
          <ac:chgData name="Eclair Chen" userId="bee3a08289d85a0e" providerId="LiveId" clId="{0BC26516-4CE8-4A1A-AA80-0247688AD96E}" dt="2024-11-13T07:35:25.683" v="1443" actId="1076"/>
          <ac:spMkLst>
            <pc:docMk/>
            <pc:sldMk cId="0" sldId="375"/>
            <ac:spMk id="713731" creationId="{4F40C0BD-DDC8-4F56-8653-69A845C1AF15}"/>
          </ac:spMkLst>
        </pc:spChg>
        <pc:picChg chg="add mod ord">
          <ac:chgData name="Eclair Chen" userId="bee3a08289d85a0e" providerId="LiveId" clId="{0BC26516-4CE8-4A1A-AA80-0247688AD96E}" dt="2024-11-13T07:35:35.155" v="1445" actId="1076"/>
          <ac:picMkLst>
            <pc:docMk/>
            <pc:sldMk cId="0" sldId="375"/>
            <ac:picMk id="2" creationId="{8B2C7EDF-FF95-4EAC-AD9E-CE49705D46E5}"/>
          </ac:picMkLst>
        </pc:picChg>
        <pc:picChg chg="add mod modCrop">
          <ac:chgData name="Eclair Chen" userId="bee3a08289d85a0e" providerId="LiveId" clId="{0BC26516-4CE8-4A1A-AA80-0247688AD96E}" dt="2024-11-13T07:35:37.271" v="1446" actId="1076"/>
          <ac:picMkLst>
            <pc:docMk/>
            <pc:sldMk cId="0" sldId="375"/>
            <ac:picMk id="3" creationId="{0C32F4DD-BC03-4D9C-AC3D-611E461A781B}"/>
          </ac:picMkLst>
        </pc:picChg>
        <pc:picChg chg="del">
          <ac:chgData name="Eclair Chen" userId="bee3a08289d85a0e" providerId="LiveId" clId="{0BC26516-4CE8-4A1A-AA80-0247688AD96E}" dt="2024-11-13T07:30:21.280" v="1407" actId="478"/>
          <ac:picMkLst>
            <pc:docMk/>
            <pc:sldMk cId="0" sldId="375"/>
            <ac:picMk id="713734" creationId="{0D85BE3A-A73B-4D8D-B4D5-2D9D4C576E06}"/>
          </ac:picMkLst>
        </pc:picChg>
        <pc:picChg chg="del">
          <ac:chgData name="Eclair Chen" userId="bee3a08289d85a0e" providerId="LiveId" clId="{0BC26516-4CE8-4A1A-AA80-0247688AD96E}" dt="2024-11-13T07:30:23.435" v="1408" actId="478"/>
          <ac:picMkLst>
            <pc:docMk/>
            <pc:sldMk cId="0" sldId="375"/>
            <ac:picMk id="713735" creationId="{56DDEBD9-ADD9-4A14-88B7-FBD4EACA4A80}"/>
          </ac:picMkLst>
        </pc:picChg>
      </pc:sldChg>
      <pc:sldChg chg="del">
        <pc:chgData name="Eclair Chen" userId="bee3a08289d85a0e" providerId="LiveId" clId="{0BC26516-4CE8-4A1A-AA80-0247688AD96E}" dt="2024-11-13T07:30:29.277" v="1409" actId="2696"/>
        <pc:sldMkLst>
          <pc:docMk/>
          <pc:sldMk cId="0" sldId="376"/>
        </pc:sldMkLst>
      </pc:sldChg>
      <pc:sldChg chg="addSp delSp modSp mod">
        <pc:chgData name="Eclair Chen" userId="bee3a08289d85a0e" providerId="LiveId" clId="{0BC26516-4CE8-4A1A-AA80-0247688AD96E}" dt="2024-11-13T07:42:16.147" v="1467" actId="207"/>
        <pc:sldMkLst>
          <pc:docMk/>
          <pc:sldMk cId="0" sldId="377"/>
        </pc:sldMkLst>
        <pc:spChg chg="mod">
          <ac:chgData name="Eclair Chen" userId="bee3a08289d85a0e" providerId="LiveId" clId="{0BC26516-4CE8-4A1A-AA80-0247688AD96E}" dt="2024-11-13T07:42:16.147" v="1467" actId="207"/>
          <ac:spMkLst>
            <pc:docMk/>
            <pc:sldMk cId="0" sldId="377"/>
            <ac:spMk id="715779" creationId="{E1CB2BE7-033B-469D-94A6-BD6421A6CD0D}"/>
          </ac:spMkLst>
        </pc:spChg>
        <pc:picChg chg="add mod">
          <ac:chgData name="Eclair Chen" userId="bee3a08289d85a0e" providerId="LiveId" clId="{0BC26516-4CE8-4A1A-AA80-0247688AD96E}" dt="2024-11-13T07:38:54.547" v="1453" actId="1076"/>
          <ac:picMkLst>
            <pc:docMk/>
            <pc:sldMk cId="0" sldId="377"/>
            <ac:picMk id="2" creationId="{9A6583B9-C87B-4B43-AF3B-77C59F435E37}"/>
          </ac:picMkLst>
        </pc:picChg>
        <pc:picChg chg="del">
          <ac:chgData name="Eclair Chen" userId="bee3a08289d85a0e" providerId="LiveId" clId="{0BC26516-4CE8-4A1A-AA80-0247688AD96E}" dt="2024-11-13T07:38:49.667" v="1450" actId="478"/>
          <ac:picMkLst>
            <pc:docMk/>
            <pc:sldMk cId="0" sldId="377"/>
            <ac:picMk id="715781" creationId="{9BC5DAE8-6B14-490F-A15B-D46218A19AEF}"/>
          </ac:picMkLst>
        </pc:picChg>
      </pc:sldChg>
      <pc:sldChg chg="addSp delSp modSp mod">
        <pc:chgData name="Eclair Chen" userId="bee3a08289d85a0e" providerId="LiveId" clId="{0BC26516-4CE8-4A1A-AA80-0247688AD96E}" dt="2024-11-13T07:41:53.399" v="1461" actId="207"/>
        <pc:sldMkLst>
          <pc:docMk/>
          <pc:sldMk cId="0" sldId="378"/>
        </pc:sldMkLst>
        <pc:spChg chg="mod">
          <ac:chgData name="Eclair Chen" userId="bee3a08289d85a0e" providerId="LiveId" clId="{0BC26516-4CE8-4A1A-AA80-0247688AD96E}" dt="2024-11-13T07:41:53.399" v="1461" actId="207"/>
          <ac:spMkLst>
            <pc:docMk/>
            <pc:sldMk cId="0" sldId="378"/>
            <ac:spMk id="716803" creationId="{C8BD8AE5-F940-42E7-AB56-979F04AA8405}"/>
          </ac:spMkLst>
        </pc:spChg>
        <pc:picChg chg="add mod">
          <ac:chgData name="Eclair Chen" userId="bee3a08289d85a0e" providerId="LiveId" clId="{0BC26516-4CE8-4A1A-AA80-0247688AD96E}" dt="2024-11-13T07:39:41.425" v="1458" actId="1076"/>
          <ac:picMkLst>
            <pc:docMk/>
            <pc:sldMk cId="0" sldId="378"/>
            <ac:picMk id="2" creationId="{B65A1A8D-CCAD-47AF-B8E0-EABC117B2F86}"/>
          </ac:picMkLst>
        </pc:picChg>
        <pc:picChg chg="del">
          <ac:chgData name="Eclair Chen" userId="bee3a08289d85a0e" providerId="LiveId" clId="{0BC26516-4CE8-4A1A-AA80-0247688AD96E}" dt="2024-11-13T07:39:31.011" v="1454" actId="478"/>
          <ac:picMkLst>
            <pc:docMk/>
            <pc:sldMk cId="0" sldId="378"/>
            <ac:picMk id="716805" creationId="{ECAD3874-E345-4B66-9B39-3390529C2F21}"/>
          </ac:picMkLst>
        </pc:picChg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79"/>
        </pc:sldMkLst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80"/>
        </pc:sldMkLst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81"/>
        </pc:sldMkLst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82"/>
        </pc:sldMkLst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83"/>
        </pc:sldMkLst>
      </pc:sldChg>
      <pc:sldChg chg="del">
        <pc:chgData name="Eclair Chen" userId="bee3a08289d85a0e" providerId="LiveId" clId="{0BC26516-4CE8-4A1A-AA80-0247688AD96E}" dt="2024-11-13T07:41:41.945" v="1459" actId="47"/>
        <pc:sldMkLst>
          <pc:docMk/>
          <pc:sldMk cId="0" sldId="384"/>
        </pc:sldMkLst>
      </pc:sldChg>
      <pc:sldChg chg="addSp delSp modSp add mod">
        <pc:chgData name="Eclair Chen" userId="bee3a08289d85a0e" providerId="LiveId" clId="{0BC26516-4CE8-4A1A-AA80-0247688AD96E}" dt="2024-11-12T08:18:42.094" v="145" actId="1076"/>
        <pc:sldMkLst>
          <pc:docMk/>
          <pc:sldMk cId="1141481201" sldId="385"/>
        </pc:sldMkLst>
        <pc:spChg chg="add mod">
          <ac:chgData name="Eclair Chen" userId="bee3a08289d85a0e" providerId="LiveId" clId="{0BC26516-4CE8-4A1A-AA80-0247688AD96E}" dt="2024-11-12T08:18:28.616" v="144" actId="207"/>
          <ac:spMkLst>
            <pc:docMk/>
            <pc:sldMk cId="1141481201" sldId="385"/>
            <ac:spMk id="4" creationId="{252E18AD-BD61-4255-BA98-526A46E7E7D9}"/>
          </ac:spMkLst>
        </pc:spChg>
        <pc:spChg chg="mod">
          <ac:chgData name="Eclair Chen" userId="bee3a08289d85a0e" providerId="LiveId" clId="{0BC26516-4CE8-4A1A-AA80-0247688AD96E}" dt="2024-11-12T08:09:34.752" v="103" actId="20577"/>
          <ac:spMkLst>
            <pc:docMk/>
            <pc:sldMk cId="1141481201" sldId="385"/>
            <ac:spMk id="579588" creationId="{1E35862F-F724-4085-B45C-BF7A33E76766}"/>
          </ac:spMkLst>
        </pc:spChg>
        <pc:spChg chg="del">
          <ac:chgData name="Eclair Chen" userId="bee3a08289d85a0e" providerId="LiveId" clId="{0BC26516-4CE8-4A1A-AA80-0247688AD96E}" dt="2024-11-12T08:09:46.308" v="106" actId="478"/>
          <ac:spMkLst>
            <pc:docMk/>
            <pc:sldMk cId="1141481201" sldId="385"/>
            <ac:spMk id="579589" creationId="{471783D4-88D6-4058-8423-44E8B471B7AA}"/>
          </ac:spMkLst>
        </pc:spChg>
        <pc:picChg chg="del">
          <ac:chgData name="Eclair Chen" userId="bee3a08289d85a0e" providerId="LiveId" clId="{0BC26516-4CE8-4A1A-AA80-0247688AD96E}" dt="2024-11-12T08:09:39.480" v="104" actId="478"/>
          <ac:picMkLst>
            <pc:docMk/>
            <pc:sldMk cId="1141481201" sldId="385"/>
            <ac:picMk id="2" creationId="{885C5079-B4B4-4EC5-8A4A-0B9A98AFF70B}"/>
          </ac:picMkLst>
        </pc:picChg>
        <pc:picChg chg="del">
          <ac:chgData name="Eclair Chen" userId="bee3a08289d85a0e" providerId="LiveId" clId="{0BC26516-4CE8-4A1A-AA80-0247688AD96E}" dt="2024-11-12T08:09:41.860" v="105" actId="478"/>
          <ac:picMkLst>
            <pc:docMk/>
            <pc:sldMk cId="1141481201" sldId="385"/>
            <ac:picMk id="3" creationId="{F0E98900-CC0B-4659-9A8A-1E17B30E9702}"/>
          </ac:picMkLst>
        </pc:picChg>
        <pc:picChg chg="add mod">
          <ac:chgData name="Eclair Chen" userId="bee3a08289d85a0e" providerId="LiveId" clId="{0BC26516-4CE8-4A1A-AA80-0247688AD96E}" dt="2024-11-12T08:18:42.094" v="145" actId="1076"/>
          <ac:picMkLst>
            <pc:docMk/>
            <pc:sldMk cId="1141481201" sldId="385"/>
            <ac:picMk id="5" creationId="{1EB990D5-8E49-4766-9FC4-27833AE4A515}"/>
          </ac:picMkLst>
        </pc:picChg>
      </pc:sldChg>
      <pc:sldChg chg="addSp delSp modSp add mod">
        <pc:chgData name="Eclair Chen" userId="bee3a08289d85a0e" providerId="LiveId" clId="{0BC26516-4CE8-4A1A-AA80-0247688AD96E}" dt="2024-11-13T07:47:57.049" v="1506" actId="207"/>
        <pc:sldMkLst>
          <pc:docMk/>
          <pc:sldMk cId="1437942239" sldId="386"/>
        </pc:sldMkLst>
        <pc:spChg chg="add mod">
          <ac:chgData name="Eclair Chen" userId="bee3a08289d85a0e" providerId="LiveId" clId="{0BC26516-4CE8-4A1A-AA80-0247688AD96E}" dt="2024-11-13T07:47:57.049" v="1506" actId="207"/>
          <ac:spMkLst>
            <pc:docMk/>
            <pc:sldMk cId="1437942239" sldId="386"/>
            <ac:spMk id="4" creationId="{DB5F2D1E-37A0-4693-A106-617B3FAF742A}"/>
          </ac:spMkLst>
        </pc:spChg>
        <pc:spChg chg="mod">
          <ac:chgData name="Eclair Chen" userId="bee3a08289d85a0e" providerId="LiveId" clId="{0BC26516-4CE8-4A1A-AA80-0247688AD96E}" dt="2024-11-12T08:32:40.230" v="472" actId="6549"/>
          <ac:spMkLst>
            <pc:docMk/>
            <pc:sldMk cId="1437942239" sldId="386"/>
            <ac:spMk id="684034" creationId="{8C872296-F8E7-4D0B-A87B-D9A6ECFF03DA}"/>
          </ac:spMkLst>
        </pc:spChg>
        <pc:spChg chg="del">
          <ac:chgData name="Eclair Chen" userId="bee3a08289d85a0e" providerId="LiveId" clId="{0BC26516-4CE8-4A1A-AA80-0247688AD96E}" dt="2024-11-12T08:35:45.409" v="474" actId="478"/>
          <ac:spMkLst>
            <pc:docMk/>
            <pc:sldMk cId="1437942239" sldId="386"/>
            <ac:spMk id="684035" creationId="{01BFB369-E4D1-409A-B819-E2A2E2770496}"/>
          </ac:spMkLst>
        </pc:spChg>
        <pc:picChg chg="del">
          <ac:chgData name="Eclair Chen" userId="bee3a08289d85a0e" providerId="LiveId" clId="{0BC26516-4CE8-4A1A-AA80-0247688AD96E}" dt="2024-11-12T08:33:52.117" v="473" actId="478"/>
          <ac:picMkLst>
            <pc:docMk/>
            <pc:sldMk cId="1437942239" sldId="386"/>
            <ac:picMk id="2" creationId="{B393287D-D4BD-43C7-B4D5-BED193AE30E8}"/>
          </ac:picMkLst>
        </pc:picChg>
        <pc:picChg chg="del">
          <ac:chgData name="Eclair Chen" userId="bee3a08289d85a0e" providerId="LiveId" clId="{0BC26516-4CE8-4A1A-AA80-0247688AD96E}" dt="2024-11-12T08:36:41" v="476" actId="478"/>
          <ac:picMkLst>
            <pc:docMk/>
            <pc:sldMk cId="1437942239" sldId="386"/>
            <ac:picMk id="3" creationId="{799A4362-7B9E-4CE9-8BF9-62C9C1682FE1}"/>
          </ac:picMkLst>
        </pc:picChg>
        <pc:picChg chg="add mod modCrop">
          <ac:chgData name="Eclair Chen" userId="bee3a08289d85a0e" providerId="LiveId" clId="{0BC26516-4CE8-4A1A-AA80-0247688AD96E}" dt="2024-11-12T09:12:05.062" v="545" actId="1076"/>
          <ac:picMkLst>
            <pc:docMk/>
            <pc:sldMk cId="1437942239" sldId="386"/>
            <ac:picMk id="5" creationId="{3A0E93CD-4C32-42CD-9C38-D91876CD79F2}"/>
          </ac:picMkLst>
        </pc:picChg>
        <pc:picChg chg="add mod">
          <ac:chgData name="Eclair Chen" userId="bee3a08289d85a0e" providerId="LiveId" clId="{0BC26516-4CE8-4A1A-AA80-0247688AD96E}" dt="2024-11-12T09:12:09.371" v="546" actId="1076"/>
          <ac:picMkLst>
            <pc:docMk/>
            <pc:sldMk cId="1437942239" sldId="386"/>
            <ac:picMk id="6" creationId="{8DD5FF42-926A-4E38-A54E-455354488546}"/>
          </ac:picMkLst>
        </pc:picChg>
        <pc:picChg chg="add del mod">
          <ac:chgData name="Eclair Chen" userId="bee3a08289d85a0e" providerId="LiveId" clId="{0BC26516-4CE8-4A1A-AA80-0247688AD96E}" dt="2024-11-12T09:08:38.591" v="518" actId="478"/>
          <ac:picMkLst>
            <pc:docMk/>
            <pc:sldMk cId="1437942239" sldId="386"/>
            <ac:picMk id="9" creationId="{F9B67F37-1148-4BDF-8D09-E1BC9CD8AD10}"/>
          </ac:picMkLst>
        </pc:picChg>
        <pc:picChg chg="add mod">
          <ac:chgData name="Eclair Chen" userId="bee3a08289d85a0e" providerId="LiveId" clId="{0BC26516-4CE8-4A1A-AA80-0247688AD96E}" dt="2024-11-12T09:12:22.576" v="548" actId="1076"/>
          <ac:picMkLst>
            <pc:docMk/>
            <pc:sldMk cId="1437942239" sldId="386"/>
            <ac:picMk id="10" creationId="{35897A2A-42BE-40D7-93FB-32827F3C9C10}"/>
          </ac:picMkLst>
        </pc:picChg>
        <pc:picChg chg="add mod">
          <ac:chgData name="Eclair Chen" userId="bee3a08289d85a0e" providerId="LiveId" clId="{0BC26516-4CE8-4A1A-AA80-0247688AD96E}" dt="2024-11-12T09:12:31.513" v="550" actId="1076"/>
          <ac:picMkLst>
            <pc:docMk/>
            <pc:sldMk cId="1437942239" sldId="386"/>
            <ac:picMk id="11" creationId="{E6E8AA4B-3E9D-48E1-B8A1-CAEBD36A8211}"/>
          </ac:picMkLst>
        </pc:picChg>
      </pc:sldChg>
      <pc:sldChg chg="addSp delSp modSp add mod">
        <pc:chgData name="Eclair Chen" userId="bee3a08289d85a0e" providerId="LiveId" clId="{0BC26516-4CE8-4A1A-AA80-0247688AD96E}" dt="2024-11-12T09:19:15.213" v="655" actId="692"/>
        <pc:sldMkLst>
          <pc:docMk/>
          <pc:sldMk cId="2860276456" sldId="387"/>
        </pc:sldMkLst>
        <pc:spChg chg="add del mod">
          <ac:chgData name="Eclair Chen" userId="bee3a08289d85a0e" providerId="LiveId" clId="{0BC26516-4CE8-4A1A-AA80-0247688AD96E}" dt="2024-11-12T09:16:33.979" v="604" actId="478"/>
          <ac:spMkLst>
            <pc:docMk/>
            <pc:sldMk cId="2860276456" sldId="387"/>
            <ac:spMk id="2" creationId="{629DFE58-4AEF-44C7-88CC-5D6083D4DAD4}"/>
          </ac:spMkLst>
        </pc:spChg>
        <pc:spChg chg="del">
          <ac:chgData name="Eclair Chen" userId="bee3a08289d85a0e" providerId="LiveId" clId="{0BC26516-4CE8-4A1A-AA80-0247688AD96E}" dt="2024-11-12T09:15:10.851" v="575" actId="478"/>
          <ac:spMkLst>
            <pc:docMk/>
            <pc:sldMk cId="2860276456" sldId="387"/>
            <ac:spMk id="4" creationId="{DB5F2D1E-37A0-4693-A106-617B3FAF742A}"/>
          </ac:spMkLst>
        </pc:spChg>
        <pc:spChg chg="add del mod">
          <ac:chgData name="Eclair Chen" userId="bee3a08289d85a0e" providerId="LiveId" clId="{0BC26516-4CE8-4A1A-AA80-0247688AD96E}" dt="2024-11-12T09:16:37.031" v="605" actId="478"/>
          <ac:spMkLst>
            <pc:docMk/>
            <pc:sldMk cId="2860276456" sldId="387"/>
            <ac:spMk id="9" creationId="{8557AA30-4526-4008-B027-29369E98C3FA}"/>
          </ac:spMkLst>
        </pc:spChg>
        <pc:spChg chg="mod">
          <ac:chgData name="Eclair Chen" userId="bee3a08289d85a0e" providerId="LiveId" clId="{0BC26516-4CE8-4A1A-AA80-0247688AD96E}" dt="2024-11-12T09:16:44.394" v="623"/>
          <ac:spMkLst>
            <pc:docMk/>
            <pc:sldMk cId="2860276456" sldId="387"/>
            <ac:spMk id="684034" creationId="{8C872296-F8E7-4D0B-A87B-D9A6ECFF03DA}"/>
          </ac:spMkLst>
        </pc:spChg>
        <pc:picChg chg="add mod ord">
          <ac:chgData name="Eclair Chen" userId="bee3a08289d85a0e" providerId="LiveId" clId="{0BC26516-4CE8-4A1A-AA80-0247688AD96E}" dt="2024-11-12T09:17:25.541" v="641" actId="167"/>
          <ac:picMkLst>
            <pc:docMk/>
            <pc:sldMk cId="2860276456" sldId="387"/>
            <ac:picMk id="3" creationId="{3211E469-CCF2-48A7-941E-F1E3B33BC43D}"/>
          </ac:picMkLst>
        </pc:picChg>
        <pc:picChg chg="add del">
          <ac:chgData name="Eclair Chen" userId="bee3a08289d85a0e" providerId="LiveId" clId="{0BC26516-4CE8-4A1A-AA80-0247688AD96E}" dt="2024-11-12T09:15:35.359" v="594" actId="478"/>
          <ac:picMkLst>
            <pc:docMk/>
            <pc:sldMk cId="2860276456" sldId="387"/>
            <ac:picMk id="5" creationId="{3A0E93CD-4C32-42CD-9C38-D91876CD79F2}"/>
          </ac:picMkLst>
        </pc:picChg>
        <pc:picChg chg="add del">
          <ac:chgData name="Eclair Chen" userId="bee3a08289d85a0e" providerId="LiveId" clId="{0BC26516-4CE8-4A1A-AA80-0247688AD96E}" dt="2024-11-12T09:15:33.850" v="592" actId="478"/>
          <ac:picMkLst>
            <pc:docMk/>
            <pc:sldMk cId="2860276456" sldId="387"/>
            <ac:picMk id="6" creationId="{8DD5FF42-926A-4E38-A54E-455354488546}"/>
          </ac:picMkLst>
        </pc:picChg>
        <pc:picChg chg="add mod ord">
          <ac:chgData name="Eclair Chen" userId="bee3a08289d85a0e" providerId="LiveId" clId="{0BC26516-4CE8-4A1A-AA80-0247688AD96E}" dt="2024-11-12T09:18:22.898" v="645" actId="1076"/>
          <ac:picMkLst>
            <pc:docMk/>
            <pc:sldMk cId="2860276456" sldId="387"/>
            <ac:picMk id="8" creationId="{B91C501F-6494-436B-B349-59EB520CD0C8}"/>
          </ac:picMkLst>
        </pc:picChg>
        <pc:picChg chg="add del">
          <ac:chgData name="Eclair Chen" userId="bee3a08289d85a0e" providerId="LiveId" clId="{0BC26516-4CE8-4A1A-AA80-0247688AD96E}" dt="2024-11-12T09:15:36.010" v="595" actId="478"/>
          <ac:picMkLst>
            <pc:docMk/>
            <pc:sldMk cId="2860276456" sldId="387"/>
            <ac:picMk id="10" creationId="{35897A2A-42BE-40D7-93FB-32827F3C9C10}"/>
          </ac:picMkLst>
        </pc:picChg>
        <pc:picChg chg="add del">
          <ac:chgData name="Eclair Chen" userId="bee3a08289d85a0e" providerId="LiveId" clId="{0BC26516-4CE8-4A1A-AA80-0247688AD96E}" dt="2024-11-12T09:15:34.567" v="593" actId="478"/>
          <ac:picMkLst>
            <pc:docMk/>
            <pc:sldMk cId="2860276456" sldId="387"/>
            <ac:picMk id="11" creationId="{E6E8AA4B-3E9D-48E1-B8A1-CAEBD36A8211}"/>
          </ac:picMkLst>
        </pc:picChg>
        <pc:picChg chg="add mod">
          <ac:chgData name="Eclair Chen" userId="bee3a08289d85a0e" providerId="LiveId" clId="{0BC26516-4CE8-4A1A-AA80-0247688AD96E}" dt="2024-11-12T09:19:15.213" v="655" actId="692"/>
          <ac:picMkLst>
            <pc:docMk/>
            <pc:sldMk cId="2860276456" sldId="387"/>
            <ac:picMk id="12" creationId="{13FA9253-A686-4A22-9756-0AB3B751E9CE}"/>
          </ac:picMkLst>
        </pc:picChg>
      </pc:sldChg>
      <pc:sldChg chg="addSp delSp modSp add mod">
        <pc:chgData name="Eclair Chen" userId="bee3a08289d85a0e" providerId="LiveId" clId="{0BC26516-4CE8-4A1A-AA80-0247688AD96E}" dt="2024-11-12T09:23:10.477" v="715" actId="1076"/>
        <pc:sldMkLst>
          <pc:docMk/>
          <pc:sldMk cId="4219265177" sldId="388"/>
        </pc:sldMkLst>
        <pc:spChg chg="add mod">
          <ac:chgData name="Eclair Chen" userId="bee3a08289d85a0e" providerId="LiveId" clId="{0BC26516-4CE8-4A1A-AA80-0247688AD96E}" dt="2024-11-12T09:23:10.477" v="715" actId="1076"/>
          <ac:spMkLst>
            <pc:docMk/>
            <pc:sldMk cId="4219265177" sldId="388"/>
            <ac:spMk id="9" creationId="{A18EE1A9-A3ED-466E-B7A3-7CCEFBD7BB92}"/>
          </ac:spMkLst>
        </pc:spChg>
        <pc:spChg chg="mod">
          <ac:chgData name="Eclair Chen" userId="bee3a08289d85a0e" providerId="LiveId" clId="{0BC26516-4CE8-4A1A-AA80-0247688AD96E}" dt="2024-11-12T09:20:14.257" v="694"/>
          <ac:spMkLst>
            <pc:docMk/>
            <pc:sldMk cId="4219265177" sldId="388"/>
            <ac:spMk id="684034" creationId="{8C872296-F8E7-4D0B-A87B-D9A6ECFF03DA}"/>
          </ac:spMkLst>
        </pc:spChg>
        <pc:picChg chg="add mod">
          <ac:chgData name="Eclair Chen" userId="bee3a08289d85a0e" providerId="LiveId" clId="{0BC26516-4CE8-4A1A-AA80-0247688AD96E}" dt="2024-11-12T09:21:21.741" v="703" actId="1076"/>
          <ac:picMkLst>
            <pc:docMk/>
            <pc:sldMk cId="4219265177" sldId="388"/>
            <ac:picMk id="2" creationId="{2D708CC9-8F7A-46C0-84FB-887CC8C0DC77}"/>
          </ac:picMkLst>
        </pc:picChg>
        <pc:picChg chg="del">
          <ac:chgData name="Eclair Chen" userId="bee3a08289d85a0e" providerId="LiveId" clId="{0BC26516-4CE8-4A1A-AA80-0247688AD96E}" dt="2024-11-12T09:20:16.937" v="695" actId="478"/>
          <ac:picMkLst>
            <pc:docMk/>
            <pc:sldMk cId="4219265177" sldId="388"/>
            <ac:picMk id="3" creationId="{3211E469-CCF2-48A7-941E-F1E3B33BC43D}"/>
          </ac:picMkLst>
        </pc:picChg>
        <pc:picChg chg="del">
          <ac:chgData name="Eclair Chen" userId="bee3a08289d85a0e" providerId="LiveId" clId="{0BC26516-4CE8-4A1A-AA80-0247688AD96E}" dt="2024-11-12T09:20:17.552" v="696" actId="478"/>
          <ac:picMkLst>
            <pc:docMk/>
            <pc:sldMk cId="4219265177" sldId="388"/>
            <ac:picMk id="8" creationId="{B91C501F-6494-436B-B349-59EB520CD0C8}"/>
          </ac:picMkLst>
        </pc:picChg>
        <pc:picChg chg="del mod">
          <ac:chgData name="Eclair Chen" userId="bee3a08289d85a0e" providerId="LiveId" clId="{0BC26516-4CE8-4A1A-AA80-0247688AD96E}" dt="2024-11-12T09:20:18.063" v="698" actId="478"/>
          <ac:picMkLst>
            <pc:docMk/>
            <pc:sldMk cId="4219265177" sldId="388"/>
            <ac:picMk id="12" creationId="{13FA9253-A686-4A22-9756-0AB3B751E9C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7F0031E9-34A8-4288-874B-52E2CBA51C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FA6BD1E2-E95F-4F74-B258-142E3441C5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0F23B97E-BDA5-46BA-A6FF-324630FEFE8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ACE484C5-6E6B-4722-89D7-584CC08AC03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ACDD190E-ABD6-4099-8F81-B781A04D59C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EAF29ADB-68FF-43AE-8A54-6C939A5331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BEEFB524-9CB1-4041-B0C3-D2B772E58F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8C9B5B70-2A9C-4554-BD46-55722F5815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F7D149CB-033E-4F8A-9CE2-EF7DA177E8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F20C244B-F25D-44C0-B66F-1A1D341950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239148BE-0255-4655-AFD0-EA49C8C164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76F42CFF-CC00-4778-A8BF-CDAB4152623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6A30E76-F893-4F16-86A9-7FCBDCE996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CB87B2-52C2-4239-BE86-63A90E5012A0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A2F8ABE1-381E-4A8A-AB27-F31C97ADF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ED42D107-3E0E-45EA-BCE1-6E36F3272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27274298-AE1A-40EC-8342-F955CC0AB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388CB67B-6E5C-411A-831C-EEAF3F06C7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C95E3069-3549-4BAB-A5AE-34629FAAA3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D1F98D25-BBD6-4B2B-8AFA-BE1CE8D821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A614030C-5A38-4176-BD6B-53876F9524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3E82D14F-6419-4916-AA9B-F91C15B336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A527C03-0D74-46BD-8F60-ABA106463380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922E349A-650C-4261-9DDC-208E3539F679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5A3D8B35-937B-4528-BF90-66F7782EE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E43319FC-38C0-4D1D-8570-517DF9BEA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32A4B219-3EDD-41AE-AB9A-2ACB30FB3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F3062DB0-9B62-4BDF-A767-021FE8657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E95ED6F1-DFD6-4597-A73D-01E43470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CC48E8F0-2983-416E-BF6F-5FC802950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A2896982-45AC-4C7C-8A95-0867C1700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4A668916-B069-4222-A976-D206C13B2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E29CE780-F57D-4243-A22B-FBE854DEF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2991AADA-3ABD-4CC2-9036-462C7E112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23081EB2-29AA-4CFF-9047-31D869BD6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361BE261-F96A-4D11-906C-3A118ED84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8A171E77-2342-431C-BE0A-5F104BF30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B4BDFE05-BEDD-4C52-8510-905804EA1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DE71B4E9-798A-4B0F-A58E-CB51B4740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F1D8039A-1BEA-46C8-A4C5-C7621743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C4CA7499-59AC-48E1-8446-0AD2C26D1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02D50B7B-2D9F-419D-8338-4261E45B8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5716BC2F-3045-4471-A19D-31289C701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4D4DE4F8-6BC2-43FA-BFDD-93D6BF2CC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B832E5CF-1A80-4618-BB40-EFE3BF851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AFE895DA-E559-4980-88C9-19F60453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3D93E5E1-8E10-41D0-A81B-ADCAEE80F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AAA35AA6-1A74-4245-A0F5-E5510E81A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FC16FAF8-627E-46F1-8DD5-E02BA69E0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5CFBD13D-FF87-4459-9A5A-62D3AE24F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454949B5-8253-42CC-AF0F-90F267321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23722CC4-4418-480C-A307-0F8E6156A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0ED004F7-864B-46BA-A26E-CB4B25F46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A968EEA8-49C1-4717-B911-60CF661F6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59DAB8F1-0C9D-4677-AA83-6AF8AE302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6B19EA95-32BF-450A-9E9A-FBECF4CA6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77F8A-0E96-4BED-8775-4BD0107F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326B6A-DD2E-4D9F-96E6-4E6FED87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2A3179-DAEA-43E5-9C8F-490D9BD1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A95AC6-B3A6-4F76-8832-30A72B71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1B62F-0115-4AE5-A8D1-6900EF4A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8611A-DB3D-470C-B42B-CCCAA9CAE03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996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3CA16-4C4D-4F49-84FF-244B2C90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873E3D-1ECF-4147-AE64-92854492B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08EF90-C171-4B13-87A7-8B612C23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C78DB4-DCB2-4B12-A068-326F7F214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6721E8-5CE9-41CE-AD66-0FAE17C8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754A9-FB62-4054-BE1C-654B3F703F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858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8005C-D8AF-4B49-9BAA-7685EC67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25EF7-F196-41B8-845A-565EAE52A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40A556-2376-4522-95B1-9D6CF3DC1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7086DB-1599-48F5-8A1E-B63D1869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33ECE4-68C9-41E6-963E-00979A27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95DA7E-0F7F-4585-9D55-2276D33A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D6C32-E4D1-4A79-B642-6D0DA27232F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672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52031-3E94-4099-8B41-A246098D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F02446-01E1-49C4-B60B-826896A6F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D17171-84F2-43B4-A8AF-148D5436A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2290C21-7D55-43B5-ABA5-2DB3DE93A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2DCE2B-A387-48C0-B2CB-AFAF0E8E2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6BC7BD5-1C9A-41D7-BA9C-C28118DA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A4A397-9BD0-4AB2-8EF8-89851384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F5FBF2-28ED-49F9-B23D-9EA5C0EC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ECE619-2656-466C-AD73-75D84F599A9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158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57A5A-3C7B-422F-8F9A-4D0C2AEC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ADD283-3C2F-441F-83E1-8C9315D7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A07D18-77EC-4ECE-A66C-B6F9FD39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FE8A1F-C3DE-421E-A399-00F746E9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9DEE2-428A-4756-A865-7CF6C93013C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827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605CBB6-B848-4186-B9FA-AF30B09D2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8106C2-486E-4128-9CD7-90FB22D7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8C47A6-679E-4CC0-A7F5-C140AFAA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F6DEA-BE1D-47F0-80A3-7749CF2C4ED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2449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C03DE-D771-41A9-AFEC-415609BA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4105C9-0299-4C45-A924-07135C648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87592A-EB94-4448-B775-1803F7338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E21BAE-DCAA-4D1B-881A-B4938F55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7A891F-FB25-4F1C-87E8-9161D20C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054542-2573-4BBE-8682-32D1E656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BF902-5EFC-44F5-A259-51C056FF86B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712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2B7EB-FFDA-42B9-BA69-AE18EBFF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EB42BF0-0B69-470B-B4FA-0E5D00620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119D52-2AA7-4DC2-8884-950A9223D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7F27B9-A02A-42F0-A92D-505B8023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1F1F86-428A-4A50-8218-74F12C97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6A5113-BD19-4BCF-A693-E91A78B1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F30B8-C6DF-416C-A499-343E0CA352A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3336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01476D-8729-46E6-A374-617B2015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479B3B-DE3D-48FA-A32B-B69208231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0975AA-4862-4804-9EC5-54294CAF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A0CB25-3C29-461F-8D0C-B128387F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C0DBD-C9D1-4425-828E-172BCD941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EDC789-64D0-4480-87E1-2D3B2D80FE2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926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F4BD2-A007-4EE8-A977-4D846306D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F5260F-6DF1-47BD-970D-19AE6B0F8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8117C1-026B-4F1B-8447-8A1EA690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2BB1C5-9A90-4190-B35F-59F817D6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3D0A26-5B88-4195-93BE-7F3FFD8D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17C13-0820-4289-94BA-5975BE6342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27781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FF3CC3-2AFA-4402-A495-A5E8066F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D59D44-5B9B-4B67-B084-67951050F36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DE40914-9947-424D-BF9D-6A24A2B4F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0A9F08-BC5C-473F-9F10-88355289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64F1AD-3CF4-447B-9E7B-D6C7B657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C50C4E-47DC-4E50-8369-3A90CB24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23A3A09-F010-4E12-BDFA-E11FD470C8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268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3C42020D-63CA-4524-8F9C-7F4FF6377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604D8076-2BC6-426C-85F4-033346837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6F6266A8-2797-48A0-95A8-945166444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75EB69CA-40CE-43F7-BDE9-5599032424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00D01094-247C-47AC-BA7E-DD5CC79700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153B06C6-495E-4866-8A80-86164925CF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2558C038-E5A7-4990-BAB4-D3184FC4CCFD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03A70150-B3F3-48FB-9941-EDDED250F6A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36F0C458-A9C1-4815-81AF-BB3127AD6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3BD01F1E-9417-4EC4-9BB7-B18D1E679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DDBB9A5F-AAB3-4CD9-905C-CBBA67C3A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361E60D4-E475-4AEA-9FB3-50011BCD4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4FF6E768-D622-43F0-B939-F20E7B47E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46713CEA-4DDA-4D67-A272-170B9129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92D7AB89-ADC2-4EB3-9AAA-6A11AE4F8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37C1D1C3-B540-4B4F-98DD-A8CF9C5A7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C331BD03-EF4C-46CF-9E08-42FB52B47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E0452F8A-6386-44F2-B001-99A80FAF0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614B3515-4518-4A3C-94F9-090371E71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087314A9-9FBF-4E5A-B5FC-96D4AA763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203B77CF-391E-4C14-9CA8-502E646D3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0D61462E-23E5-41C4-99ED-858AE5248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2D5457EC-4A07-4A3B-9A79-0EDA26C1D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CBF16CF9-7D20-4FD4-967B-6FDDBBC58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8585F494-A436-4AAE-A804-20470B62C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347DD809-0CDF-4F59-BBBA-BF3B453EF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1D26A947-0527-4182-9A37-D318F1B4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41D38989-13F6-4C80-801E-5B360AA54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6D465973-8069-421F-8262-0F526C399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E019E1E0-04C4-4588-B793-7654E8801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4E0FE5F6-C307-47AF-A117-5FDC28EEA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57D1E791-2053-421D-9646-756014AA1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3096625E-2AB9-4794-BFA9-4791C3FC3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526606C4-7C74-46C2-BCAA-05D5D4F34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68E9CA97-D358-4A3B-B22C-266A2E0E6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B4927C04-350A-401D-9582-CF26EA4F9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DCBFEA54-A4AF-49AD-BC27-E71FDD3DD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74F4A500-6826-4ED2-BAC1-750767A66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82C1519C-DBEA-4200-AE43-31B4941C2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8E348A-AEAF-437B-8DA8-0528289FA8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330DF6B0-B13D-4DE0-BCAD-3BCD9D8170BC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2428F6A7-B9CB-4100-BF91-B8D5163465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第十三章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zh-TW">
                <a:effectLst>
                  <a:outerShdw blurRad="38100" dist="38100" dir="2700000" algn="tl">
                    <a:srgbClr val="C0C0C0"/>
                  </a:outerShdw>
                </a:effectLst>
              </a:rPr>
              <a:t>類別的進階認識</a:t>
            </a:r>
            <a:endParaRPr lang="zh-TW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6DAAEBB9-FB7B-4F4A-A2F8-06F7F4FA98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 dirty="0"/>
              <a:t>認識建構子及其引數的使用</a:t>
            </a:r>
          </a:p>
          <a:p>
            <a:r>
              <a:rPr lang="zh-TW" altLang="en-US" sz="2800" dirty="0"/>
              <a:t>傳遞物件到函數與使用物件陣列</a:t>
            </a:r>
          </a:p>
          <a:p>
            <a:r>
              <a:rPr lang="zh-TW" altLang="en-US" sz="2800" dirty="0"/>
              <a:t>使用類別裡的靜態成員</a:t>
            </a:r>
          </a:p>
          <a:p>
            <a:r>
              <a:rPr lang="zh-TW" altLang="en-US" sz="2800" dirty="0"/>
              <a:t>學習使用指向物件的指標與參照</a:t>
            </a:r>
            <a:r>
              <a:rPr lang="zh-TW" alt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5593FF-8A4C-4F46-B726-AF43192C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0ACC-100B-4AD3-9406-BDFF7823B878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E9F422F0-2DBC-4232-B411-919B9120E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建構子的基本認識 </a:t>
            </a:r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0A9EE0F8-8BE9-4AA8-99F4-09CE28CF4D9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19263"/>
            <a:ext cx="7848600" cy="4410075"/>
          </a:xfrm>
        </p:spPr>
        <p:txBody>
          <a:bodyPr/>
          <a:lstStyle/>
          <a:p>
            <a:r>
              <a:rPr lang="zh-TW" altLang="en-US" sz="2600" dirty="0"/>
              <a:t>建構子的主要目的，是用來</a:t>
            </a:r>
            <a:r>
              <a:rPr lang="zh-TW" altLang="en-US" sz="2600" b="1" dirty="0">
                <a:solidFill>
                  <a:srgbClr val="FF0000"/>
                </a:solidFill>
              </a:rPr>
              <a:t>設定</a:t>
            </a:r>
            <a:r>
              <a:rPr lang="zh-TW" altLang="en-US" sz="2600" dirty="0"/>
              <a:t>物件的</a:t>
            </a:r>
            <a:r>
              <a:rPr lang="zh-TW" altLang="en-US" sz="2600" b="1" dirty="0">
                <a:solidFill>
                  <a:srgbClr val="FF0000"/>
                </a:solidFill>
              </a:rPr>
              <a:t>初值</a:t>
            </a:r>
            <a:r>
              <a:rPr lang="zh-TW" altLang="en-US" sz="2600" dirty="0"/>
              <a:t>。</a:t>
            </a:r>
          </a:p>
          <a:p>
            <a:r>
              <a:rPr lang="zh-TW" altLang="en-US" sz="2600" dirty="0"/>
              <a:t>建構子的定義格式如下 </a:t>
            </a:r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A945F8E3-2D6A-47DD-AB4C-4ADC23433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92EA3B6-2EB3-47AE-967F-1E04C2669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3032956"/>
            <a:ext cx="4125163" cy="2136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4244D3EB-A338-45A1-B7B2-4D711246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1CB19-88E9-4466-A402-0B703D357963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79589" name="Rectangle 5">
            <a:extLst>
              <a:ext uri="{FF2B5EF4-FFF2-40B4-BE49-F238E27FC236}">
                <a16:creationId xmlns:a16="http://schemas.microsoft.com/office/drawing/2014/main" id="{471783D4-88D6-4058-8423-44E8B471B7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72927" y="1257742"/>
            <a:ext cx="2350049" cy="581608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zh-TW" altLang="en-US" sz="2600" dirty="0"/>
              <a:t>建構子的使用</a:t>
            </a:r>
            <a:endParaRPr lang="en-US" altLang="zh-TW" sz="2600" dirty="0"/>
          </a:p>
        </p:txBody>
      </p:sp>
      <p:sp>
        <p:nvSpPr>
          <p:cNvPr id="579588" name="Rectangle 4">
            <a:extLst>
              <a:ext uri="{FF2B5EF4-FFF2-40B4-BE49-F238E27FC236}">
                <a16:creationId xmlns:a16="http://schemas.microsoft.com/office/drawing/2014/main" id="{1E35862F-F724-4085-B45C-BF7A33E76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02506"/>
          </a:xfrm>
        </p:spPr>
        <p:txBody>
          <a:bodyPr/>
          <a:lstStyle/>
          <a:p>
            <a:r>
              <a:rPr lang="zh-TW" altLang="en-US" dirty="0"/>
              <a:t>建構子的使用範例</a:t>
            </a:r>
            <a:r>
              <a:rPr lang="en-US" altLang="zh-TW" dirty="0"/>
              <a:t> </a:t>
            </a:r>
          </a:p>
        </p:txBody>
      </p:sp>
      <p:sp>
        <p:nvSpPr>
          <p:cNvPr id="579622" name="AutoShape 38">
            <a:extLst>
              <a:ext uri="{FF2B5EF4-FFF2-40B4-BE49-F238E27FC236}">
                <a16:creationId xmlns:a16="http://schemas.microsoft.com/office/drawing/2014/main" id="{5FF3C862-2D36-4B28-A126-671D0447F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85C5079-B4B4-4EC5-8A4A-0B9A98AFF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44"/>
            <a:ext cx="4639264" cy="571768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0E98900-CC0B-4659-9A8A-1E17B30E9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78" y="2813747"/>
            <a:ext cx="3884365" cy="2460255"/>
          </a:xfrm>
          <a:prstGeom prst="rect">
            <a:avLst/>
          </a:prstGeom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4244D3EB-A338-45A1-B7B2-4D711246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1CB19-88E9-4466-A402-0B703D357963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79588" name="Rectangle 4">
            <a:extLst>
              <a:ext uri="{FF2B5EF4-FFF2-40B4-BE49-F238E27FC236}">
                <a16:creationId xmlns:a16="http://schemas.microsoft.com/office/drawing/2014/main" id="{1E35862F-F724-4085-B45C-BF7A33E76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02506"/>
          </a:xfrm>
        </p:spPr>
        <p:txBody>
          <a:bodyPr/>
          <a:lstStyle/>
          <a:p>
            <a:r>
              <a:rPr lang="en-US" altLang="zh-TW" dirty="0"/>
              <a:t>this</a:t>
            </a:r>
            <a:r>
              <a:rPr lang="zh-TW" altLang="en-US" dirty="0"/>
              <a:t>指標</a:t>
            </a:r>
            <a:r>
              <a:rPr lang="en-US" altLang="zh-TW" dirty="0"/>
              <a:t> </a:t>
            </a:r>
          </a:p>
        </p:txBody>
      </p:sp>
      <p:sp>
        <p:nvSpPr>
          <p:cNvPr id="579622" name="AutoShape 38">
            <a:extLst>
              <a:ext uri="{FF2B5EF4-FFF2-40B4-BE49-F238E27FC236}">
                <a16:creationId xmlns:a16="http://schemas.microsoft.com/office/drawing/2014/main" id="{5FF3C862-2D36-4B28-A126-671D0447F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2E18AD-BD61-4255-BA98-526A46E7E7D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547981"/>
            <a:ext cx="8229600" cy="4308358"/>
          </a:xfrm>
        </p:spPr>
        <p:txBody>
          <a:bodyPr/>
          <a:lstStyle/>
          <a:p>
            <a:r>
              <a:rPr lang="en-US" altLang="zh-TW" sz="2400" dirty="0"/>
              <a:t>this </a:t>
            </a:r>
            <a:r>
              <a:rPr lang="zh-TW" altLang="en-US" sz="2400" dirty="0"/>
              <a:t>指標的概念</a:t>
            </a:r>
            <a:endParaRPr lang="en-US" altLang="zh-TW" sz="2400" dirty="0"/>
          </a:p>
          <a:p>
            <a:pPr lvl="1"/>
            <a:r>
              <a:rPr lang="zh-TW" altLang="en-US" sz="1800" dirty="0"/>
              <a:t>用於指向「</a:t>
            </a:r>
            <a:r>
              <a:rPr lang="zh-TW" altLang="en-US" sz="1800" b="1" dirty="0">
                <a:solidFill>
                  <a:srgbClr val="FF0000"/>
                </a:solidFill>
              </a:rPr>
              <a:t>使用該成員函數的物件</a:t>
            </a:r>
            <a:r>
              <a:rPr lang="zh-TW" altLang="en-US" sz="1800" dirty="0"/>
              <a:t>」的指標</a:t>
            </a:r>
            <a:endParaRPr lang="en-US" altLang="zh-TW" sz="1800" dirty="0"/>
          </a:p>
          <a:p>
            <a:pPr lvl="1"/>
            <a:r>
              <a:rPr lang="zh-TW" altLang="en-US" sz="1800" dirty="0"/>
              <a:t>可用於強調「物件本身的資料成員」，使用 </a:t>
            </a:r>
            <a:r>
              <a:rPr lang="en-US" altLang="zh-TW" sz="1800" b="1" dirty="0">
                <a:solidFill>
                  <a:srgbClr val="FF0000"/>
                </a:solidFill>
              </a:rPr>
              <a:t>this-&gt;</a:t>
            </a:r>
            <a:r>
              <a:rPr lang="zh-TW" altLang="en-US" sz="1800" b="1" dirty="0">
                <a:solidFill>
                  <a:srgbClr val="FF0000"/>
                </a:solidFill>
              </a:rPr>
              <a:t>資料成員名稱 </a:t>
            </a:r>
            <a:r>
              <a:rPr lang="zh-TW" altLang="en-US" sz="1800" dirty="0"/>
              <a:t>表示</a:t>
            </a:r>
            <a:endParaRPr lang="en-US" altLang="zh-TW" sz="1800" dirty="0"/>
          </a:p>
          <a:p>
            <a:r>
              <a:rPr lang="zh-TW" altLang="en-US" sz="2400" dirty="0"/>
              <a:t>注意事項</a:t>
            </a:r>
            <a:endParaRPr lang="en-US" altLang="zh-TW" sz="2400" dirty="0"/>
          </a:p>
          <a:p>
            <a:pPr lvl="1"/>
            <a:r>
              <a:rPr lang="en-US" altLang="zh-TW" sz="1800" dirty="0"/>
              <a:t>this </a:t>
            </a:r>
            <a:r>
              <a:rPr lang="zh-TW" altLang="en-US" sz="1800" dirty="0"/>
              <a:t>是指標，需</a:t>
            </a:r>
            <a:r>
              <a:rPr lang="zh-TW" altLang="en-US" sz="1800" b="1" dirty="0">
                <a:solidFill>
                  <a:srgbClr val="FF0000"/>
                </a:solidFill>
              </a:rPr>
              <a:t>用 </a:t>
            </a:r>
            <a:r>
              <a:rPr lang="en-US" altLang="zh-TW" sz="1800" b="1" dirty="0">
                <a:solidFill>
                  <a:srgbClr val="FF0000"/>
                </a:solidFill>
              </a:rPr>
              <a:t>-&gt; </a:t>
            </a:r>
            <a:r>
              <a:rPr lang="zh-TW" altLang="en-US" sz="1800" dirty="0"/>
              <a:t>來存取成員，而非 </a:t>
            </a:r>
            <a:r>
              <a:rPr lang="en-US" altLang="zh-TW" sz="1800" dirty="0"/>
              <a:t>.</a:t>
            </a:r>
          </a:p>
          <a:p>
            <a:pPr lvl="1"/>
            <a:r>
              <a:rPr lang="zh-TW" altLang="en-US" sz="1800" dirty="0"/>
              <a:t>常見應用：在建構子中區分</a:t>
            </a:r>
            <a:r>
              <a:rPr lang="zh-TW" altLang="en-US" sz="1800" b="1" dirty="0">
                <a:solidFill>
                  <a:srgbClr val="FF0000"/>
                </a:solidFill>
              </a:rPr>
              <a:t>成員</a:t>
            </a:r>
            <a:r>
              <a:rPr lang="zh-TW" altLang="en-US" sz="1800" dirty="0"/>
              <a:t>與</a:t>
            </a:r>
            <a:r>
              <a:rPr lang="zh-TW" altLang="en-US" sz="1800" b="1" dirty="0">
                <a:solidFill>
                  <a:srgbClr val="FF0000"/>
                </a:solidFill>
              </a:rPr>
              <a:t>參數</a:t>
            </a:r>
            <a:r>
              <a:rPr lang="zh-TW" altLang="en-US" sz="1800" dirty="0"/>
              <a:t>名稱，避免名稱衝突。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EB990D5-8E49-4766-9FC4-27833AE4A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60" y="4437112"/>
            <a:ext cx="4177444" cy="212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8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52133A0-CAFF-47DD-B595-CCCDFD5D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46" y="1094311"/>
            <a:ext cx="4307094" cy="5680067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3ECA55-7084-49C7-83D0-51B2FA5C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DBB07-6A95-40A3-AF10-44032263819B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6756" name="Rectangle 4">
            <a:extLst>
              <a:ext uri="{FF2B5EF4-FFF2-40B4-BE49-F238E27FC236}">
                <a16:creationId xmlns:a16="http://schemas.microsoft.com/office/drawing/2014/main" id="{25625EFC-B1CF-4FE0-9747-906967C4D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94494"/>
          </a:xfrm>
        </p:spPr>
        <p:txBody>
          <a:bodyPr/>
          <a:lstStyle/>
          <a:p>
            <a:r>
              <a:rPr lang="zh-TW" altLang="en-US" dirty="0"/>
              <a:t>建構子的位置</a:t>
            </a:r>
            <a:r>
              <a:rPr lang="en-US" altLang="zh-TW" dirty="0"/>
              <a:t> </a:t>
            </a:r>
          </a:p>
        </p:txBody>
      </p:sp>
      <p:sp>
        <p:nvSpPr>
          <p:cNvPr id="586778" name="Rectangle 26">
            <a:extLst>
              <a:ext uri="{FF2B5EF4-FFF2-40B4-BE49-F238E27FC236}">
                <a16:creationId xmlns:a16="http://schemas.microsoft.com/office/drawing/2014/main" id="{F59246C5-ABE5-4556-955A-9443535FC0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38336" y="1406628"/>
            <a:ext cx="3882036" cy="576151"/>
          </a:xfrm>
          <a:noFill/>
          <a:ln/>
        </p:spPr>
        <p:txBody>
          <a:bodyPr/>
          <a:lstStyle/>
          <a:p>
            <a:r>
              <a:rPr lang="zh-TW" altLang="en-US" sz="2600" dirty="0"/>
              <a:t>將建構子移到類別外面</a:t>
            </a:r>
          </a:p>
        </p:txBody>
      </p:sp>
      <p:sp>
        <p:nvSpPr>
          <p:cNvPr id="586788" name="AutoShape 36">
            <a:extLst>
              <a:ext uri="{FF2B5EF4-FFF2-40B4-BE49-F238E27FC236}">
                <a16:creationId xmlns:a16="http://schemas.microsoft.com/office/drawing/2014/main" id="{B74C29A8-5B85-4156-B00A-41C8A6D1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32652C-56FB-4AAC-8CF9-77586DCCE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3168462"/>
            <a:ext cx="2794926" cy="1284722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9A4362-7B9E-4CE9-8BF9-62C9C1682F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902"/>
          <a:stretch/>
        </p:blipFill>
        <p:spPr>
          <a:xfrm>
            <a:off x="6011863" y="4351885"/>
            <a:ext cx="2665276" cy="2337638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393287D-D4BD-43C7-B4D5-BED193AE3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1067"/>
            <a:ext cx="5255207" cy="5169856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AB8E645-DF58-4473-99A9-508DEAA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A8561-A1A4-4B08-A6F2-19CD9769466E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8C872296-F8E7-4D0B-A87B-D9A6ECFF0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8775"/>
          </a:xfrm>
        </p:spPr>
        <p:txBody>
          <a:bodyPr/>
          <a:lstStyle/>
          <a:p>
            <a:r>
              <a:rPr lang="zh-TW" altLang="en-US" dirty="0"/>
              <a:t>建構子的多載</a:t>
            </a:r>
            <a:endParaRPr lang="en-US" altLang="zh-TW" dirty="0"/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01BFB369-E4D1-409A-B819-E2A2E2770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52072" y="1544201"/>
            <a:ext cx="3250704" cy="569553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600" dirty="0"/>
              <a:t>建構子多載的範例 </a:t>
            </a:r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9F1AD383-9BC0-448B-BACA-6DEF2A48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AB8E645-DF58-4473-99A9-508DEAA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A8561-A1A4-4B08-A6F2-19CD9769466E}" type="slidenum">
              <a:rPr lang="en-US" altLang="zh-TW"/>
              <a:pPr/>
              <a:t>7</a:t>
            </a:fld>
            <a:endParaRPr lang="en-US" altLang="zh-TW" dirty="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8C872296-F8E7-4D0B-A87B-D9A6ECFF0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8775"/>
          </a:xfrm>
        </p:spPr>
        <p:txBody>
          <a:bodyPr/>
          <a:lstStyle/>
          <a:p>
            <a:r>
              <a:rPr lang="zh-TW" altLang="en-US" dirty="0"/>
              <a:t>預設的建構子</a:t>
            </a:r>
            <a:endParaRPr lang="en-US" altLang="zh-TW" dirty="0"/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9F1AD383-9BC0-448B-BACA-6DEF2A48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5F2D1E-37A0-4693-A106-617B3FAF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7076"/>
            <a:ext cx="8229600" cy="5628524"/>
          </a:xfrm>
        </p:spPr>
        <p:txBody>
          <a:bodyPr/>
          <a:lstStyle/>
          <a:p>
            <a:r>
              <a:rPr lang="zh-TW" altLang="en-US" sz="2400" dirty="0"/>
              <a:t>錯誤訊息的起因</a:t>
            </a:r>
            <a:endParaRPr lang="en-US" altLang="zh-TW" sz="2400" dirty="0"/>
          </a:p>
          <a:p>
            <a:pPr lvl="1"/>
            <a:r>
              <a:rPr lang="zh-TW" altLang="en-US" sz="2000" dirty="0"/>
              <a:t>若</a:t>
            </a:r>
            <a:r>
              <a:rPr lang="zh-TW" altLang="en-US" sz="2000" b="1" dirty="0">
                <a:solidFill>
                  <a:srgbClr val="FF0000"/>
                </a:solidFill>
              </a:rPr>
              <a:t>未定義</a:t>
            </a:r>
            <a:r>
              <a:rPr lang="zh-TW" altLang="en-US" sz="2000" dirty="0"/>
              <a:t>預設建構子，以下程式會導致錯誤：</a:t>
            </a:r>
            <a:endParaRPr lang="en-US" altLang="zh-TW" sz="2000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預設建構子的需求</a:t>
            </a:r>
            <a:endParaRPr lang="en-US" altLang="zh-TW" sz="2400" dirty="0"/>
          </a:p>
          <a:p>
            <a:endParaRPr lang="en-US" altLang="zh-TW" dirty="0"/>
          </a:p>
          <a:p>
            <a:r>
              <a:rPr lang="zh-TW" altLang="en-US" sz="2400" dirty="0"/>
              <a:t>解決方法</a:t>
            </a:r>
            <a:endParaRPr lang="en-US" altLang="zh-TW" sz="2400" dirty="0"/>
          </a:p>
          <a:p>
            <a:pPr lvl="1"/>
            <a:r>
              <a:rPr lang="zh-TW" altLang="en-US" sz="2000" dirty="0"/>
              <a:t>若已提供其他建構子，需</a:t>
            </a:r>
            <a:r>
              <a:rPr lang="zh-TW" altLang="en-US" sz="2000" b="1" dirty="0">
                <a:solidFill>
                  <a:srgbClr val="FF0000"/>
                </a:solidFill>
              </a:rPr>
              <a:t>手動</a:t>
            </a:r>
            <a:r>
              <a:rPr lang="zh-TW" altLang="en-US" sz="2000" dirty="0"/>
              <a:t>定義預設建構子：</a:t>
            </a:r>
            <a:endParaRPr lang="en-US" altLang="zh-TW" sz="2000" dirty="0"/>
          </a:p>
          <a:p>
            <a:pPr marL="344487" lvl="1" indent="0">
              <a:spcAft>
                <a:spcPts val="0"/>
              </a:spcAft>
              <a:buNone/>
            </a:pPr>
            <a:r>
              <a:rPr lang="en-US" altLang="zh-TW" dirty="0"/>
              <a:t>	</a:t>
            </a:r>
            <a:r>
              <a:rPr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CWin</a:t>
            </a:r>
            <a:r>
              <a:rPr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(){ </a:t>
            </a:r>
          </a:p>
          <a:p>
            <a:pPr marL="344487" lvl="1" indent="0">
              <a:spcAft>
                <a:spcPts val="0"/>
              </a:spcAft>
              <a:buNone/>
            </a:pPr>
            <a:r>
              <a:rPr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id='D'; width=100; height=100;</a:t>
            </a:r>
          </a:p>
          <a:p>
            <a:pPr marL="344487" lvl="1" indent="0">
              <a:spcAft>
                <a:spcPts val="0"/>
              </a:spcAft>
              <a:buNone/>
            </a:pPr>
            <a:r>
              <a:rPr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lvl="1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A0E93CD-4C32-42CD-9C38-D91876CD7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505"/>
          <a:stretch/>
        </p:blipFill>
        <p:spPr>
          <a:xfrm>
            <a:off x="1259632" y="2158355"/>
            <a:ext cx="2448272" cy="127064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DD5FF42-926A-4E38-A54E-455354488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132" y="2283304"/>
            <a:ext cx="3962440" cy="875238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5897A2A-42BE-40D7-93FB-32827F3C9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437" y="3967538"/>
            <a:ext cx="2448272" cy="70561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6E8AA4B-3E9D-48E1-B8A1-CAEBD36A8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132" y="3567065"/>
            <a:ext cx="4124258" cy="113640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794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211E469-CCF2-48A7-941E-F1E3B33BC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" y="1112951"/>
            <a:ext cx="4640983" cy="454496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91C501F-6494-436B-B349-59EB520C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806249"/>
            <a:ext cx="4571634" cy="3894157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AB8E645-DF58-4473-99A9-508DEAA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A8561-A1A4-4B08-A6F2-19CD9769466E}" type="slidenum">
              <a:rPr lang="en-US" altLang="zh-TW"/>
              <a:pPr/>
              <a:t>8</a:t>
            </a:fld>
            <a:endParaRPr lang="en-US" altLang="zh-TW" dirty="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8C872296-F8E7-4D0B-A87B-D9A6ECFF0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8775"/>
          </a:xfrm>
        </p:spPr>
        <p:txBody>
          <a:bodyPr/>
          <a:lstStyle/>
          <a:p>
            <a:r>
              <a:rPr lang="zh-TW" altLang="en-US" dirty="0"/>
              <a:t>預設的建構子範例</a:t>
            </a:r>
            <a:endParaRPr lang="en-US" altLang="zh-TW" dirty="0"/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9F1AD383-9BC0-448B-BACA-6DEF2A48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3FA9253-A686-4A22-9756-0AB3B751E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184" y="3542253"/>
            <a:ext cx="2835798" cy="2115660"/>
          </a:xfrm>
          <a:prstGeom prst="rect">
            <a:avLst/>
          </a:prstGeom>
          <a:ln>
            <a:solidFill>
              <a:srgbClr val="008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027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4AB8E645-DF58-4473-99A9-508DEAA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A8561-A1A4-4B08-A6F2-19CD9769466E}" type="slidenum">
              <a:rPr lang="en-US" altLang="zh-TW"/>
              <a:pPr/>
              <a:t>9</a:t>
            </a:fld>
            <a:endParaRPr lang="en-US" altLang="zh-TW" dirty="0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8C872296-F8E7-4D0B-A87B-D9A6ECFF0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8775"/>
          </a:xfrm>
        </p:spPr>
        <p:txBody>
          <a:bodyPr/>
          <a:lstStyle/>
          <a:p>
            <a:r>
              <a:rPr lang="zh-TW" altLang="en-US" dirty="0"/>
              <a:t>建構子的公有與私有</a:t>
            </a:r>
            <a:endParaRPr lang="en-US" altLang="zh-TW" dirty="0"/>
          </a:p>
        </p:txBody>
      </p:sp>
      <p:sp>
        <p:nvSpPr>
          <p:cNvPr id="684036" name="AutoShape 4">
            <a:extLst>
              <a:ext uri="{FF2B5EF4-FFF2-40B4-BE49-F238E27FC236}">
                <a16:creationId xmlns:a16="http://schemas.microsoft.com/office/drawing/2014/main" id="{9F1AD383-9BC0-448B-BACA-6DEF2A488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60350"/>
            <a:ext cx="18002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13.1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D708CC9-8F7A-46C0-84FB-887CC8C0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47" y="1056467"/>
            <a:ext cx="4465594" cy="5769260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A18EE1A9-A3ED-466E-B7A3-7CCEFBD7B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451" y="1241479"/>
            <a:ext cx="4465594" cy="768675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>
                <a:effectLst/>
              </a:rPr>
              <a:t>將</a:t>
            </a:r>
            <a:r>
              <a:rPr lang="en-US" altLang="zh-TW" sz="2000" dirty="0" err="1">
                <a:effectLst/>
              </a:rPr>
              <a:t>CWin</a:t>
            </a:r>
            <a:r>
              <a:rPr lang="en-US" altLang="zh-TW" sz="2000" dirty="0">
                <a:effectLst/>
              </a:rPr>
              <a:t>() </a:t>
            </a:r>
            <a:r>
              <a:rPr lang="zh-TW" altLang="en-US" sz="2000" dirty="0">
                <a:effectLst/>
              </a:rPr>
              <a:t>建構子設為私有，並利用公共靜態函數來建立物件</a:t>
            </a:r>
          </a:p>
        </p:txBody>
      </p:sp>
    </p:spTree>
    <p:extLst>
      <p:ext uri="{BB962C8B-B14F-4D97-AF65-F5344CB8AC3E}">
        <p14:creationId xmlns:p14="http://schemas.microsoft.com/office/powerpoint/2010/main" val="421926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1A5D8A6-C4EC-4510-AB10-AC47BB17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4791-03C4-434F-9B11-FDE439B78A96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B3D20BA4-82D6-414E-9228-B05524F3E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預設值的設定 </a:t>
            </a:r>
            <a:r>
              <a:rPr lang="en-US" altLang="zh-TW" dirty="0"/>
              <a:t>(1/2) 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A2058948-79AC-4495-9471-53E62E29E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8229600" cy="5229200"/>
          </a:xfrm>
        </p:spPr>
        <p:txBody>
          <a:bodyPr/>
          <a:lstStyle/>
          <a:p>
            <a:r>
              <a:rPr lang="zh-TW" altLang="en-US" sz="2600" dirty="0"/>
              <a:t>若是把</a:t>
            </a:r>
            <a:r>
              <a:rPr lang="en-US" altLang="zh-TW" sz="2600" dirty="0" err="1"/>
              <a:t>CWin</a:t>
            </a:r>
            <a:r>
              <a:rPr lang="en-US" altLang="zh-TW" sz="2600" dirty="0"/>
              <a:t>() </a:t>
            </a:r>
            <a:r>
              <a:rPr lang="zh-TW" altLang="en-US" sz="2600" dirty="0"/>
              <a:t>建構子的定義寫成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下面是幾種可能的情況  </a:t>
            </a:r>
            <a:endParaRPr lang="en-US" altLang="zh-TW" sz="2600" dirty="0"/>
          </a:p>
          <a:p>
            <a:endParaRPr lang="en-US" altLang="zh-TW" sz="2600" dirty="0"/>
          </a:p>
          <a:p>
            <a:endParaRPr lang="en-US" altLang="zh-TW" sz="2600" dirty="0"/>
          </a:p>
          <a:p>
            <a:endParaRPr lang="en-US" altLang="zh-TW" sz="2600" dirty="0"/>
          </a:p>
          <a:p>
            <a:r>
              <a:rPr lang="zh-TW" altLang="en-US" sz="2600" dirty="0"/>
              <a:t>要省略引數，則省略的次序必須</a:t>
            </a:r>
            <a:r>
              <a:rPr lang="zh-TW" altLang="en-US" sz="2600" b="1" dirty="0">
                <a:solidFill>
                  <a:srgbClr val="FF0000"/>
                </a:solidFill>
              </a:rPr>
              <a:t>由後往前</a:t>
            </a:r>
            <a:r>
              <a:rPr lang="zh-TW" altLang="en-US" sz="2600" dirty="0"/>
              <a:t>依序省略，而不能只省略中間或前面某個引數。</a:t>
            </a:r>
            <a:endParaRPr lang="en-US" altLang="zh-TW" sz="2600" dirty="0"/>
          </a:p>
          <a:p>
            <a:endParaRPr lang="en-US" altLang="zh-TW" sz="2600" dirty="0"/>
          </a:p>
          <a:p>
            <a:endParaRPr lang="en-US" altLang="zh-TW" sz="2600" dirty="0"/>
          </a:p>
          <a:p>
            <a:endParaRPr lang="en-US" altLang="zh-TW" sz="2600" dirty="0"/>
          </a:p>
          <a:p>
            <a:pPr marL="0" indent="0">
              <a:buNone/>
            </a:pPr>
            <a:endParaRPr lang="zh-TW" altLang="en-US" sz="2600" dirty="0"/>
          </a:p>
        </p:txBody>
      </p:sp>
      <p:sp>
        <p:nvSpPr>
          <p:cNvPr id="685060" name="AutoShape 4">
            <a:extLst>
              <a:ext uri="{FF2B5EF4-FFF2-40B4-BE49-F238E27FC236}">
                <a16:creationId xmlns:a16="http://schemas.microsoft.com/office/drawing/2014/main" id="{3E6E3CC9-5FEB-4E90-A3E2-FF3C459B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建構子引數的預設值</a:t>
            </a:r>
          </a:p>
        </p:txBody>
      </p:sp>
      <p:pic>
        <p:nvPicPr>
          <p:cNvPr id="685062" name="Picture 6">
            <a:extLst>
              <a:ext uri="{FF2B5EF4-FFF2-40B4-BE49-F238E27FC236}">
                <a16:creationId xmlns:a16="http://schemas.microsoft.com/office/drawing/2014/main" id="{DB5BA55A-F545-4B6C-85C0-63EBD7609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293096"/>
            <a:ext cx="5211059" cy="130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D6CEB8FF-8A19-411F-96F8-179C07F2A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270476"/>
            <a:ext cx="5040560" cy="7598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3E90A55-3B2B-474D-8CC1-8E3C81A8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36" y="1052736"/>
            <a:ext cx="4515831" cy="5724582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93336C46-69C0-46A1-878F-1D2233CF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DD08D-AF03-40A6-860F-A8A294DD64E6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F6E493D9-C92B-498D-9895-7144A3602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30498"/>
          </a:xfrm>
        </p:spPr>
        <p:txBody>
          <a:bodyPr/>
          <a:lstStyle/>
          <a:p>
            <a:r>
              <a:rPr lang="zh-TW" altLang="en-US" dirty="0"/>
              <a:t>預設值的設定 </a:t>
            </a:r>
            <a:r>
              <a:rPr lang="en-US" altLang="zh-TW" dirty="0"/>
              <a:t>(2/2)</a:t>
            </a:r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7DD38133-E94D-4886-B066-F34944C58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7456" y="1340768"/>
            <a:ext cx="2752836" cy="756084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建構子引數預設值的使用範例 </a:t>
            </a:r>
          </a:p>
        </p:txBody>
      </p:sp>
      <p:sp>
        <p:nvSpPr>
          <p:cNvPr id="686087" name="AutoShape 7">
            <a:extLst>
              <a:ext uri="{FF2B5EF4-FFF2-40B4-BE49-F238E27FC236}">
                <a16:creationId xmlns:a16="http://schemas.microsoft.com/office/drawing/2014/main" id="{955C2E42-E2C4-402E-8824-B0A5ABE6A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建構子引數的預設值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3D517654-0BFC-4A87-B34C-45E1DB03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F0D16-9A59-4398-9509-927F732C55FE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1150AC37-60A2-40F8-9703-630E7552A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於建構子裡初始化成員的技巧 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40F35BED-5CF6-4BB7-A9E0-1070DB4B4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在</a:t>
            </a:r>
            <a:r>
              <a:rPr lang="en-US" altLang="zh-TW" sz="2600" dirty="0" err="1"/>
              <a:t>CWin</a:t>
            </a:r>
            <a:r>
              <a:rPr lang="en-US" altLang="zh-TW" sz="2600" dirty="0"/>
              <a:t>() </a:t>
            </a:r>
            <a:r>
              <a:rPr lang="zh-TW" altLang="en-US" sz="2600" dirty="0"/>
              <a:t>建構子內進行成員的</a:t>
            </a:r>
            <a:r>
              <a:rPr lang="zh-TW" altLang="en-US" sz="2600" b="1" dirty="0">
                <a:solidFill>
                  <a:srgbClr val="FF0000"/>
                </a:solidFill>
              </a:rPr>
              <a:t>初始化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pPr lvl="1"/>
            <a:endParaRPr lang="zh-TW" altLang="en-US" sz="2200" dirty="0"/>
          </a:p>
          <a:p>
            <a:pPr lvl="1"/>
            <a:r>
              <a:rPr lang="zh-TW" altLang="en-US" sz="2200" dirty="0"/>
              <a:t>用虛線框起來的部分稱為「</a:t>
            </a:r>
            <a:r>
              <a:rPr lang="zh-TW" altLang="en-US" sz="2200" b="1" dirty="0">
                <a:solidFill>
                  <a:srgbClr val="FF0000"/>
                </a:solidFill>
              </a:rPr>
              <a:t>初始化串列</a:t>
            </a:r>
            <a:r>
              <a:rPr lang="zh-TW" altLang="en-US" sz="2200" dirty="0"/>
              <a:t>」（</a:t>
            </a:r>
            <a:r>
              <a:rPr lang="en-US" altLang="zh-TW" sz="2200" dirty="0"/>
              <a:t>initialization list</a:t>
            </a:r>
            <a:r>
              <a:rPr lang="zh-TW" altLang="en-US" sz="2200" dirty="0"/>
              <a:t>）</a:t>
            </a:r>
            <a:endParaRPr lang="zh-TW" altLang="en-US" sz="2200" b="1" dirty="0"/>
          </a:p>
          <a:p>
            <a:pPr lvl="1"/>
            <a:r>
              <a:rPr lang="zh-TW" altLang="en-US" sz="2200" dirty="0"/>
              <a:t>初始化串列和</a:t>
            </a:r>
            <a:r>
              <a:rPr lang="en-US" altLang="zh-TW" sz="2200" dirty="0" err="1"/>
              <a:t>CWin</a:t>
            </a:r>
            <a:r>
              <a:rPr lang="en-US" altLang="zh-TW" sz="2200" dirty="0"/>
              <a:t>() </a:t>
            </a:r>
            <a:r>
              <a:rPr lang="zh-TW" altLang="en-US" sz="2200" dirty="0"/>
              <a:t>建構子的引數必須以</a:t>
            </a:r>
            <a:r>
              <a:rPr lang="zh-TW" altLang="en-US" sz="2200" b="1" dirty="0">
                <a:solidFill>
                  <a:srgbClr val="FF0000"/>
                </a:solidFill>
              </a:rPr>
              <a:t>冒號</a:t>
            </a:r>
            <a:r>
              <a:rPr lang="zh-TW" altLang="en-US" sz="2200" dirty="0"/>
              <a:t>隔開來  </a:t>
            </a:r>
          </a:p>
        </p:txBody>
      </p:sp>
      <p:sp>
        <p:nvSpPr>
          <p:cNvPr id="688133" name="AutoShape 5">
            <a:extLst>
              <a:ext uri="{FF2B5EF4-FFF2-40B4-BE49-F238E27FC236}">
                <a16:creationId xmlns:a16="http://schemas.microsoft.com/office/drawing/2014/main" id="{9B46A9EB-56D0-4B15-9156-7FA386AA6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建構子引數的預設值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1B77F69-AADB-4854-860D-B214D66C3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36" y="2492896"/>
            <a:ext cx="6671052" cy="1295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4A42B12-96A3-40F2-BCA6-678AAAF11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95" y="984213"/>
            <a:ext cx="5111392" cy="5735736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25FEF477-16AF-4ED7-90DB-484AD0DF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E317-8071-4EB0-BF09-A9CCAA7E9EB4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89154" name="Rectangle 2">
            <a:extLst>
              <a:ext uri="{FF2B5EF4-FFF2-40B4-BE49-F238E27FC236}">
                <a16:creationId xmlns:a16="http://schemas.microsoft.com/office/drawing/2014/main" id="{0A9E2502-F04C-402B-98CC-E3E0FD3A0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4474"/>
          </a:xfrm>
        </p:spPr>
        <p:txBody>
          <a:bodyPr/>
          <a:lstStyle/>
          <a:p>
            <a:r>
              <a:rPr lang="zh-TW" altLang="en-US" sz="3500" dirty="0"/>
              <a:t>初始化串列的設值 </a:t>
            </a:r>
            <a:endParaRPr lang="en-US" altLang="zh-TW" sz="3500" dirty="0"/>
          </a:p>
        </p:txBody>
      </p:sp>
      <p:sp>
        <p:nvSpPr>
          <p:cNvPr id="689155" name="Rectangle 3">
            <a:extLst>
              <a:ext uri="{FF2B5EF4-FFF2-40B4-BE49-F238E27FC236}">
                <a16:creationId xmlns:a16="http://schemas.microsoft.com/office/drawing/2014/main" id="{E210131A-75E6-4BD0-B085-109DEDC88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1786" y="1448780"/>
            <a:ext cx="2764550" cy="792088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使用「初始化串列」技巧來初始化成員 </a:t>
            </a:r>
          </a:p>
        </p:txBody>
      </p:sp>
      <p:sp>
        <p:nvSpPr>
          <p:cNvPr id="689157" name="AutoShape 5">
            <a:extLst>
              <a:ext uri="{FF2B5EF4-FFF2-40B4-BE49-F238E27FC236}">
                <a16:creationId xmlns:a16="http://schemas.microsoft.com/office/drawing/2014/main" id="{178508F2-B551-4DAB-BCDF-09CA1D869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建構子引數的預設值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7E3AFA7E-C68D-4C00-9C36-F56EAF04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AB4BB-DE2E-473E-9537-74038269C194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1202" name="Rectangle 2">
            <a:extLst>
              <a:ext uri="{FF2B5EF4-FFF2-40B4-BE49-F238E27FC236}">
                <a16:creationId xmlns:a16="http://schemas.microsoft.com/office/drawing/2014/main" id="{624522A2-15A9-4949-A166-BA8D8F4E0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設定引數預設值的注意事項 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BD87432-1D7B-4B81-ADD1-27CA0F32A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不能同時定義引數皆設有預設值的建構子，以及不需引數的建構子，否則編譯時將發生錯誤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若在主程式裡有這麼一行敘述，則編譯時將發生錯誤 </a:t>
            </a:r>
          </a:p>
        </p:txBody>
      </p:sp>
      <p:sp>
        <p:nvSpPr>
          <p:cNvPr id="691204" name="AutoShape 4">
            <a:extLst>
              <a:ext uri="{FF2B5EF4-FFF2-40B4-BE49-F238E27FC236}">
                <a16:creationId xmlns:a16="http://schemas.microsoft.com/office/drawing/2014/main" id="{11B3DA5C-4C8B-4976-AD5C-909C51F7D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13.2 </a:t>
            </a:r>
            <a:r>
              <a:rPr lang="zh-TW" altLang="en-US" dirty="0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建構子引數的預設值</a:t>
            </a:r>
          </a:p>
        </p:txBody>
      </p:sp>
      <p:pic>
        <p:nvPicPr>
          <p:cNvPr id="691206" name="Picture 6">
            <a:extLst>
              <a:ext uri="{FF2B5EF4-FFF2-40B4-BE49-F238E27FC236}">
                <a16:creationId xmlns:a16="http://schemas.microsoft.com/office/drawing/2014/main" id="{3CCC8E25-45AD-4725-8E2E-D370A0750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474" y="5314561"/>
            <a:ext cx="4744318" cy="23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D6245D68-044F-4CB0-B180-7D0A5E058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845" y="2924944"/>
            <a:ext cx="6748970" cy="14165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4C912DAE-BEFD-4904-A193-93B2755A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5A650-FFED-47F2-B00B-13669940ADB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2226" name="Rectangle 2">
            <a:extLst>
              <a:ext uri="{FF2B5EF4-FFF2-40B4-BE49-F238E27FC236}">
                <a16:creationId xmlns:a16="http://schemas.microsoft.com/office/drawing/2014/main" id="{9BD5239C-DA20-4C52-A8AC-FD1DD648D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傳遞物件到函數裡 </a:t>
            </a:r>
            <a:r>
              <a:rPr lang="en-US" altLang="zh-TW" dirty="0"/>
              <a:t>(1/2)</a:t>
            </a:r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056AE0C9-23BA-4996-8A5B-9E11A7336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假設</a:t>
            </a:r>
            <a:r>
              <a:rPr lang="en-US" altLang="zh-TW" sz="2600"/>
              <a:t>compare() </a:t>
            </a:r>
            <a:r>
              <a:rPr lang="zh-TW" altLang="en-US" sz="2600"/>
              <a:t>函數是用來比較呼叫它的物件</a:t>
            </a:r>
            <a:r>
              <a:rPr lang="en-US" altLang="zh-TW" sz="2600"/>
              <a:t>win1</a:t>
            </a:r>
            <a:r>
              <a:rPr lang="zh-TW" altLang="en-US" sz="2600"/>
              <a:t>與</a:t>
            </a:r>
            <a:r>
              <a:rPr lang="en-US" altLang="zh-TW" sz="2600"/>
              <a:t>compare() </a:t>
            </a:r>
            <a:r>
              <a:rPr lang="zh-TW" altLang="en-US" sz="2600"/>
              <a:t>裡的引數</a:t>
            </a:r>
            <a:r>
              <a:rPr lang="en-US" altLang="zh-TW" sz="2600"/>
              <a:t>win2</a:t>
            </a:r>
            <a:r>
              <a:rPr lang="zh-TW" altLang="en-US" sz="2600"/>
              <a:t>的面積，可用如下的語法 </a:t>
            </a:r>
          </a:p>
          <a:p>
            <a:endParaRPr lang="zh-TW" altLang="en-US" sz="2600"/>
          </a:p>
          <a:p>
            <a:r>
              <a:rPr lang="en-US" altLang="zh-TW" sz="2600"/>
              <a:t>compare() </a:t>
            </a:r>
            <a:r>
              <a:rPr lang="zh-TW" altLang="en-US" sz="2600"/>
              <a:t>函數的定義必須以如下的語法來撰寫 </a:t>
            </a:r>
          </a:p>
        </p:txBody>
      </p:sp>
      <p:sp>
        <p:nvSpPr>
          <p:cNvPr id="692228" name="AutoShape 4">
            <a:extLst>
              <a:ext uri="{FF2B5EF4-FFF2-40B4-BE49-F238E27FC236}">
                <a16:creationId xmlns:a16="http://schemas.microsoft.com/office/drawing/2014/main" id="{5A378C70-DA4C-4424-A6FC-9D65D6276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物件的進階處理</a:t>
            </a:r>
          </a:p>
        </p:txBody>
      </p:sp>
      <p:pic>
        <p:nvPicPr>
          <p:cNvPr id="692230" name="Picture 6">
            <a:extLst>
              <a:ext uri="{FF2B5EF4-FFF2-40B4-BE49-F238E27FC236}">
                <a16:creationId xmlns:a16="http://schemas.microsoft.com/office/drawing/2014/main" id="{F410487B-BC87-40D4-8D1C-C71502C7D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781300"/>
            <a:ext cx="6438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989FBAA-F2C4-4B41-96C4-FD5E87CB0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660" y="4149080"/>
            <a:ext cx="3673115" cy="15555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0BEBA9-D1D1-4E7E-8C43-37FFD9780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" y="1417638"/>
            <a:ext cx="4680520" cy="5399630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9D1D6400-61B8-4FB5-8E0B-289928B6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96AB6-8F00-47DA-969A-2E434A6D2E91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0D83CFD2-0C7E-431C-AFFC-EE5412C47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傳遞物件到函數裡 </a:t>
            </a:r>
            <a:r>
              <a:rPr lang="en-US" altLang="zh-TW" dirty="0"/>
              <a:t>(2/2)</a:t>
            </a:r>
          </a:p>
        </p:txBody>
      </p:sp>
      <p:sp>
        <p:nvSpPr>
          <p:cNvPr id="693251" name="Rectangle 3">
            <a:extLst>
              <a:ext uri="{FF2B5EF4-FFF2-40B4-BE49-F238E27FC236}">
                <a16:creationId xmlns:a16="http://schemas.microsoft.com/office/drawing/2014/main" id="{649AB14C-29FD-4A90-8199-D4B1576AE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31769" y="1502415"/>
            <a:ext cx="3384376" cy="42494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傳遞引數類別型態的變數 </a:t>
            </a:r>
          </a:p>
        </p:txBody>
      </p:sp>
      <p:sp>
        <p:nvSpPr>
          <p:cNvPr id="693253" name="AutoShape 5">
            <a:extLst>
              <a:ext uri="{FF2B5EF4-FFF2-40B4-BE49-F238E27FC236}">
                <a16:creationId xmlns:a16="http://schemas.microsoft.com/office/drawing/2014/main" id="{2CA1D6D8-A5CB-4C45-89D9-17BF586F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物件的進階處理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30A420-E230-4247-90FC-686F1EAE6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164" y="2641008"/>
            <a:ext cx="2848340" cy="787992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A4A1DF92-0591-44B7-BCB7-FD2BBBEA7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569" y="2288256"/>
            <a:ext cx="1897866" cy="53355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effectLst/>
              </a:rPr>
              <a:t>this</a:t>
            </a:r>
            <a:r>
              <a:rPr lang="zh-TW" altLang="en-US" sz="1400" dirty="0">
                <a:effectLst/>
              </a:rPr>
              <a:t>代表指向呼叫</a:t>
            </a:r>
            <a:r>
              <a:rPr lang="en-US" altLang="zh-TW" sz="1400" dirty="0">
                <a:effectLst/>
              </a:rPr>
              <a:t>compare() </a:t>
            </a:r>
            <a:r>
              <a:rPr lang="zh-TW" altLang="en-US" sz="1400" dirty="0">
                <a:effectLst/>
              </a:rPr>
              <a:t>物件的指標 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E8F6F8F-5B4E-42B3-9EE3-CAEC52ABE0C0}"/>
              </a:ext>
            </a:extLst>
          </p:cNvPr>
          <p:cNvSpPr/>
          <p:nvPr/>
        </p:nvSpPr>
        <p:spPr bwMode="auto">
          <a:xfrm>
            <a:off x="1619672" y="3416300"/>
            <a:ext cx="828092" cy="156716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cxnSp>
        <p:nvCxnSpPr>
          <p:cNvPr id="6" name="接點: 弧形 5">
            <a:extLst>
              <a:ext uri="{FF2B5EF4-FFF2-40B4-BE49-F238E27FC236}">
                <a16:creationId xmlns:a16="http://schemas.microsoft.com/office/drawing/2014/main" id="{BDC22834-5A80-4228-969B-BC2E93C05E31}"/>
              </a:ext>
            </a:extLst>
          </p:cNvPr>
          <p:cNvCxnSpPr>
            <a:stCxn id="4" idx="0"/>
            <a:endCxn id="11" idx="1"/>
          </p:cNvCxnSpPr>
          <p:nvPr/>
        </p:nvCxnSpPr>
        <p:spPr bwMode="auto">
          <a:xfrm rot="5400000" flipH="1" flipV="1">
            <a:off x="2087009" y="2501741"/>
            <a:ext cx="861269" cy="967851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D8C48E2-3988-4F27-9AF7-62708505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65" y="829069"/>
            <a:ext cx="4452576" cy="5920065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308141F-BE76-45EF-AAC4-75C19D0F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973EE-ACB8-45B2-9969-E4B358189D49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96322" name="Rectangle 2">
            <a:extLst>
              <a:ext uri="{FF2B5EF4-FFF2-40B4-BE49-F238E27FC236}">
                <a16:creationId xmlns:a16="http://schemas.microsoft.com/office/drawing/2014/main" id="{4DCEFAEA-0A9E-4E0C-BFAD-6A8D8F37A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8866"/>
            <a:ext cx="7543800" cy="678993"/>
          </a:xfrm>
        </p:spPr>
        <p:txBody>
          <a:bodyPr/>
          <a:lstStyle/>
          <a:p>
            <a:r>
              <a:rPr lang="zh-TW" altLang="en-US" dirty="0"/>
              <a:t>由函數傳回物件</a:t>
            </a:r>
            <a:endParaRPr lang="en-US" altLang="zh-TW" dirty="0"/>
          </a:p>
        </p:txBody>
      </p:sp>
      <p:sp>
        <p:nvSpPr>
          <p:cNvPr id="696323" name="Rectangle 3">
            <a:extLst>
              <a:ext uri="{FF2B5EF4-FFF2-40B4-BE49-F238E27FC236}">
                <a16:creationId xmlns:a16="http://schemas.microsoft.com/office/drawing/2014/main" id="{8D1D9B72-87B7-49AE-95A1-D79F60160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6180" y="1121390"/>
            <a:ext cx="3126740" cy="935701"/>
          </a:xfrm>
          <a:solidFill>
            <a:srgbClr val="FFFFCC"/>
          </a:solidFill>
          <a:ln>
            <a:solidFill>
              <a:srgbClr val="008000"/>
            </a:solidFill>
          </a:ln>
        </p:spPr>
        <p:txBody>
          <a:bodyPr/>
          <a:lstStyle/>
          <a:p>
            <a:pPr algn="just"/>
            <a:r>
              <a:rPr lang="en-US" altLang="zh-TW" sz="1800" dirty="0"/>
              <a:t>compare() </a:t>
            </a:r>
            <a:r>
              <a:rPr lang="zh-TW" altLang="en-US" sz="1800" dirty="0"/>
              <a:t>函數可傳遞物件到函數內，經比較後傳回面積較大的物件</a:t>
            </a:r>
          </a:p>
        </p:txBody>
      </p:sp>
      <p:sp>
        <p:nvSpPr>
          <p:cNvPr id="696325" name="AutoShape 5">
            <a:extLst>
              <a:ext uri="{FF2B5EF4-FFF2-40B4-BE49-F238E27FC236}">
                <a16:creationId xmlns:a16="http://schemas.microsoft.com/office/drawing/2014/main" id="{B4A9219B-C794-47FF-8264-6D3D461BA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物件的進階處理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BFC6EB-1378-4ACB-B727-4A2B53CEE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4526136"/>
            <a:ext cx="2926593" cy="1561234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E2DF822-1D5A-4CD2-B1C1-D2648E907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775" y="2605456"/>
            <a:ext cx="3708412" cy="16470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A07767D-27CC-4325-AE14-3BAF7864F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8534"/>
            <a:ext cx="5095527" cy="5588643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5B2AEBFA-6F6B-4DD5-8001-0A652C48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F80B-F1A1-4991-B287-4DA581B49CDB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F9A43B0D-A7CB-41D0-A568-B6AE293B3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27348"/>
          </a:xfrm>
        </p:spPr>
        <p:txBody>
          <a:bodyPr/>
          <a:lstStyle/>
          <a:p>
            <a:r>
              <a:rPr lang="zh-TW" altLang="en-US" dirty="0"/>
              <a:t>建立物件陣列 </a:t>
            </a:r>
            <a:endParaRPr lang="en-US" altLang="zh-TW" dirty="0"/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8D5F610E-284A-4BD8-9D37-29E489BD0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0" y="1278176"/>
            <a:ext cx="2880320" cy="422632"/>
          </a:xfrm>
          <a:solidFill>
            <a:srgbClr val="FFFFCC"/>
          </a:solidFill>
          <a:ln>
            <a:solidFill>
              <a:srgbClr val="008000"/>
            </a:solidFill>
          </a:ln>
        </p:spPr>
        <p:txBody>
          <a:bodyPr/>
          <a:lstStyle/>
          <a:p>
            <a:r>
              <a:rPr lang="zh-TW" altLang="en-US" sz="2000" dirty="0"/>
              <a:t>物件陣列的使用範例 </a:t>
            </a:r>
          </a:p>
        </p:txBody>
      </p:sp>
      <p:sp>
        <p:nvSpPr>
          <p:cNvPr id="698373" name="AutoShape 5">
            <a:extLst>
              <a:ext uri="{FF2B5EF4-FFF2-40B4-BE49-F238E27FC236}">
                <a16:creationId xmlns:a16="http://schemas.microsoft.com/office/drawing/2014/main" id="{67AF0DF0-6B7D-41CE-9FE6-865899D0D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物件的進階處理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C19F419-B04C-46E7-8D6E-06E0031B3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607" y="5024956"/>
            <a:ext cx="2379075" cy="15679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E297876-F514-4690-8734-C0F8B07A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1017188"/>
            <a:ext cx="5094409" cy="561761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53A90AB-D673-4859-9DE7-EE07D3BF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80" y="2153691"/>
            <a:ext cx="3689808" cy="1058188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8097EFBF-7A3C-4128-AE51-38958A7D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FFBCE-8394-4F0A-BCCE-7698FD7F50C5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700418" name="Rectangle 2">
            <a:extLst>
              <a:ext uri="{FF2B5EF4-FFF2-40B4-BE49-F238E27FC236}">
                <a16:creationId xmlns:a16="http://schemas.microsoft.com/office/drawing/2014/main" id="{9956E4D1-A9EB-49E5-BF27-44E94017E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傳遞物件陣列到函數</a:t>
            </a:r>
            <a:endParaRPr lang="en-US" altLang="zh-TW" dirty="0"/>
          </a:p>
        </p:txBody>
      </p:sp>
      <p:sp>
        <p:nvSpPr>
          <p:cNvPr id="700422" name="AutoShape 6">
            <a:extLst>
              <a:ext uri="{FF2B5EF4-FFF2-40B4-BE49-F238E27FC236}">
                <a16:creationId xmlns:a16="http://schemas.microsoft.com/office/drawing/2014/main" id="{94938BB6-90DE-4D0C-B891-DF7CD4D2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物件的進階處理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780ADC-A0DE-4367-A009-A0F1C2CF0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040" y="3486430"/>
            <a:ext cx="2854660" cy="249960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93B6710-7FF2-42E2-B24A-ACFF748CAD28}"/>
              </a:ext>
            </a:extLst>
          </p:cNvPr>
          <p:cNvSpPr/>
          <p:nvPr/>
        </p:nvSpPr>
        <p:spPr bwMode="auto">
          <a:xfrm>
            <a:off x="899592" y="4114800"/>
            <a:ext cx="3924436" cy="2235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cxnSp>
        <p:nvCxnSpPr>
          <p:cNvPr id="9" name="接點: 弧形 8">
            <a:extLst>
              <a:ext uri="{FF2B5EF4-FFF2-40B4-BE49-F238E27FC236}">
                <a16:creationId xmlns:a16="http://schemas.microsoft.com/office/drawing/2014/main" id="{61BD17F8-BDF4-4789-B7A7-0AF9475CE40A}"/>
              </a:ext>
            </a:extLst>
          </p:cNvPr>
          <p:cNvCxnSpPr>
            <a:cxnSpLocks/>
            <a:stCxn id="6" idx="0"/>
            <a:endCxn id="5" idx="1"/>
          </p:cNvCxnSpPr>
          <p:nvPr/>
        </p:nvCxnSpPr>
        <p:spPr bwMode="auto">
          <a:xfrm rot="5400000" flipH="1" flipV="1">
            <a:off x="3001988" y="2542608"/>
            <a:ext cx="1432015" cy="1712370"/>
          </a:xfrm>
          <a:prstGeom prst="curvedConnector2">
            <a:avLst/>
          </a:prstGeom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369A060-AF99-4613-BD49-60CBA7A15655}"/>
              </a:ext>
            </a:extLst>
          </p:cNvPr>
          <p:cNvSpPr/>
          <p:nvPr/>
        </p:nvSpPr>
        <p:spPr bwMode="auto">
          <a:xfrm>
            <a:off x="6768244" y="4905164"/>
            <a:ext cx="252028" cy="216024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chemeClr val="bg1">
                      <a:lumMod val="200000"/>
                      <a:satMod val="200000"/>
                    </a:schemeClr>
                  </a:outerShdw>
                </a:cont>
                <a:cont type="tree" name="">
                  <a:effect ref="fillLine"/>
                  <a:outerShdw dist="38100" dir="2700000" algn="tl">
                    <a:schemeClr val="bg1">
                      <a:lumMod val="60000"/>
                      <a:satMod val="60000"/>
                    </a:schemeClr>
                  </a:outerShdw>
                </a:cont>
                <a:effect ref="fillLine"/>
              </a:effectDag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5EDED70-6714-45F3-8043-FEF2E8CFCE76}"/>
              </a:ext>
            </a:extLst>
          </p:cNvPr>
          <p:cNvSpPr/>
          <p:nvPr/>
        </p:nvSpPr>
        <p:spPr bwMode="auto">
          <a:xfrm>
            <a:off x="7272300" y="5229200"/>
            <a:ext cx="1362491" cy="288032"/>
          </a:xfrm>
          <a:prstGeom prst="roundRect">
            <a:avLst/>
          </a:prstGeom>
          <a:solidFill>
            <a:srgbClr val="FFCCCC"/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chemeClr val="bg1">
                        <a:lumMod val="200000"/>
                        <a:satMod val="200000"/>
                      </a:schemeClr>
                    </a:outerShdw>
                  </a:cont>
                  <a:cont type="tree" name="">
                    <a:effect ref="fillLine"/>
                    <a:outerShdw dist="38100" dir="2700000" algn="tl">
                      <a:schemeClr val="bg1">
                        <a:lumMod val="60000"/>
                        <a:satMod val="60000"/>
                      </a:schemeClr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括號內填上陣列名稱</a:t>
            </a:r>
          </a:p>
        </p:txBody>
      </p: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91ABC9D9-1CE6-492D-861C-43DBAC3D6283}"/>
              </a:ext>
            </a:extLst>
          </p:cNvPr>
          <p:cNvCxnSpPr>
            <a:cxnSpLocks/>
            <a:stCxn id="14" idx="2"/>
            <a:endCxn id="20" idx="1"/>
          </p:cNvCxnSpPr>
          <p:nvPr/>
        </p:nvCxnSpPr>
        <p:spPr bwMode="auto">
          <a:xfrm rot="16200000" flipH="1">
            <a:off x="6957265" y="5058181"/>
            <a:ext cx="252028" cy="378042"/>
          </a:xfrm>
          <a:prstGeom prst="curvedConnector2">
            <a:avLst/>
          </a:prstGeom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sm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14BD4C3-85B4-4291-B2CF-19EBA6488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2" y="1432783"/>
            <a:ext cx="5093053" cy="5318124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D5C7CD9A-4729-4EA4-8D91-54A65E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202D7-EE05-428C-885C-B806DCF7BAE7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03490" name="Rectangle 2">
            <a:extLst>
              <a:ext uri="{FF2B5EF4-FFF2-40B4-BE49-F238E27FC236}">
                <a16:creationId xmlns:a16="http://schemas.microsoft.com/office/drawing/2014/main" id="{4309184C-3761-4787-96A3-F7270D52D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資料成員與成員函數的複習</a:t>
            </a:r>
            <a:r>
              <a:rPr lang="en-US" altLang="zh-TW" dirty="0"/>
              <a:t> </a:t>
            </a:r>
          </a:p>
        </p:txBody>
      </p:sp>
      <p:sp>
        <p:nvSpPr>
          <p:cNvPr id="703491" name="Rectangle 3">
            <a:extLst>
              <a:ext uri="{FF2B5EF4-FFF2-40B4-BE49-F238E27FC236}">
                <a16:creationId xmlns:a16="http://schemas.microsoft.com/office/drawing/2014/main" id="{244F0925-A434-4269-A2D3-B0B3A31FA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9524" y="1711014"/>
            <a:ext cx="4284476" cy="2496165"/>
          </a:xfrm>
        </p:spPr>
        <p:txBody>
          <a:bodyPr/>
          <a:lstStyle/>
          <a:p>
            <a:r>
              <a:rPr lang="zh-TW" altLang="en-US" sz="1800" dirty="0"/>
              <a:t>實例</a:t>
            </a:r>
            <a:r>
              <a:rPr lang="zh-TW" altLang="en-US" sz="1800" b="1" dirty="0">
                <a:solidFill>
                  <a:srgbClr val="FF0000"/>
                </a:solidFill>
              </a:rPr>
              <a:t>變數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1600" dirty="0"/>
              <a:t>不同的物件之變數</a:t>
            </a:r>
            <a:r>
              <a:rPr lang="zh-TW" altLang="en-US" sz="1600" b="1" dirty="0">
                <a:solidFill>
                  <a:srgbClr val="FF0000"/>
                </a:solidFill>
              </a:rPr>
              <a:t>各自獨立</a:t>
            </a:r>
            <a:r>
              <a:rPr lang="zh-TW" altLang="en-US" sz="1600" dirty="0"/>
              <a:t>，且存於不同的記憶體內</a:t>
            </a:r>
            <a:endParaRPr lang="en-US" altLang="zh-TW" sz="1600" dirty="0"/>
          </a:p>
          <a:p>
            <a:r>
              <a:rPr lang="zh-TW" altLang="en-US" sz="1800" dirty="0"/>
              <a:t>實例</a:t>
            </a:r>
            <a:r>
              <a:rPr lang="zh-TW" altLang="en-US" sz="1800" b="1" dirty="0">
                <a:solidFill>
                  <a:srgbClr val="FF0000"/>
                </a:solidFill>
              </a:rPr>
              <a:t>函數</a:t>
            </a:r>
            <a:endParaRPr lang="en-US" altLang="zh-TW" sz="1800" b="1" dirty="0">
              <a:solidFill>
                <a:srgbClr val="FF0000"/>
              </a:solidFill>
            </a:endParaRPr>
          </a:p>
          <a:p>
            <a:pPr lvl="1"/>
            <a:r>
              <a:rPr lang="zh-TW" altLang="en-US" sz="1600" dirty="0"/>
              <a:t>必須</a:t>
            </a:r>
            <a:r>
              <a:rPr lang="zh-TW" altLang="en-US" sz="1600" b="1" dirty="0">
                <a:solidFill>
                  <a:srgbClr val="FF0000"/>
                </a:solidFill>
              </a:rPr>
              <a:t>利用物件來呼叫</a:t>
            </a:r>
            <a:r>
              <a:rPr lang="zh-TW" altLang="en-US" sz="1600" dirty="0"/>
              <a:t>的函數</a:t>
            </a:r>
            <a:endParaRPr lang="en-US" altLang="zh-TW" sz="1600" dirty="0"/>
          </a:p>
          <a:p>
            <a:endParaRPr lang="en-US" altLang="zh-TW" sz="1800" dirty="0"/>
          </a:p>
        </p:txBody>
      </p:sp>
      <p:sp>
        <p:nvSpPr>
          <p:cNvPr id="703492" name="AutoShape 4">
            <a:extLst>
              <a:ext uri="{FF2B5EF4-FFF2-40B4-BE49-F238E27FC236}">
                <a16:creationId xmlns:a16="http://schemas.microsoft.com/office/drawing/2014/main" id="{470661A9-371B-4BA7-9A07-BDBE87D9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812D20B-7BC7-4DD3-AC1E-EA7C722C6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844" y="4230573"/>
            <a:ext cx="2576118" cy="2367077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F05CC4C3-394D-490A-9CDA-582F624CF9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04"/>
          <a:stretch/>
        </p:blipFill>
        <p:spPr bwMode="auto">
          <a:xfrm>
            <a:off x="5626946" y="3571113"/>
            <a:ext cx="3210194" cy="501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60A78B8A-C87C-4C9A-9E56-DAC4C376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E835-9A9A-493A-B741-4EB1B5CC9172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06562" name="Rectangle 2">
            <a:extLst>
              <a:ext uri="{FF2B5EF4-FFF2-40B4-BE49-F238E27FC236}">
                <a16:creationId xmlns:a16="http://schemas.microsoft.com/office/drawing/2014/main" id="{35DA5EE0-B4F2-49DE-AB90-92EF665E2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靜態資料成員 </a:t>
            </a:r>
          </a:p>
        </p:txBody>
      </p:sp>
      <p:sp>
        <p:nvSpPr>
          <p:cNvPr id="706563" name="Rectangle 3">
            <a:extLst>
              <a:ext uri="{FF2B5EF4-FFF2-40B4-BE49-F238E27FC236}">
                <a16:creationId xmlns:a16="http://schemas.microsoft.com/office/drawing/2014/main" id="{8AFE40B7-012E-4B22-9EB8-3F51E4D92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靜態資料成員由所有的物件所</a:t>
            </a:r>
            <a:r>
              <a:rPr lang="zh-TW" altLang="en-US" sz="2600" b="1" dirty="0">
                <a:solidFill>
                  <a:srgbClr val="FF0000"/>
                </a:solidFill>
              </a:rPr>
              <a:t>共享</a:t>
            </a:r>
          </a:p>
          <a:p>
            <a:r>
              <a:rPr lang="zh-TW" altLang="en-US" sz="2600" dirty="0"/>
              <a:t>靜態資料成員可利用</a:t>
            </a:r>
            <a:r>
              <a:rPr lang="en-US" altLang="zh-TW" sz="2600" b="1" dirty="0">
                <a:solidFill>
                  <a:srgbClr val="FF0000"/>
                </a:solidFill>
              </a:rPr>
              <a:t>static</a:t>
            </a:r>
            <a:r>
              <a:rPr lang="zh-TW" altLang="en-US" sz="2600" dirty="0"/>
              <a:t>來宣告</a:t>
            </a:r>
          </a:p>
          <a:p>
            <a:r>
              <a:rPr lang="zh-TW" altLang="en-US" sz="2600" dirty="0"/>
              <a:t>想在類別外存取靜態資料成員，可用下面的語法表示 </a:t>
            </a:r>
          </a:p>
        </p:txBody>
      </p:sp>
      <p:sp>
        <p:nvSpPr>
          <p:cNvPr id="706565" name="AutoShape 5">
            <a:extLst>
              <a:ext uri="{FF2B5EF4-FFF2-40B4-BE49-F238E27FC236}">
                <a16:creationId xmlns:a16="http://schemas.microsoft.com/office/drawing/2014/main" id="{823853AA-435E-4AE4-97F4-7F049285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2D28C1D-CADF-42B3-866A-1E298F0E7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76" y="3681029"/>
            <a:ext cx="3529099" cy="11511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94CE0D4-C814-47B3-876D-35BDDC30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4" y="1004281"/>
            <a:ext cx="4919172" cy="5791927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5E455DC-519D-4688-AE19-B9B72195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1B4F-B8E5-41C2-87F7-7AD460811F01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07586" name="Rectangle 2">
            <a:extLst>
              <a:ext uri="{FF2B5EF4-FFF2-40B4-BE49-F238E27FC236}">
                <a16:creationId xmlns:a16="http://schemas.microsoft.com/office/drawing/2014/main" id="{3C772F64-2B52-4486-8698-5768D4763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65621"/>
          </a:xfrm>
        </p:spPr>
        <p:txBody>
          <a:bodyPr/>
          <a:lstStyle/>
          <a:p>
            <a:r>
              <a:rPr lang="zh-TW" altLang="en-US" dirty="0"/>
              <a:t>靜態資料成員的使用</a:t>
            </a:r>
            <a:endParaRPr lang="en-US" altLang="zh-TW" dirty="0"/>
          </a:p>
        </p:txBody>
      </p:sp>
      <p:sp>
        <p:nvSpPr>
          <p:cNvPr id="707587" name="Rectangle 3">
            <a:extLst>
              <a:ext uri="{FF2B5EF4-FFF2-40B4-BE49-F238E27FC236}">
                <a16:creationId xmlns:a16="http://schemas.microsoft.com/office/drawing/2014/main" id="{11BC3344-B1E5-4BCA-B971-2F648BA61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6016" y="1143000"/>
            <a:ext cx="3174268" cy="446314"/>
          </a:xfrm>
          <a:solidFill>
            <a:srgbClr val="FFFFCC"/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zh-TW" altLang="en-US" sz="2000" dirty="0"/>
              <a:t>靜態資料成員使用範例 </a:t>
            </a:r>
          </a:p>
        </p:txBody>
      </p:sp>
      <p:sp>
        <p:nvSpPr>
          <p:cNvPr id="707589" name="AutoShape 5">
            <a:extLst>
              <a:ext uri="{FF2B5EF4-FFF2-40B4-BE49-F238E27FC236}">
                <a16:creationId xmlns:a16="http://schemas.microsoft.com/office/drawing/2014/main" id="{BE41A9F0-12B6-41E3-910F-B22D01EA2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6B7161-CFDD-4027-871B-CB16BE660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01361"/>
            <a:ext cx="4490439" cy="4111038"/>
          </a:xfrm>
          <a:prstGeom prst="rect">
            <a:avLst/>
          </a:prstGeom>
          <a:ln>
            <a:solidFill>
              <a:srgbClr val="99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AFA7151-5A27-44C3-A2EE-E397C1139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866990"/>
            <a:ext cx="4740694" cy="5868771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E5280CF3-F2A5-4854-A6FB-F9746E07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A71A0-3467-4CC4-B9C2-DC1C9C9BBCDA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10658" name="Rectangle 2">
            <a:extLst>
              <a:ext uri="{FF2B5EF4-FFF2-40B4-BE49-F238E27FC236}">
                <a16:creationId xmlns:a16="http://schemas.microsoft.com/office/drawing/2014/main" id="{90271AAD-4C06-45FE-8A62-756E9DCB1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93" y="122238"/>
            <a:ext cx="7543800" cy="1146522"/>
          </a:xfrm>
        </p:spPr>
        <p:txBody>
          <a:bodyPr/>
          <a:lstStyle/>
          <a:p>
            <a:r>
              <a:rPr lang="zh-TW" altLang="en-US" dirty="0"/>
              <a:t>靜態資料成員宣告成</a:t>
            </a:r>
            <a:br>
              <a:rPr lang="en-US" altLang="zh-TW" dirty="0"/>
            </a:br>
            <a:r>
              <a:rPr lang="en-US" altLang="zh-TW" dirty="0"/>
              <a:t>private</a:t>
            </a:r>
          </a:p>
        </p:txBody>
      </p:sp>
      <p:sp>
        <p:nvSpPr>
          <p:cNvPr id="710659" name="Rectangle 3">
            <a:extLst>
              <a:ext uri="{FF2B5EF4-FFF2-40B4-BE49-F238E27FC236}">
                <a16:creationId xmlns:a16="http://schemas.microsoft.com/office/drawing/2014/main" id="{651FE9AD-D8EE-4EA0-86D4-13C3F176A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652" y="1844824"/>
            <a:ext cx="2573321" cy="720080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pPr algn="just"/>
            <a:r>
              <a:rPr lang="zh-TW" altLang="en-US" sz="2000" dirty="0"/>
              <a:t>將靜態資料成員宣告成</a:t>
            </a:r>
            <a:r>
              <a:rPr lang="en-US" altLang="zh-TW" sz="2000" dirty="0"/>
              <a:t>private</a:t>
            </a:r>
            <a:r>
              <a:rPr lang="zh-TW" altLang="en-US" sz="2000" dirty="0"/>
              <a:t>的範例</a:t>
            </a:r>
          </a:p>
        </p:txBody>
      </p:sp>
      <p:sp>
        <p:nvSpPr>
          <p:cNvPr id="710660" name="AutoShape 4">
            <a:extLst>
              <a:ext uri="{FF2B5EF4-FFF2-40B4-BE49-F238E27FC236}">
                <a16:creationId xmlns:a16="http://schemas.microsoft.com/office/drawing/2014/main" id="{BD2FD9CC-2892-47CB-A4E7-333B52F25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AB26ABF4-5066-40A1-9A13-F8AD3F15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1DE5F-A3AB-41EB-8B5C-F4D2D50C41DA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12706" name="Rectangle 2">
            <a:extLst>
              <a:ext uri="{FF2B5EF4-FFF2-40B4-BE49-F238E27FC236}">
                <a16:creationId xmlns:a16="http://schemas.microsoft.com/office/drawing/2014/main" id="{7CE31A6C-FD68-416B-BB36-E07980FA7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靜態成員函數 </a:t>
            </a:r>
          </a:p>
        </p:txBody>
      </p:sp>
      <p:sp>
        <p:nvSpPr>
          <p:cNvPr id="712707" name="Rectangle 3">
            <a:extLst>
              <a:ext uri="{FF2B5EF4-FFF2-40B4-BE49-F238E27FC236}">
                <a16:creationId xmlns:a16="http://schemas.microsoft.com/office/drawing/2014/main" id="{C4B4D8B7-BFB9-4F2F-88E1-39282C3A2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於</a:t>
            </a:r>
            <a:r>
              <a:rPr lang="en-US" altLang="zh-TW" sz="2600" dirty="0"/>
              <a:t>Ch13_14</a:t>
            </a:r>
            <a:r>
              <a:rPr lang="zh-TW" altLang="en-US" sz="2600" dirty="0"/>
              <a:t>中，所有的</a:t>
            </a:r>
            <a:r>
              <a:rPr lang="en-US" altLang="zh-TW" sz="2600" dirty="0"/>
              <a:t>count() </a:t>
            </a:r>
            <a:r>
              <a:rPr lang="zh-TW" altLang="en-US" sz="2600" dirty="0"/>
              <a:t>均是透過物件來呼叫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en-US" altLang="zh-TW" sz="2600" dirty="0"/>
              <a:t>count() </a:t>
            </a:r>
            <a:r>
              <a:rPr lang="zh-TW" altLang="en-US" sz="2600" dirty="0"/>
              <a:t>也可以宣告成「靜態成員函數」 </a:t>
            </a:r>
          </a:p>
          <a:p>
            <a:endParaRPr lang="zh-TW" altLang="en-US" sz="2600" dirty="0"/>
          </a:p>
          <a:p>
            <a:pPr lvl="1">
              <a:buFont typeface="Wingdings" panose="05000000000000000000" pitchFamily="2" charset="2"/>
              <a:buNone/>
            </a:pPr>
            <a:endParaRPr lang="zh-TW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dirty="0"/>
              <a:t>如此便可直接用</a:t>
            </a:r>
            <a:r>
              <a:rPr lang="zh-TW" altLang="en-US" b="1" dirty="0">
                <a:solidFill>
                  <a:srgbClr val="FF0000"/>
                </a:solidFill>
              </a:rPr>
              <a:t>類別</a:t>
            </a:r>
            <a:r>
              <a:rPr lang="zh-TW" altLang="en-US" dirty="0"/>
              <a:t>來呼叫它  </a:t>
            </a:r>
          </a:p>
        </p:txBody>
      </p:sp>
      <p:sp>
        <p:nvSpPr>
          <p:cNvPr id="712708" name="AutoShape 4">
            <a:extLst>
              <a:ext uri="{FF2B5EF4-FFF2-40B4-BE49-F238E27FC236}">
                <a16:creationId xmlns:a16="http://schemas.microsoft.com/office/drawing/2014/main" id="{D6694FD0-7952-4E1C-84FF-C40CD940A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712709" name="Picture 5">
            <a:extLst>
              <a:ext uri="{FF2B5EF4-FFF2-40B4-BE49-F238E27FC236}">
                <a16:creationId xmlns:a16="http://schemas.microsoft.com/office/drawing/2014/main" id="{73324BEC-0497-4A59-8880-81FF2463A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636838"/>
            <a:ext cx="5732462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2711" name="Picture 7">
            <a:extLst>
              <a:ext uri="{FF2B5EF4-FFF2-40B4-BE49-F238E27FC236}">
                <a16:creationId xmlns:a16="http://schemas.microsoft.com/office/drawing/2014/main" id="{7C38D304-E644-45AB-B898-B08B3CC5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6057900"/>
            <a:ext cx="6121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926DAF00-6EB7-44EF-A602-7F9C74B82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938" y="4222750"/>
            <a:ext cx="6050804" cy="8611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B2C7EDF-FF95-4EAC-AD9E-CE49705D4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76" y="1148397"/>
            <a:ext cx="5804626" cy="4871628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A56A472D-1361-4A43-99B9-C300E3F6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3B07D-D80B-4548-BF5E-5C8602A11A14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13730" name="Rectangle 2">
            <a:extLst>
              <a:ext uri="{FF2B5EF4-FFF2-40B4-BE49-F238E27FC236}">
                <a16:creationId xmlns:a16="http://schemas.microsoft.com/office/drawing/2014/main" id="{52B19275-3AF1-4638-B937-8F2D8A109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zh-TW" altLang="en-US" dirty="0"/>
              <a:t>靜態成員函數的使用</a:t>
            </a:r>
            <a:endParaRPr lang="en-US" altLang="zh-TW" dirty="0"/>
          </a:p>
        </p:txBody>
      </p:sp>
      <p:sp>
        <p:nvSpPr>
          <p:cNvPr id="713731" name="Rectangle 3">
            <a:extLst>
              <a:ext uri="{FF2B5EF4-FFF2-40B4-BE49-F238E27FC236}">
                <a16:creationId xmlns:a16="http://schemas.microsoft.com/office/drawing/2014/main" id="{4F40C0BD-DDC8-4F56-8653-69A845C1A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92337" y="1567503"/>
            <a:ext cx="2904505" cy="786482"/>
          </a:xfrm>
          <a:solidFill>
            <a:srgbClr val="FFFFCC"/>
          </a:solidFill>
          <a:ln>
            <a:solidFill>
              <a:srgbClr val="9900CC"/>
            </a:solidFill>
          </a:ln>
        </p:spPr>
        <p:txBody>
          <a:bodyPr/>
          <a:lstStyle/>
          <a:p>
            <a:r>
              <a:rPr lang="zh-TW" altLang="en-US" sz="2000" dirty="0"/>
              <a:t>把</a:t>
            </a:r>
            <a:r>
              <a:rPr lang="en-US" altLang="zh-TW" sz="2000" dirty="0"/>
              <a:t>count() </a:t>
            </a:r>
            <a:r>
              <a:rPr lang="zh-TW" altLang="en-US" sz="2000" dirty="0"/>
              <a:t>函數改寫成「靜態成員函數」 </a:t>
            </a:r>
          </a:p>
        </p:txBody>
      </p:sp>
      <p:sp>
        <p:nvSpPr>
          <p:cNvPr id="713732" name="AutoShape 4">
            <a:extLst>
              <a:ext uri="{FF2B5EF4-FFF2-40B4-BE49-F238E27FC236}">
                <a16:creationId xmlns:a16="http://schemas.microsoft.com/office/drawing/2014/main" id="{F171DF73-4A63-4784-9BEA-A86A84CD4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C32F4DD-BC03-4D9C-AC3D-611E461A78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688"/>
          <a:stretch/>
        </p:blipFill>
        <p:spPr>
          <a:xfrm>
            <a:off x="6498431" y="3012768"/>
            <a:ext cx="2483755" cy="30466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68828C7-98D3-44D4-82A9-9AE81D80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BAF0-DB39-439F-B4B5-8503EAED5033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15778" name="Rectangle 2">
            <a:extLst>
              <a:ext uri="{FF2B5EF4-FFF2-40B4-BE49-F238E27FC236}">
                <a16:creationId xmlns:a16="http://schemas.microsoft.com/office/drawing/2014/main" id="{B9520047-E170-48AA-AA3D-6908EFCA9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靜態成員函數的使用限制 </a:t>
            </a:r>
            <a:r>
              <a:rPr lang="en-US" altLang="zh-TW"/>
              <a:t>(1/2)</a:t>
            </a:r>
          </a:p>
        </p:txBody>
      </p:sp>
      <p:sp>
        <p:nvSpPr>
          <p:cNvPr id="715779" name="Rectangle 3">
            <a:extLst>
              <a:ext uri="{FF2B5EF4-FFF2-40B4-BE49-F238E27FC236}">
                <a16:creationId xmlns:a16="http://schemas.microsoft.com/office/drawing/2014/main" id="{E1CB2BE7-033B-469D-94A6-BD6421A6C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「靜態成員函數」</a:t>
            </a:r>
            <a:r>
              <a:rPr lang="zh-TW" altLang="en-US" sz="2600" b="1" dirty="0">
                <a:solidFill>
                  <a:srgbClr val="FF0000"/>
                </a:solidFill>
              </a:rPr>
              <a:t>不能</a:t>
            </a:r>
            <a:r>
              <a:rPr lang="zh-TW" altLang="en-US" sz="2600" dirty="0"/>
              <a:t>取用類別內一般的變數或函數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如果把</a:t>
            </a:r>
            <a:r>
              <a:rPr lang="en-US" altLang="zh-TW" sz="2200" dirty="0"/>
              <a:t>Ch13_15</a:t>
            </a:r>
            <a:r>
              <a:rPr lang="zh-TW" altLang="en-US" sz="2200" dirty="0"/>
              <a:t>的</a:t>
            </a:r>
            <a:r>
              <a:rPr lang="en-US" altLang="zh-TW" sz="2200" dirty="0"/>
              <a:t>count() </a:t>
            </a:r>
            <a:r>
              <a:rPr lang="zh-TW" altLang="en-US" sz="2200" dirty="0"/>
              <a:t>函數修改成如下的程式碼：</a:t>
            </a:r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則編譯時會產生錯誤</a:t>
            </a:r>
          </a:p>
          <a:p>
            <a:r>
              <a:rPr lang="zh-TW" altLang="en-US" sz="2600" dirty="0"/>
              <a:t>「非靜態變數」</a:t>
            </a:r>
            <a:r>
              <a:rPr lang="zh-TW" altLang="en-US" sz="2600" b="1" dirty="0">
                <a:solidFill>
                  <a:srgbClr val="FF0000"/>
                </a:solidFill>
              </a:rPr>
              <a:t>無法</a:t>
            </a:r>
            <a:r>
              <a:rPr lang="zh-TW" altLang="en-US" sz="2600" dirty="0"/>
              <a:t>在靜態函數的</a:t>
            </a:r>
            <a:r>
              <a:rPr lang="zh-TW" altLang="en-US" sz="2600" b="1" dirty="0">
                <a:solidFill>
                  <a:srgbClr val="FF0000"/>
                </a:solidFill>
              </a:rPr>
              <a:t>內部</a:t>
            </a:r>
            <a:r>
              <a:rPr lang="zh-TW" altLang="en-US" sz="2600" dirty="0"/>
              <a:t>來呼叫</a:t>
            </a:r>
          </a:p>
          <a:p>
            <a:r>
              <a:rPr lang="zh-TW" altLang="en-US" sz="2600" dirty="0"/>
              <a:t>「非靜態函數」也不能直接在靜態函數的內部呼叫 </a:t>
            </a:r>
          </a:p>
        </p:txBody>
      </p:sp>
      <p:sp>
        <p:nvSpPr>
          <p:cNvPr id="715780" name="AutoShape 4">
            <a:extLst>
              <a:ext uri="{FF2B5EF4-FFF2-40B4-BE49-F238E27FC236}">
                <a16:creationId xmlns:a16="http://schemas.microsoft.com/office/drawing/2014/main" id="{A04BCA98-D1C3-4C64-98DD-5AC89B34C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A6583B9-C87B-4B43-AF3B-77C59F435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635" y="2933369"/>
            <a:ext cx="6728365" cy="9912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4D9CABDF-FDEC-45D8-A897-987D341B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28FAC-18AB-4A52-A59F-F2A3BDCE3C77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16802" name="Rectangle 2">
            <a:extLst>
              <a:ext uri="{FF2B5EF4-FFF2-40B4-BE49-F238E27FC236}">
                <a16:creationId xmlns:a16="http://schemas.microsoft.com/office/drawing/2014/main" id="{389ECC1B-BC26-47D4-B7B0-F16BC9668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靜態成員函數的使用限制 </a:t>
            </a:r>
            <a:r>
              <a:rPr lang="en-US" altLang="zh-TW"/>
              <a:t>(2/2)</a:t>
            </a:r>
          </a:p>
        </p:txBody>
      </p:sp>
      <p:sp>
        <p:nvSpPr>
          <p:cNvPr id="716803" name="Rectangle 3">
            <a:extLst>
              <a:ext uri="{FF2B5EF4-FFF2-40B4-BE49-F238E27FC236}">
                <a16:creationId xmlns:a16="http://schemas.microsoft.com/office/drawing/2014/main" id="{C8BD8AE5-F940-42E7-AB56-979F04AA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「靜態成員函數」內部不能使用</a:t>
            </a:r>
            <a:r>
              <a:rPr lang="en-US" altLang="zh-TW" sz="2600" b="1" dirty="0">
                <a:solidFill>
                  <a:srgbClr val="FF0000"/>
                </a:solidFill>
              </a:rPr>
              <a:t>this</a:t>
            </a:r>
            <a:r>
              <a:rPr lang="zh-TW" altLang="en-US" sz="2600" dirty="0"/>
              <a:t>關鍵字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例如下面的程式碼是錯誤的：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pPr lvl="1">
              <a:buFont typeface="Wingdings" panose="05000000000000000000" pitchFamily="2" charset="2"/>
              <a:buNone/>
            </a:pPr>
            <a:endParaRPr lang="zh-TW" altLang="en-US" sz="2200" dirty="0"/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200" dirty="0"/>
              <a:t>如果編譯上面的程式碼，將會得到下列的錯誤訊息 </a:t>
            </a:r>
          </a:p>
        </p:txBody>
      </p:sp>
      <p:sp>
        <p:nvSpPr>
          <p:cNvPr id="716804" name="AutoShape 4">
            <a:extLst>
              <a:ext uri="{FF2B5EF4-FFF2-40B4-BE49-F238E27FC236}">
                <a16:creationId xmlns:a16="http://schemas.microsoft.com/office/drawing/2014/main" id="{71459139-B15C-47C5-8FC2-88430533E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260350"/>
            <a:ext cx="262731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13.4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類別裡的靜態成員</a:t>
            </a:r>
          </a:p>
        </p:txBody>
      </p:sp>
      <p:pic>
        <p:nvPicPr>
          <p:cNvPr id="716806" name="Picture 6">
            <a:extLst>
              <a:ext uri="{FF2B5EF4-FFF2-40B4-BE49-F238E27FC236}">
                <a16:creationId xmlns:a16="http://schemas.microsoft.com/office/drawing/2014/main" id="{222CA5A9-CABA-46B1-AE70-AA2323C5C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5229225"/>
            <a:ext cx="61166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65A1A8D-CCAD-47AF-B8E0-EABC117B2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963" y="3068960"/>
            <a:ext cx="6930312" cy="9824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8A5505-C9A5-4965-8110-98A05709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ED294-FEB4-4190-A7A0-38E848D9515D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7802BAF9-CFC5-417C-84D6-8AADA2324D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4220</TotalTime>
  <Words>980</Words>
  <Application>Microsoft Office PowerPoint</Application>
  <PresentationFormat>如螢幕大小 (4:3)</PresentationFormat>
  <Paragraphs>172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Wingdings</vt:lpstr>
      <vt:lpstr>Arial</vt:lpstr>
      <vt:lpstr>Times New Roman</vt:lpstr>
      <vt:lpstr>Courier New</vt:lpstr>
      <vt:lpstr>Comic Sans MS</vt:lpstr>
      <vt:lpstr>default</vt:lpstr>
      <vt:lpstr>第十三章 類別的進階認識</vt:lpstr>
      <vt:lpstr>建構子的基本認識 </vt:lpstr>
      <vt:lpstr>建構子的使用範例 </vt:lpstr>
      <vt:lpstr>this指標 </vt:lpstr>
      <vt:lpstr>建構子的位置 </vt:lpstr>
      <vt:lpstr>建構子的多載</vt:lpstr>
      <vt:lpstr>預設的建構子</vt:lpstr>
      <vt:lpstr>預設的建構子範例</vt:lpstr>
      <vt:lpstr>建構子的公有與私有</vt:lpstr>
      <vt:lpstr>預設值的設定 (1/2) </vt:lpstr>
      <vt:lpstr>預設值的設定 (2/2)</vt:lpstr>
      <vt:lpstr>於建構子裡初始化成員的技巧 </vt:lpstr>
      <vt:lpstr>初始化串列的設值 </vt:lpstr>
      <vt:lpstr>設定引數預設值的注意事項 </vt:lpstr>
      <vt:lpstr>傳遞物件到函數裡 (1/2)</vt:lpstr>
      <vt:lpstr>傳遞物件到函數裡 (2/2)</vt:lpstr>
      <vt:lpstr>由函數傳回物件</vt:lpstr>
      <vt:lpstr>建立物件陣列 </vt:lpstr>
      <vt:lpstr>傳遞物件陣列到函數</vt:lpstr>
      <vt:lpstr>資料成員與成員函數的複習 </vt:lpstr>
      <vt:lpstr>靜態資料成員 </vt:lpstr>
      <vt:lpstr>靜態資料成員的使用</vt:lpstr>
      <vt:lpstr>靜態資料成員宣告成 private</vt:lpstr>
      <vt:lpstr>靜態成員函數 </vt:lpstr>
      <vt:lpstr>靜態成員函數的使用</vt:lpstr>
      <vt:lpstr>靜態成員函數的使用限制 (1/2)</vt:lpstr>
      <vt:lpstr>靜態成員函數的使用限制 (2/2)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157</cp:revision>
  <cp:lastPrinted>1601-01-01T00:00:00Z</cp:lastPrinted>
  <dcterms:created xsi:type="dcterms:W3CDTF">2007-03-13T09:49:44Z</dcterms:created>
  <dcterms:modified xsi:type="dcterms:W3CDTF">2024-11-13T07:49:38Z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