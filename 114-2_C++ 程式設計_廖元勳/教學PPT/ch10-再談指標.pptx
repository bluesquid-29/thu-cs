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22"/>
  </p:notesMasterIdLst>
  <p:handoutMasterIdLst>
    <p:handoutMasterId r:id="rId23"/>
  </p:handoutMasterIdLst>
  <p:sldIdLst>
    <p:sldId id="256" r:id="rId2"/>
    <p:sldId id="304" r:id="rId3"/>
    <p:sldId id="307" r:id="rId4"/>
    <p:sldId id="342" r:id="rId5"/>
    <p:sldId id="310" r:id="rId6"/>
    <p:sldId id="311" r:id="rId7"/>
    <p:sldId id="312" r:id="rId8"/>
    <p:sldId id="344" r:id="rId9"/>
    <p:sldId id="345" r:id="rId10"/>
    <p:sldId id="346" r:id="rId11"/>
    <p:sldId id="347" r:id="rId12"/>
    <p:sldId id="348" r:id="rId13"/>
    <p:sldId id="349" r:id="rId14"/>
    <p:sldId id="351" r:id="rId15"/>
    <p:sldId id="352" r:id="rId16"/>
    <p:sldId id="353" r:id="rId17"/>
    <p:sldId id="354" r:id="rId18"/>
    <p:sldId id="355" r:id="rId19"/>
    <p:sldId id="356" r:id="rId20"/>
    <p:sldId id="272" r:id="rId21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24"/>
      <p:bold r:id="rId25"/>
      <p:italic r:id="rId26"/>
      <p:boldItalic r:id="rId27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bg1"/>
        </a:solidFill>
        <a:effectDag name="">
          <a:cont type="tree" name="">
            <a:effect ref="fillLine"/>
            <a:outerShdw dist="38100" dir="13500000" algn="br">
              <a:schemeClr val="bg1">
                <a:lumMod val="200000"/>
                <a:satMod val="200000"/>
              </a:schemeClr>
            </a:outerShdw>
          </a:cont>
          <a:cont type="tree" name="">
            <a:effect ref="fillLine"/>
            <a:outerShdw dist="38100" dir="2700000" algn="tl">
              <a:schemeClr val="bg1">
                <a:lumMod val="60000"/>
                <a:satMod val="60000"/>
              </a:schemeClr>
            </a:outerShdw>
          </a:cont>
          <a:effect ref="fillLine"/>
        </a:effectDag>
        <a:latin typeface="Times New Roman" panose="02020603050405020304" pitchFamily="18" charset="0"/>
        <a:ea typeface="華康細圓體" panose="020F03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CCFF99"/>
    <a:srgbClr val="FFCCCC"/>
    <a:srgbClr val="CC0000"/>
    <a:srgbClr val="333399"/>
    <a:srgbClr val="9900CC"/>
    <a:srgbClr val="FFFF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>
        <p:scale>
          <a:sx n="70" d="100"/>
          <a:sy n="70" d="100"/>
        </p:scale>
        <p:origin x="82" y="293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4B14EC0C-BC7C-4055-9D0B-22E2AA523A45}"/>
    <pc:docChg chg="custSel delSld modSld">
      <pc:chgData name="Eclair Chen" userId="bee3a08289d85a0e" providerId="LiveId" clId="{4B14EC0C-BC7C-4055-9D0B-22E2AA523A45}" dt="2024-06-19T15:29:59.606" v="384"/>
      <pc:docMkLst>
        <pc:docMk/>
      </pc:docMkLst>
      <pc:sldChg chg="addSp delSp modSp mod">
        <pc:chgData name="Eclair Chen" userId="bee3a08289d85a0e" providerId="LiveId" clId="{4B14EC0C-BC7C-4055-9D0B-22E2AA523A45}" dt="2024-06-16T14:41:56.168" v="42" actId="6549"/>
        <pc:sldMkLst>
          <pc:docMk/>
          <pc:sldMk cId="0" sldId="304"/>
        </pc:sldMkLst>
        <pc:spChg chg="mod">
          <ac:chgData name="Eclair Chen" userId="bee3a08289d85a0e" providerId="LiveId" clId="{4B14EC0C-BC7C-4055-9D0B-22E2AA523A45}" dt="2024-06-16T14:41:56.168" v="42" actId="6549"/>
          <ac:spMkLst>
            <pc:docMk/>
            <pc:sldMk cId="0" sldId="304"/>
            <ac:spMk id="578564" creationId="{5FBFA0C1-AFD8-4509-83AB-E7C943CDF044}"/>
          </ac:spMkLst>
        </pc:spChg>
        <pc:spChg chg="mod">
          <ac:chgData name="Eclair Chen" userId="bee3a08289d85a0e" providerId="LiveId" clId="{4B14EC0C-BC7C-4055-9D0B-22E2AA523A45}" dt="2024-06-16T14:41:26.877" v="32"/>
          <ac:spMkLst>
            <pc:docMk/>
            <pc:sldMk cId="0" sldId="304"/>
            <ac:spMk id="578565" creationId="{9FD38596-AB5F-4946-97AE-A7B5F7E2355D}"/>
          </ac:spMkLst>
        </pc:spChg>
        <pc:picChg chg="add mod">
          <ac:chgData name="Eclair Chen" userId="bee3a08289d85a0e" providerId="LiveId" clId="{4B14EC0C-BC7C-4055-9D0B-22E2AA523A45}" dt="2024-06-16T14:41:52.079" v="36" actId="1076"/>
          <ac:picMkLst>
            <pc:docMk/>
            <pc:sldMk cId="0" sldId="304"/>
            <ac:picMk id="2" creationId="{C9CE550F-A741-4863-A623-A942CE5B67B6}"/>
          </ac:picMkLst>
        </pc:picChg>
        <pc:picChg chg="add mod">
          <ac:chgData name="Eclair Chen" userId="bee3a08289d85a0e" providerId="LiveId" clId="{4B14EC0C-BC7C-4055-9D0B-22E2AA523A45}" dt="2024-06-16T14:41:37.769" v="34" actId="1076"/>
          <ac:picMkLst>
            <pc:docMk/>
            <pc:sldMk cId="0" sldId="304"/>
            <ac:picMk id="10" creationId="{3CF20015-82E8-4F81-A7E6-1FDA60D95B8B}"/>
          </ac:picMkLst>
        </pc:picChg>
        <pc:picChg chg="add mod">
          <ac:chgData name="Eclair Chen" userId="bee3a08289d85a0e" providerId="LiveId" clId="{4B14EC0C-BC7C-4055-9D0B-22E2AA523A45}" dt="2024-06-16T14:41:45.038" v="35" actId="1076"/>
          <ac:picMkLst>
            <pc:docMk/>
            <pc:sldMk cId="0" sldId="304"/>
            <ac:picMk id="11" creationId="{D92C0A91-E036-49B3-801E-0FE576F894A5}"/>
          </ac:picMkLst>
        </pc:picChg>
        <pc:picChg chg="del">
          <ac:chgData name="Eclair Chen" userId="bee3a08289d85a0e" providerId="LiveId" clId="{4B14EC0C-BC7C-4055-9D0B-22E2AA523A45}" dt="2024-06-16T14:40:05.596" v="0" actId="478"/>
          <ac:picMkLst>
            <pc:docMk/>
            <pc:sldMk cId="0" sldId="304"/>
            <ac:picMk id="578570" creationId="{3B7E953C-D15A-4D29-AD4F-B06B8B802D97}"/>
          </ac:picMkLst>
        </pc:picChg>
      </pc:sldChg>
      <pc:sldChg chg="modSp del mod">
        <pc:chgData name="Eclair Chen" userId="bee3a08289d85a0e" providerId="LiveId" clId="{4B14EC0C-BC7C-4055-9D0B-22E2AA523A45}" dt="2024-06-16T14:42:02.335" v="43" actId="2696"/>
        <pc:sldMkLst>
          <pc:docMk/>
          <pc:sldMk cId="0" sldId="305"/>
        </pc:sldMkLst>
        <pc:spChg chg="mod">
          <ac:chgData name="Eclair Chen" userId="bee3a08289d85a0e" providerId="LiveId" clId="{4B14EC0C-BC7C-4055-9D0B-22E2AA523A45}" dt="2024-06-16T14:40:36.148" v="7" actId="20577"/>
          <ac:spMkLst>
            <pc:docMk/>
            <pc:sldMk cId="0" sldId="305"/>
            <ac:spMk id="579589" creationId="{1135F47F-2DEA-46C4-B3C1-730EE234C184}"/>
          </ac:spMkLst>
        </pc:spChg>
      </pc:sldChg>
      <pc:sldChg chg="addSp delSp modSp mod">
        <pc:chgData name="Eclair Chen" userId="bee3a08289d85a0e" providerId="LiveId" clId="{4B14EC0C-BC7C-4055-9D0B-22E2AA523A45}" dt="2024-06-19T15:18:12.292" v="277" actId="6549"/>
        <pc:sldMkLst>
          <pc:docMk/>
          <pc:sldMk cId="0" sldId="307"/>
        </pc:sldMkLst>
        <pc:spChg chg="mod">
          <ac:chgData name="Eclair Chen" userId="bee3a08289d85a0e" providerId="LiveId" clId="{4B14EC0C-BC7C-4055-9D0B-22E2AA523A45}" dt="2024-06-19T15:18:12.292" v="277" actId="6549"/>
          <ac:spMkLst>
            <pc:docMk/>
            <pc:sldMk cId="0" sldId="307"/>
            <ac:spMk id="581636" creationId="{295F9902-EF35-4DE9-919B-37D5C0A5D70A}"/>
          </ac:spMkLst>
        </pc:spChg>
        <pc:spChg chg="mod">
          <ac:chgData name="Eclair Chen" userId="bee3a08289d85a0e" providerId="LiveId" clId="{4B14EC0C-BC7C-4055-9D0B-22E2AA523A45}" dt="2024-06-16T14:43:44.764" v="54" actId="20577"/>
          <ac:spMkLst>
            <pc:docMk/>
            <pc:sldMk cId="0" sldId="307"/>
            <ac:spMk id="581651" creationId="{EBC78163-C056-48E5-AC05-A415C5A093DA}"/>
          </ac:spMkLst>
        </pc:spChg>
        <pc:picChg chg="add mod ord">
          <ac:chgData name="Eclair Chen" userId="bee3a08289d85a0e" providerId="LiveId" clId="{4B14EC0C-BC7C-4055-9D0B-22E2AA523A45}" dt="2024-06-19T15:17:15.543" v="267" actId="14100"/>
          <ac:picMkLst>
            <pc:docMk/>
            <pc:sldMk cId="0" sldId="307"/>
            <ac:picMk id="2" creationId="{72A6C72D-A4D1-4278-B899-0943693EAEE4}"/>
          </ac:picMkLst>
        </pc:picChg>
        <pc:picChg chg="add mod">
          <ac:chgData name="Eclair Chen" userId="bee3a08289d85a0e" providerId="LiveId" clId="{4B14EC0C-BC7C-4055-9D0B-22E2AA523A45}" dt="2024-06-19T15:17:47.368" v="270" actId="1440"/>
          <ac:picMkLst>
            <pc:docMk/>
            <pc:sldMk cId="0" sldId="307"/>
            <ac:picMk id="8" creationId="{274B68AC-3970-4106-890F-6162CC575169}"/>
          </ac:picMkLst>
        </pc:picChg>
        <pc:picChg chg="del">
          <ac:chgData name="Eclair Chen" userId="bee3a08289d85a0e" providerId="LiveId" clId="{4B14EC0C-BC7C-4055-9D0B-22E2AA523A45}" dt="2024-06-16T14:43:04.802" v="44" actId="478"/>
          <ac:picMkLst>
            <pc:docMk/>
            <pc:sldMk cId="0" sldId="307"/>
            <ac:picMk id="581652" creationId="{9B136E3E-078A-410B-9EAD-D151E1324601}"/>
          </ac:picMkLst>
        </pc:picChg>
        <pc:picChg chg="del">
          <ac:chgData name="Eclair Chen" userId="bee3a08289d85a0e" providerId="LiveId" clId="{4B14EC0C-BC7C-4055-9D0B-22E2AA523A45}" dt="2024-06-16T14:43:05.745" v="45" actId="478"/>
          <ac:picMkLst>
            <pc:docMk/>
            <pc:sldMk cId="0" sldId="307"/>
            <ac:picMk id="581653" creationId="{C4999B49-CC4F-43E2-BC5D-3296514B5188}"/>
          </ac:picMkLst>
        </pc:picChg>
        <pc:picChg chg="mod">
          <ac:chgData name="Eclair Chen" userId="bee3a08289d85a0e" providerId="LiveId" clId="{4B14EC0C-BC7C-4055-9D0B-22E2AA523A45}" dt="2024-06-19T15:18:01.936" v="272" actId="1076"/>
          <ac:picMkLst>
            <pc:docMk/>
            <pc:sldMk cId="0" sldId="307"/>
            <ac:picMk id="581654" creationId="{5A98A6D8-F7DA-48EF-B810-86481EBA470D}"/>
          </ac:picMkLst>
        </pc:picChg>
      </pc:sldChg>
      <pc:sldChg chg="addSp delSp modSp del mod">
        <pc:chgData name="Eclair Chen" userId="bee3a08289d85a0e" providerId="LiveId" clId="{4B14EC0C-BC7C-4055-9D0B-22E2AA523A45}" dt="2024-06-19T15:18:18.284" v="278" actId="2696"/>
        <pc:sldMkLst>
          <pc:docMk/>
          <pc:sldMk cId="0" sldId="308"/>
        </pc:sldMkLst>
        <pc:picChg chg="add mod">
          <ac:chgData name="Eclair Chen" userId="bee3a08289d85a0e" providerId="LiveId" clId="{4B14EC0C-BC7C-4055-9D0B-22E2AA523A45}" dt="2024-06-19T15:16:35.165" v="258" actId="1076"/>
          <ac:picMkLst>
            <pc:docMk/>
            <pc:sldMk cId="0" sldId="308"/>
            <ac:picMk id="2" creationId="{A40FBA8E-50A7-44CC-9381-1286E98D0FBA}"/>
          </ac:picMkLst>
        </pc:picChg>
        <pc:picChg chg="del">
          <ac:chgData name="Eclair Chen" userId="bee3a08289d85a0e" providerId="LiveId" clId="{4B14EC0C-BC7C-4055-9D0B-22E2AA523A45}" dt="2024-06-19T15:16:30.200" v="255" actId="478"/>
          <ac:picMkLst>
            <pc:docMk/>
            <pc:sldMk cId="0" sldId="308"/>
            <ac:picMk id="582691" creationId="{BD9054D5-104D-4DFF-82CC-9798E10ADC33}"/>
          </ac:picMkLst>
        </pc:picChg>
      </pc:sldChg>
      <pc:sldChg chg="del">
        <pc:chgData name="Eclair Chen" userId="bee3a08289d85a0e" providerId="LiveId" clId="{4B14EC0C-BC7C-4055-9D0B-22E2AA523A45}" dt="2024-06-16T14:46:41.554" v="78" actId="2696"/>
        <pc:sldMkLst>
          <pc:docMk/>
          <pc:sldMk cId="0" sldId="309"/>
        </pc:sldMkLst>
      </pc:sldChg>
      <pc:sldChg chg="addSp delSp modSp mod">
        <pc:chgData name="Eclair Chen" userId="bee3a08289d85a0e" providerId="LiveId" clId="{4B14EC0C-BC7C-4055-9D0B-22E2AA523A45}" dt="2024-06-16T14:47:52.018" v="84" actId="1076"/>
        <pc:sldMkLst>
          <pc:docMk/>
          <pc:sldMk cId="0" sldId="311"/>
        </pc:sldMkLst>
        <pc:picChg chg="add mod">
          <ac:chgData name="Eclair Chen" userId="bee3a08289d85a0e" providerId="LiveId" clId="{4B14EC0C-BC7C-4055-9D0B-22E2AA523A45}" dt="2024-06-16T14:47:52.018" v="84" actId="1076"/>
          <ac:picMkLst>
            <pc:docMk/>
            <pc:sldMk cId="0" sldId="311"/>
            <ac:picMk id="2" creationId="{B1C9B6C6-A248-4351-A12A-B718F32545BF}"/>
          </ac:picMkLst>
        </pc:picChg>
        <pc:picChg chg="del">
          <ac:chgData name="Eclair Chen" userId="bee3a08289d85a0e" providerId="LiveId" clId="{4B14EC0C-BC7C-4055-9D0B-22E2AA523A45}" dt="2024-06-16T14:47:41.164" v="79" actId="478"/>
          <ac:picMkLst>
            <pc:docMk/>
            <pc:sldMk cId="0" sldId="311"/>
            <ac:picMk id="585748" creationId="{D3EEEF35-228F-4363-AA4E-0694E222AF32}"/>
          </ac:picMkLst>
        </pc:picChg>
      </pc:sldChg>
      <pc:sldChg chg="addSp delSp modSp mod">
        <pc:chgData name="Eclair Chen" userId="bee3a08289d85a0e" providerId="LiveId" clId="{4B14EC0C-BC7C-4055-9D0B-22E2AA523A45}" dt="2024-06-19T15:21:13.567" v="285" actId="1440"/>
        <pc:sldMkLst>
          <pc:docMk/>
          <pc:sldMk cId="0" sldId="312"/>
        </pc:sldMkLst>
        <pc:spChg chg="add mod">
          <ac:chgData name="Eclair Chen" userId="bee3a08289d85a0e" providerId="LiveId" clId="{4B14EC0C-BC7C-4055-9D0B-22E2AA523A45}" dt="2024-06-16T14:51:17.882" v="122" actId="6549"/>
          <ac:spMkLst>
            <pc:docMk/>
            <pc:sldMk cId="0" sldId="312"/>
            <ac:spMk id="9" creationId="{6CA80943-85BB-4238-92D3-F5D0C355216C}"/>
          </ac:spMkLst>
        </pc:spChg>
        <pc:spChg chg="mod">
          <ac:chgData name="Eclair Chen" userId="bee3a08289d85a0e" providerId="LiveId" clId="{4B14EC0C-BC7C-4055-9D0B-22E2AA523A45}" dt="2024-06-16T14:50:00.572" v="105" actId="6549"/>
          <ac:spMkLst>
            <pc:docMk/>
            <pc:sldMk cId="0" sldId="312"/>
            <ac:spMk id="586756" creationId="{25996326-BAB1-4A06-8AE3-51A8562F704A}"/>
          </ac:spMkLst>
        </pc:spChg>
        <pc:spChg chg="mod">
          <ac:chgData name="Eclair Chen" userId="bee3a08289d85a0e" providerId="LiveId" clId="{4B14EC0C-BC7C-4055-9D0B-22E2AA523A45}" dt="2024-06-16T14:50:43.038" v="114" actId="1076"/>
          <ac:spMkLst>
            <pc:docMk/>
            <pc:sldMk cId="0" sldId="312"/>
            <ac:spMk id="586778" creationId="{B3A4DAF4-D0A3-41DC-9BBE-BF1A15770228}"/>
          </ac:spMkLst>
        </pc:spChg>
        <pc:picChg chg="add mod ord">
          <ac:chgData name="Eclair Chen" userId="bee3a08289d85a0e" providerId="LiveId" clId="{4B14EC0C-BC7C-4055-9D0B-22E2AA523A45}" dt="2024-06-16T14:50:32.126" v="112" actId="1076"/>
          <ac:picMkLst>
            <pc:docMk/>
            <pc:sldMk cId="0" sldId="312"/>
            <ac:picMk id="2" creationId="{FA23E251-7D1A-48FC-8299-C23DF343DF52}"/>
          </ac:picMkLst>
        </pc:picChg>
        <pc:picChg chg="add mod">
          <ac:chgData name="Eclair Chen" userId="bee3a08289d85a0e" providerId="LiveId" clId="{4B14EC0C-BC7C-4055-9D0B-22E2AA523A45}" dt="2024-06-16T14:51:29.894" v="124" actId="1076"/>
          <ac:picMkLst>
            <pc:docMk/>
            <pc:sldMk cId="0" sldId="312"/>
            <ac:picMk id="10" creationId="{4611F5C4-368F-476A-A9D7-E3A73F75DDCD}"/>
          </ac:picMkLst>
        </pc:picChg>
        <pc:picChg chg="add mod">
          <ac:chgData name="Eclair Chen" userId="bee3a08289d85a0e" providerId="LiveId" clId="{4B14EC0C-BC7C-4055-9D0B-22E2AA523A45}" dt="2024-06-19T15:21:13.567" v="285" actId="1440"/>
          <ac:picMkLst>
            <pc:docMk/>
            <pc:sldMk cId="0" sldId="312"/>
            <ac:picMk id="11" creationId="{1A231A37-2244-4C20-A939-1C464AF3BA0A}"/>
          </ac:picMkLst>
        </pc:picChg>
        <pc:picChg chg="del">
          <ac:chgData name="Eclair Chen" userId="bee3a08289d85a0e" providerId="LiveId" clId="{4B14EC0C-BC7C-4055-9D0B-22E2AA523A45}" dt="2024-06-16T14:49:02.722" v="85" actId="478"/>
          <ac:picMkLst>
            <pc:docMk/>
            <pc:sldMk cId="0" sldId="312"/>
            <ac:picMk id="586789" creationId="{2D9E54C9-D17B-40D6-95B0-421786C91E6E}"/>
          </ac:picMkLst>
        </pc:picChg>
      </pc:sldChg>
      <pc:sldChg chg="addSp delSp modSp mod">
        <pc:chgData name="Eclair Chen" userId="bee3a08289d85a0e" providerId="LiveId" clId="{4B14EC0C-BC7C-4055-9D0B-22E2AA523A45}" dt="2024-06-19T15:19:52.916" v="282" actId="14100"/>
        <pc:sldMkLst>
          <pc:docMk/>
          <pc:sldMk cId="0" sldId="342"/>
        </pc:sldMkLst>
        <pc:spChg chg="mod">
          <ac:chgData name="Eclair Chen" userId="bee3a08289d85a0e" providerId="LiveId" clId="{4B14EC0C-BC7C-4055-9D0B-22E2AA523A45}" dt="2024-06-16T14:45:54.823" v="72" actId="6549"/>
          <ac:spMkLst>
            <pc:docMk/>
            <pc:sldMk cId="0" sldId="342"/>
            <ac:spMk id="679938" creationId="{1C3AF83E-636A-4B09-B05F-B2DE233D8820}"/>
          </ac:spMkLst>
        </pc:spChg>
        <pc:spChg chg="mod">
          <ac:chgData name="Eclair Chen" userId="bee3a08289d85a0e" providerId="LiveId" clId="{4B14EC0C-BC7C-4055-9D0B-22E2AA523A45}" dt="2024-06-16T14:45:58.474" v="73" actId="14100"/>
          <ac:spMkLst>
            <pc:docMk/>
            <pc:sldMk cId="0" sldId="342"/>
            <ac:spMk id="679939" creationId="{9194DAE8-4741-47D6-814E-61F7E8A9658F}"/>
          </ac:spMkLst>
        </pc:spChg>
        <pc:picChg chg="add mod ord">
          <ac:chgData name="Eclair Chen" userId="bee3a08289d85a0e" providerId="LiveId" clId="{4B14EC0C-BC7C-4055-9D0B-22E2AA523A45}" dt="2024-06-16T14:45:31.932" v="62" actId="167"/>
          <ac:picMkLst>
            <pc:docMk/>
            <pc:sldMk cId="0" sldId="342"/>
            <ac:picMk id="2" creationId="{C75336B9-6576-47C4-9E45-E8E250259DA5}"/>
          </ac:picMkLst>
        </pc:picChg>
        <pc:picChg chg="add mod">
          <ac:chgData name="Eclair Chen" userId="bee3a08289d85a0e" providerId="LiveId" clId="{4B14EC0C-BC7C-4055-9D0B-22E2AA523A45}" dt="2024-06-19T15:19:52.916" v="282" actId="14100"/>
          <ac:picMkLst>
            <pc:docMk/>
            <pc:sldMk cId="0" sldId="342"/>
            <ac:picMk id="9" creationId="{BFD476B4-89C1-482F-87D0-7CA7EF7F1ADC}"/>
          </ac:picMkLst>
        </pc:picChg>
        <pc:picChg chg="del">
          <ac:chgData name="Eclair Chen" userId="bee3a08289d85a0e" providerId="LiveId" clId="{4B14EC0C-BC7C-4055-9D0B-22E2AA523A45}" dt="2024-06-16T14:45:06.562" v="55" actId="478"/>
          <ac:picMkLst>
            <pc:docMk/>
            <pc:sldMk cId="0" sldId="342"/>
            <ac:picMk id="679946" creationId="{34B84742-3AF4-496A-9C05-55446C463538}"/>
          </ac:picMkLst>
        </pc:picChg>
      </pc:sldChg>
      <pc:sldChg chg="del">
        <pc:chgData name="Eclair Chen" userId="bee3a08289d85a0e" providerId="LiveId" clId="{4B14EC0C-BC7C-4055-9D0B-22E2AA523A45}" dt="2024-06-16T14:51:38.752" v="125" actId="2696"/>
        <pc:sldMkLst>
          <pc:docMk/>
          <pc:sldMk cId="0" sldId="343"/>
        </pc:sldMkLst>
      </pc:sldChg>
      <pc:sldChg chg="addSp delSp modSp mod">
        <pc:chgData name="Eclair Chen" userId="bee3a08289d85a0e" providerId="LiveId" clId="{4B14EC0C-BC7C-4055-9D0B-22E2AA523A45}" dt="2024-06-16T14:53:16.002" v="138" actId="1076"/>
        <pc:sldMkLst>
          <pc:docMk/>
          <pc:sldMk cId="0" sldId="344"/>
        </pc:sldMkLst>
        <pc:spChg chg="mod">
          <ac:chgData name="Eclair Chen" userId="bee3a08289d85a0e" providerId="LiveId" clId="{4B14EC0C-BC7C-4055-9D0B-22E2AA523A45}" dt="2024-06-16T14:53:16.002" v="138" actId="1076"/>
          <ac:spMkLst>
            <pc:docMk/>
            <pc:sldMk cId="0" sldId="344"/>
            <ac:spMk id="681987" creationId="{B661E601-0DC8-4FAF-A364-319DFDD7A5C5}"/>
          </ac:spMkLst>
        </pc:spChg>
        <pc:picChg chg="add mod ord">
          <ac:chgData name="Eclair Chen" userId="bee3a08289d85a0e" providerId="LiveId" clId="{4B14EC0C-BC7C-4055-9D0B-22E2AA523A45}" dt="2024-06-16T14:52:55.313" v="131" actId="167"/>
          <ac:picMkLst>
            <pc:docMk/>
            <pc:sldMk cId="0" sldId="344"/>
            <ac:picMk id="2" creationId="{33DA8B30-1BF3-455F-B5FD-9F54261BF040}"/>
          </ac:picMkLst>
        </pc:picChg>
        <pc:picChg chg="del">
          <ac:chgData name="Eclair Chen" userId="bee3a08289d85a0e" providerId="LiveId" clId="{4B14EC0C-BC7C-4055-9D0B-22E2AA523A45}" dt="2024-06-16T14:52:42.780" v="126" actId="478"/>
          <ac:picMkLst>
            <pc:docMk/>
            <pc:sldMk cId="0" sldId="344"/>
            <ac:picMk id="681989" creationId="{84B28DE9-F976-44E4-B466-5C147A45F603}"/>
          </ac:picMkLst>
        </pc:picChg>
        <pc:picChg chg="del">
          <ac:chgData name="Eclair Chen" userId="bee3a08289d85a0e" providerId="LiveId" clId="{4B14EC0C-BC7C-4055-9D0B-22E2AA523A45}" dt="2024-06-16T14:52:44.652" v="127" actId="478"/>
          <ac:picMkLst>
            <pc:docMk/>
            <pc:sldMk cId="0" sldId="344"/>
            <ac:picMk id="681990" creationId="{AEEE102C-8F8C-471A-8FB4-EF0CEF175A85}"/>
          </ac:picMkLst>
        </pc:picChg>
      </pc:sldChg>
      <pc:sldChg chg="addSp delSp modSp mod">
        <pc:chgData name="Eclair Chen" userId="bee3a08289d85a0e" providerId="LiveId" clId="{4B14EC0C-BC7C-4055-9D0B-22E2AA523A45}" dt="2024-06-16T14:54:39.092" v="142" actId="14100"/>
        <pc:sldMkLst>
          <pc:docMk/>
          <pc:sldMk cId="0" sldId="345"/>
        </pc:sldMkLst>
        <pc:picChg chg="add mod">
          <ac:chgData name="Eclair Chen" userId="bee3a08289d85a0e" providerId="LiveId" clId="{4B14EC0C-BC7C-4055-9D0B-22E2AA523A45}" dt="2024-06-16T14:54:39.092" v="142" actId="14100"/>
          <ac:picMkLst>
            <pc:docMk/>
            <pc:sldMk cId="0" sldId="345"/>
            <ac:picMk id="2" creationId="{58299A95-8183-4D0D-BAA9-F5940288BC45}"/>
          </ac:picMkLst>
        </pc:picChg>
        <pc:picChg chg="del">
          <ac:chgData name="Eclair Chen" userId="bee3a08289d85a0e" providerId="LiveId" clId="{4B14EC0C-BC7C-4055-9D0B-22E2AA523A45}" dt="2024-06-16T14:54:33.083" v="139" actId="478"/>
          <ac:picMkLst>
            <pc:docMk/>
            <pc:sldMk cId="0" sldId="345"/>
            <ac:picMk id="683015" creationId="{0D0C144C-C6A4-427D-8642-11A15630D3BE}"/>
          </ac:picMkLst>
        </pc:picChg>
      </pc:sldChg>
      <pc:sldChg chg="addSp delSp modSp mod">
        <pc:chgData name="Eclair Chen" userId="bee3a08289d85a0e" providerId="LiveId" clId="{4B14EC0C-BC7C-4055-9D0B-22E2AA523A45}" dt="2024-06-19T15:22:27.848" v="286" actId="6549"/>
        <pc:sldMkLst>
          <pc:docMk/>
          <pc:sldMk cId="0" sldId="346"/>
        </pc:sldMkLst>
        <pc:spChg chg="mod">
          <ac:chgData name="Eclair Chen" userId="bee3a08289d85a0e" providerId="LiveId" clId="{4B14EC0C-BC7C-4055-9D0B-22E2AA523A45}" dt="2024-06-19T15:22:27.848" v="286" actId="6549"/>
          <ac:spMkLst>
            <pc:docMk/>
            <pc:sldMk cId="0" sldId="346"/>
            <ac:spMk id="684035" creationId="{F7BA3280-8A34-4B5B-9255-A01D8ECD27EB}"/>
          </ac:spMkLst>
        </pc:spChg>
        <pc:picChg chg="add mod">
          <ac:chgData name="Eclair Chen" userId="bee3a08289d85a0e" providerId="LiveId" clId="{4B14EC0C-BC7C-4055-9D0B-22E2AA523A45}" dt="2024-06-16T14:55:17.411" v="146" actId="1076"/>
          <ac:picMkLst>
            <pc:docMk/>
            <pc:sldMk cId="0" sldId="346"/>
            <ac:picMk id="2" creationId="{6FC269A7-CF75-4A77-B9B3-4844B2F6B250}"/>
          </ac:picMkLst>
        </pc:picChg>
        <pc:picChg chg="del">
          <ac:chgData name="Eclair Chen" userId="bee3a08289d85a0e" providerId="LiveId" clId="{4B14EC0C-BC7C-4055-9D0B-22E2AA523A45}" dt="2024-06-16T14:55:09.661" v="143" actId="478"/>
          <ac:picMkLst>
            <pc:docMk/>
            <pc:sldMk cId="0" sldId="346"/>
            <ac:picMk id="684037" creationId="{E2ED33BE-28FD-48A8-8457-F90FAB581E4F}"/>
          </ac:picMkLst>
        </pc:picChg>
      </pc:sldChg>
      <pc:sldChg chg="addSp delSp modSp mod">
        <pc:chgData name="Eclair Chen" userId="bee3a08289d85a0e" providerId="LiveId" clId="{4B14EC0C-BC7C-4055-9D0B-22E2AA523A45}" dt="2024-06-16T14:56:46.181" v="158" actId="1076"/>
        <pc:sldMkLst>
          <pc:docMk/>
          <pc:sldMk cId="0" sldId="347"/>
        </pc:sldMkLst>
        <pc:picChg chg="add mod">
          <ac:chgData name="Eclair Chen" userId="bee3a08289d85a0e" providerId="LiveId" clId="{4B14EC0C-BC7C-4055-9D0B-22E2AA523A45}" dt="2024-06-16T14:56:15.561" v="153" actId="1076"/>
          <ac:picMkLst>
            <pc:docMk/>
            <pc:sldMk cId="0" sldId="347"/>
            <ac:picMk id="2" creationId="{4C05BC92-1AA9-496D-A2EF-991689EAB039}"/>
          </ac:picMkLst>
        </pc:picChg>
        <pc:picChg chg="add mod">
          <ac:chgData name="Eclair Chen" userId="bee3a08289d85a0e" providerId="LiveId" clId="{4B14EC0C-BC7C-4055-9D0B-22E2AA523A45}" dt="2024-06-16T14:56:46.181" v="158" actId="1076"/>
          <ac:picMkLst>
            <pc:docMk/>
            <pc:sldMk cId="0" sldId="347"/>
            <ac:picMk id="3" creationId="{2CEE47F2-7FB5-477B-B41F-72CABA4B5AA4}"/>
          </ac:picMkLst>
        </pc:picChg>
        <pc:picChg chg="del">
          <ac:chgData name="Eclair Chen" userId="bee3a08289d85a0e" providerId="LiveId" clId="{4B14EC0C-BC7C-4055-9D0B-22E2AA523A45}" dt="2024-06-16T14:56:04.674" v="149" actId="478"/>
          <ac:picMkLst>
            <pc:docMk/>
            <pc:sldMk cId="0" sldId="347"/>
            <ac:picMk id="685061" creationId="{D57C7346-B501-464A-A4F9-9BCF8F2ACB74}"/>
          </ac:picMkLst>
        </pc:picChg>
        <pc:picChg chg="del">
          <ac:chgData name="Eclair Chen" userId="bee3a08289d85a0e" providerId="LiveId" clId="{4B14EC0C-BC7C-4055-9D0B-22E2AA523A45}" dt="2024-06-16T14:56:36.802" v="154" actId="478"/>
          <ac:picMkLst>
            <pc:docMk/>
            <pc:sldMk cId="0" sldId="347"/>
            <ac:picMk id="685064" creationId="{D5F39F52-2FBD-4529-BF43-CEBD2924BB37}"/>
          </ac:picMkLst>
        </pc:picChg>
      </pc:sldChg>
      <pc:sldChg chg="addSp delSp modSp mod">
        <pc:chgData name="Eclair Chen" userId="bee3a08289d85a0e" providerId="LiveId" clId="{4B14EC0C-BC7C-4055-9D0B-22E2AA523A45}" dt="2024-06-16T14:58:13.943" v="165" actId="1076"/>
        <pc:sldMkLst>
          <pc:docMk/>
          <pc:sldMk cId="0" sldId="348"/>
        </pc:sldMkLst>
        <pc:spChg chg="add del mod">
          <ac:chgData name="Eclair Chen" userId="bee3a08289d85a0e" providerId="LiveId" clId="{4B14EC0C-BC7C-4055-9D0B-22E2AA523A45}" dt="2024-06-16T14:58:08.317" v="162" actId="478"/>
          <ac:spMkLst>
            <pc:docMk/>
            <pc:sldMk cId="0" sldId="348"/>
            <ac:spMk id="2" creationId="{66F1D8FF-4A1C-4117-91E1-018292EDF924}"/>
          </ac:spMkLst>
        </pc:spChg>
        <pc:spChg chg="del">
          <ac:chgData name="Eclair Chen" userId="bee3a08289d85a0e" providerId="LiveId" clId="{4B14EC0C-BC7C-4055-9D0B-22E2AA523A45}" dt="2024-06-16T14:58:06.500" v="161" actId="478"/>
          <ac:spMkLst>
            <pc:docMk/>
            <pc:sldMk cId="0" sldId="348"/>
            <ac:spMk id="686083" creationId="{183B9752-8F03-450D-A864-FCC2D5733727}"/>
          </ac:spMkLst>
        </pc:spChg>
        <pc:picChg chg="add mod">
          <ac:chgData name="Eclair Chen" userId="bee3a08289d85a0e" providerId="LiveId" clId="{4B14EC0C-BC7C-4055-9D0B-22E2AA523A45}" dt="2024-06-16T14:58:13.943" v="165" actId="1076"/>
          <ac:picMkLst>
            <pc:docMk/>
            <pc:sldMk cId="0" sldId="348"/>
            <ac:picMk id="3" creationId="{2F473CFE-C47B-497A-B39C-976D05D84A4F}"/>
          </ac:picMkLst>
        </pc:picChg>
        <pc:picChg chg="del">
          <ac:chgData name="Eclair Chen" userId="bee3a08289d85a0e" providerId="LiveId" clId="{4B14EC0C-BC7C-4055-9D0B-22E2AA523A45}" dt="2024-06-16T14:57:59.411" v="159" actId="478"/>
          <ac:picMkLst>
            <pc:docMk/>
            <pc:sldMk cId="0" sldId="348"/>
            <ac:picMk id="686085" creationId="{78F8D4FB-69FA-4E52-9243-6C3D5AA77F94}"/>
          </ac:picMkLst>
        </pc:picChg>
        <pc:picChg chg="del">
          <ac:chgData name="Eclair Chen" userId="bee3a08289d85a0e" providerId="LiveId" clId="{4B14EC0C-BC7C-4055-9D0B-22E2AA523A45}" dt="2024-06-16T14:58:00.203" v="160" actId="478"/>
          <ac:picMkLst>
            <pc:docMk/>
            <pc:sldMk cId="0" sldId="348"/>
            <ac:picMk id="686086" creationId="{420865AB-9C83-438D-900C-09302FABA411}"/>
          </ac:picMkLst>
        </pc:picChg>
      </pc:sldChg>
      <pc:sldChg chg="addSp delSp modSp mod">
        <pc:chgData name="Eclair Chen" userId="bee3a08289d85a0e" providerId="LiveId" clId="{4B14EC0C-BC7C-4055-9D0B-22E2AA523A45}" dt="2024-06-16T15:03:31.993" v="208" actId="20577"/>
        <pc:sldMkLst>
          <pc:docMk/>
          <pc:sldMk cId="0" sldId="349"/>
        </pc:sldMkLst>
        <pc:spChg chg="add mod">
          <ac:chgData name="Eclair Chen" userId="bee3a08289d85a0e" providerId="LiveId" clId="{4B14EC0C-BC7C-4055-9D0B-22E2AA523A45}" dt="2024-06-16T15:01:26.731" v="186" actId="1076"/>
          <ac:spMkLst>
            <pc:docMk/>
            <pc:sldMk cId="0" sldId="349"/>
            <ac:spMk id="10" creationId="{93CC1938-E7A7-464A-8FDA-50BF3A24F349}"/>
          </ac:spMkLst>
        </pc:spChg>
        <pc:spChg chg="add mod">
          <ac:chgData name="Eclair Chen" userId="bee3a08289d85a0e" providerId="LiveId" clId="{4B14EC0C-BC7C-4055-9D0B-22E2AA523A45}" dt="2024-06-16T15:03:16.282" v="206" actId="1076"/>
          <ac:spMkLst>
            <pc:docMk/>
            <pc:sldMk cId="0" sldId="349"/>
            <ac:spMk id="13" creationId="{0DBB0ECA-0A6A-41A0-9330-3F7F4641A0CB}"/>
          </ac:spMkLst>
        </pc:spChg>
        <pc:spChg chg="mod">
          <ac:chgData name="Eclair Chen" userId="bee3a08289d85a0e" providerId="LiveId" clId="{4B14EC0C-BC7C-4055-9D0B-22E2AA523A45}" dt="2024-06-16T15:03:31.993" v="208" actId="20577"/>
          <ac:spMkLst>
            <pc:docMk/>
            <pc:sldMk cId="0" sldId="349"/>
            <ac:spMk id="687106" creationId="{947F38AF-C294-40BB-B942-D9C1D8D7C092}"/>
          </ac:spMkLst>
        </pc:spChg>
        <pc:spChg chg="mod">
          <ac:chgData name="Eclair Chen" userId="bee3a08289d85a0e" providerId="LiveId" clId="{4B14EC0C-BC7C-4055-9D0B-22E2AA523A45}" dt="2024-06-16T15:01:14.093" v="184"/>
          <ac:spMkLst>
            <pc:docMk/>
            <pc:sldMk cId="0" sldId="349"/>
            <ac:spMk id="687107" creationId="{118328B1-A165-4313-A734-341415573D1A}"/>
          </ac:spMkLst>
        </pc:spChg>
        <pc:picChg chg="add mod">
          <ac:chgData name="Eclair Chen" userId="bee3a08289d85a0e" providerId="LiveId" clId="{4B14EC0C-BC7C-4055-9D0B-22E2AA523A45}" dt="2024-06-16T15:01:19.262" v="185" actId="1076"/>
          <ac:picMkLst>
            <pc:docMk/>
            <pc:sldMk cId="0" sldId="349"/>
            <ac:picMk id="2" creationId="{0444A755-E111-4112-8565-E289BD474BB5}"/>
          </ac:picMkLst>
        </pc:picChg>
        <pc:picChg chg="add mod">
          <ac:chgData name="Eclair Chen" userId="bee3a08289d85a0e" providerId="LiveId" clId="{4B14EC0C-BC7C-4055-9D0B-22E2AA523A45}" dt="2024-06-16T15:03:22.077" v="207" actId="1076"/>
          <ac:picMkLst>
            <pc:docMk/>
            <pc:sldMk cId="0" sldId="349"/>
            <ac:picMk id="11" creationId="{8D1EFE4F-7A4A-46A4-B2E4-B241D6534C95}"/>
          </ac:picMkLst>
        </pc:picChg>
        <pc:picChg chg="add mod">
          <ac:chgData name="Eclair Chen" userId="bee3a08289d85a0e" providerId="LiveId" clId="{4B14EC0C-BC7C-4055-9D0B-22E2AA523A45}" dt="2024-06-16T15:02:12.944" v="195" actId="1076"/>
          <ac:picMkLst>
            <pc:docMk/>
            <pc:sldMk cId="0" sldId="349"/>
            <ac:picMk id="12" creationId="{9D0F06FB-A049-451B-8BCB-23FA1CE69FB0}"/>
          </ac:picMkLst>
        </pc:picChg>
        <pc:picChg chg="del">
          <ac:chgData name="Eclair Chen" userId="bee3a08289d85a0e" providerId="LiveId" clId="{4B14EC0C-BC7C-4055-9D0B-22E2AA523A45}" dt="2024-06-16T14:58:40.073" v="166" actId="478"/>
          <ac:picMkLst>
            <pc:docMk/>
            <pc:sldMk cId="0" sldId="349"/>
            <ac:picMk id="687109" creationId="{04FD9889-3CA8-4A4D-A38E-8C97DF412F6F}"/>
          </ac:picMkLst>
        </pc:picChg>
        <pc:picChg chg="mod">
          <ac:chgData name="Eclair Chen" userId="bee3a08289d85a0e" providerId="LiveId" clId="{4B14EC0C-BC7C-4055-9D0B-22E2AA523A45}" dt="2024-06-16T15:03:00.594" v="204" actId="14100"/>
          <ac:picMkLst>
            <pc:docMk/>
            <pc:sldMk cId="0" sldId="349"/>
            <ac:picMk id="687110" creationId="{4F402365-48E8-42A2-B474-7C84C3A4AA8E}"/>
          </ac:picMkLst>
        </pc:picChg>
      </pc:sldChg>
      <pc:sldChg chg="addSp delSp modSp del mod">
        <pc:chgData name="Eclair Chen" userId="bee3a08289d85a0e" providerId="LiveId" clId="{4B14EC0C-BC7C-4055-9D0B-22E2AA523A45}" dt="2024-06-16T15:03:36.293" v="209" actId="2696"/>
        <pc:sldMkLst>
          <pc:docMk/>
          <pc:sldMk cId="0" sldId="350"/>
        </pc:sldMkLst>
        <pc:picChg chg="add mod">
          <ac:chgData name="Eclair Chen" userId="bee3a08289d85a0e" providerId="LiveId" clId="{4B14EC0C-BC7C-4055-9D0B-22E2AA523A45}" dt="2024-06-16T14:59:35.221" v="172" actId="1076"/>
          <ac:picMkLst>
            <pc:docMk/>
            <pc:sldMk cId="0" sldId="350"/>
            <ac:picMk id="2" creationId="{D45F4B72-65A7-48B5-87BF-E884CFAC8BC2}"/>
          </ac:picMkLst>
        </pc:picChg>
        <pc:picChg chg="del">
          <ac:chgData name="Eclair Chen" userId="bee3a08289d85a0e" providerId="LiveId" clId="{4B14EC0C-BC7C-4055-9D0B-22E2AA523A45}" dt="2024-06-16T14:59:31.536" v="170" actId="478"/>
          <ac:picMkLst>
            <pc:docMk/>
            <pc:sldMk cId="0" sldId="350"/>
            <ac:picMk id="688133" creationId="{F6812229-278C-41B1-B872-553AA5ED87DC}"/>
          </ac:picMkLst>
        </pc:picChg>
      </pc:sldChg>
      <pc:sldChg chg="addSp delSp modSp mod">
        <pc:chgData name="Eclair Chen" userId="bee3a08289d85a0e" providerId="LiveId" clId="{4B14EC0C-BC7C-4055-9D0B-22E2AA523A45}" dt="2024-06-19T15:23:37.051" v="287" actId="6549"/>
        <pc:sldMkLst>
          <pc:docMk/>
          <pc:sldMk cId="0" sldId="351"/>
        </pc:sldMkLst>
        <pc:spChg chg="add del mod">
          <ac:chgData name="Eclair Chen" userId="bee3a08289d85a0e" providerId="LiveId" clId="{4B14EC0C-BC7C-4055-9D0B-22E2AA523A45}" dt="2024-06-16T15:04:34.911" v="216" actId="478"/>
          <ac:spMkLst>
            <pc:docMk/>
            <pc:sldMk cId="0" sldId="351"/>
            <ac:spMk id="2" creationId="{30AB7451-1E81-4DCB-BCC0-297F99DEE2C4}"/>
          </ac:spMkLst>
        </pc:spChg>
        <pc:spChg chg="mod">
          <ac:chgData name="Eclair Chen" userId="bee3a08289d85a0e" providerId="LiveId" clId="{4B14EC0C-BC7C-4055-9D0B-22E2AA523A45}" dt="2024-06-16T15:03:43.101" v="211" actId="20577"/>
          <ac:spMkLst>
            <pc:docMk/>
            <pc:sldMk cId="0" sldId="351"/>
            <ac:spMk id="689154" creationId="{1BEF9A73-17CE-48AB-AF5B-4F02B9D7D030}"/>
          </ac:spMkLst>
        </pc:spChg>
        <pc:spChg chg="add del mod">
          <ac:chgData name="Eclair Chen" userId="bee3a08289d85a0e" providerId="LiveId" clId="{4B14EC0C-BC7C-4055-9D0B-22E2AA523A45}" dt="2024-06-19T15:23:37.051" v="287" actId="6549"/>
          <ac:spMkLst>
            <pc:docMk/>
            <pc:sldMk cId="0" sldId="351"/>
            <ac:spMk id="689155" creationId="{43496861-8681-4F1D-B23C-D314812DFFE8}"/>
          </ac:spMkLst>
        </pc:spChg>
        <pc:picChg chg="add mod">
          <ac:chgData name="Eclair Chen" userId="bee3a08289d85a0e" providerId="LiveId" clId="{4B14EC0C-BC7C-4055-9D0B-22E2AA523A45}" dt="2024-06-16T15:04:48.958" v="221" actId="1076"/>
          <ac:picMkLst>
            <pc:docMk/>
            <pc:sldMk cId="0" sldId="351"/>
            <ac:picMk id="3" creationId="{9785FFC7-2A4E-48FE-87E0-76747179BA3C}"/>
          </ac:picMkLst>
        </pc:picChg>
        <pc:picChg chg="del">
          <ac:chgData name="Eclair Chen" userId="bee3a08289d85a0e" providerId="LiveId" clId="{4B14EC0C-BC7C-4055-9D0B-22E2AA523A45}" dt="2024-06-16T15:04:32.148" v="214" actId="478"/>
          <ac:picMkLst>
            <pc:docMk/>
            <pc:sldMk cId="0" sldId="351"/>
            <ac:picMk id="689157" creationId="{1EADFD8C-6C7B-4C33-9179-954FD8EA1ADC}"/>
          </ac:picMkLst>
        </pc:picChg>
        <pc:picChg chg="del">
          <ac:chgData name="Eclair Chen" userId="bee3a08289d85a0e" providerId="LiveId" clId="{4B14EC0C-BC7C-4055-9D0B-22E2AA523A45}" dt="2024-06-16T15:04:36.301" v="217" actId="478"/>
          <ac:picMkLst>
            <pc:docMk/>
            <pc:sldMk cId="0" sldId="351"/>
            <ac:picMk id="689158" creationId="{0F48A4B0-1C54-418A-BC0B-0A5865190E53}"/>
          </ac:picMkLst>
        </pc:picChg>
      </pc:sldChg>
      <pc:sldChg chg="addSp delSp modSp mod">
        <pc:chgData name="Eclair Chen" userId="bee3a08289d85a0e" providerId="LiveId" clId="{4B14EC0C-BC7C-4055-9D0B-22E2AA523A45}" dt="2024-06-16T15:06:09.080" v="231" actId="14100"/>
        <pc:sldMkLst>
          <pc:docMk/>
          <pc:sldMk cId="0" sldId="352"/>
        </pc:sldMkLst>
        <pc:spChg chg="mod">
          <ac:chgData name="Eclair Chen" userId="bee3a08289d85a0e" providerId="LiveId" clId="{4B14EC0C-BC7C-4055-9D0B-22E2AA523A45}" dt="2024-06-16T15:03:51.995" v="213" actId="20577"/>
          <ac:spMkLst>
            <pc:docMk/>
            <pc:sldMk cId="0" sldId="352"/>
            <ac:spMk id="690178" creationId="{EADF0183-F303-45DC-95B0-95A7ABA846FE}"/>
          </ac:spMkLst>
        </pc:spChg>
        <pc:spChg chg="mod">
          <ac:chgData name="Eclair Chen" userId="bee3a08289d85a0e" providerId="LiveId" clId="{4B14EC0C-BC7C-4055-9D0B-22E2AA523A45}" dt="2024-06-16T15:06:09.080" v="231" actId="14100"/>
          <ac:spMkLst>
            <pc:docMk/>
            <pc:sldMk cId="0" sldId="352"/>
            <ac:spMk id="690179" creationId="{85F240CA-3002-4D74-8F76-712EAF6D462E}"/>
          </ac:spMkLst>
        </pc:spChg>
        <pc:picChg chg="add mod ord">
          <ac:chgData name="Eclair Chen" userId="bee3a08289d85a0e" providerId="LiveId" clId="{4B14EC0C-BC7C-4055-9D0B-22E2AA523A45}" dt="2024-06-16T15:05:57.680" v="228" actId="167"/>
          <ac:picMkLst>
            <pc:docMk/>
            <pc:sldMk cId="0" sldId="352"/>
            <ac:picMk id="2" creationId="{8E95C7F1-A8F4-4186-8D34-70EB1A7199AE}"/>
          </ac:picMkLst>
        </pc:picChg>
        <pc:picChg chg="del">
          <ac:chgData name="Eclair Chen" userId="bee3a08289d85a0e" providerId="LiveId" clId="{4B14EC0C-BC7C-4055-9D0B-22E2AA523A45}" dt="2024-06-16T15:05:40.603" v="222" actId="478"/>
          <ac:picMkLst>
            <pc:docMk/>
            <pc:sldMk cId="0" sldId="352"/>
            <ac:picMk id="690181" creationId="{34791467-DEDF-4D3F-8702-CB1D4CFD0120}"/>
          </ac:picMkLst>
        </pc:picChg>
        <pc:picChg chg="del">
          <ac:chgData name="Eclair Chen" userId="bee3a08289d85a0e" providerId="LiveId" clId="{4B14EC0C-BC7C-4055-9D0B-22E2AA523A45}" dt="2024-06-16T15:05:42.973" v="223" actId="478"/>
          <ac:picMkLst>
            <pc:docMk/>
            <pc:sldMk cId="0" sldId="352"/>
            <ac:picMk id="690182" creationId="{1AA22BEB-41CE-4214-B608-DAC1B1C11E97}"/>
          </ac:picMkLst>
        </pc:picChg>
      </pc:sldChg>
      <pc:sldChg chg="modSp mod">
        <pc:chgData name="Eclair Chen" userId="bee3a08289d85a0e" providerId="LiveId" clId="{4B14EC0C-BC7C-4055-9D0B-22E2AA523A45}" dt="2024-06-19T15:26:21.204" v="294" actId="1076"/>
        <pc:sldMkLst>
          <pc:docMk/>
          <pc:sldMk cId="0" sldId="354"/>
        </pc:sldMkLst>
        <pc:spChg chg="mod">
          <ac:chgData name="Eclair Chen" userId="bee3a08289d85a0e" providerId="LiveId" clId="{4B14EC0C-BC7C-4055-9D0B-22E2AA523A45}" dt="2024-06-19T15:26:12.429" v="293" actId="6549"/>
          <ac:spMkLst>
            <pc:docMk/>
            <pc:sldMk cId="0" sldId="354"/>
            <ac:spMk id="692227" creationId="{457ACF34-4436-48B2-A3A0-76C5A4541611}"/>
          </ac:spMkLst>
        </pc:spChg>
        <pc:picChg chg="mod">
          <ac:chgData name="Eclair Chen" userId="bee3a08289d85a0e" providerId="LiveId" clId="{4B14EC0C-BC7C-4055-9D0B-22E2AA523A45}" dt="2024-06-19T15:26:21.204" v="294" actId="1076"/>
          <ac:picMkLst>
            <pc:docMk/>
            <pc:sldMk cId="0" sldId="354"/>
            <ac:picMk id="692228" creationId="{31254B1B-506E-442F-BDE2-A1CEE9DFCA34}"/>
          </ac:picMkLst>
        </pc:picChg>
      </pc:sldChg>
      <pc:sldChg chg="addSp delSp modSp mod">
        <pc:chgData name="Eclair Chen" userId="bee3a08289d85a0e" providerId="LiveId" clId="{4B14EC0C-BC7C-4055-9D0B-22E2AA523A45}" dt="2024-06-16T15:07:35.119" v="242" actId="1076"/>
        <pc:sldMkLst>
          <pc:docMk/>
          <pc:sldMk cId="0" sldId="355"/>
        </pc:sldMkLst>
        <pc:spChg chg="add del mod">
          <ac:chgData name="Eclair Chen" userId="bee3a08289d85a0e" providerId="LiveId" clId="{4B14EC0C-BC7C-4055-9D0B-22E2AA523A45}" dt="2024-06-16T15:07:12.831" v="234" actId="478"/>
          <ac:spMkLst>
            <pc:docMk/>
            <pc:sldMk cId="0" sldId="355"/>
            <ac:spMk id="2" creationId="{D486DB64-0B24-461E-B703-0F0CC5301229}"/>
          </ac:spMkLst>
        </pc:spChg>
        <pc:spChg chg="add del mod">
          <ac:chgData name="Eclair Chen" userId="bee3a08289d85a0e" providerId="LiveId" clId="{4B14EC0C-BC7C-4055-9D0B-22E2AA523A45}" dt="2024-06-16T15:07:27.940" v="238" actId="14100"/>
          <ac:spMkLst>
            <pc:docMk/>
            <pc:sldMk cId="0" sldId="355"/>
            <ac:spMk id="693251" creationId="{D8908F95-A2B6-4E39-886F-D60024B168D1}"/>
          </ac:spMkLst>
        </pc:spChg>
        <pc:picChg chg="add mod">
          <ac:chgData name="Eclair Chen" userId="bee3a08289d85a0e" providerId="LiveId" clId="{4B14EC0C-BC7C-4055-9D0B-22E2AA523A45}" dt="2024-06-16T15:07:35.119" v="242" actId="1076"/>
          <ac:picMkLst>
            <pc:docMk/>
            <pc:sldMk cId="0" sldId="355"/>
            <ac:picMk id="3" creationId="{850F8FE9-226D-4A44-B464-567868999778}"/>
          </ac:picMkLst>
        </pc:picChg>
        <pc:picChg chg="del">
          <ac:chgData name="Eclair Chen" userId="bee3a08289d85a0e" providerId="LiveId" clId="{4B14EC0C-BC7C-4055-9D0B-22E2AA523A45}" dt="2024-06-16T15:07:09.996" v="232" actId="478"/>
          <ac:picMkLst>
            <pc:docMk/>
            <pc:sldMk cId="0" sldId="355"/>
            <ac:picMk id="693253" creationId="{1635B1E1-F8F5-4C77-B1FF-7197AB0D8D72}"/>
          </ac:picMkLst>
        </pc:picChg>
        <pc:picChg chg="del">
          <ac:chgData name="Eclair Chen" userId="bee3a08289d85a0e" providerId="LiveId" clId="{4B14EC0C-BC7C-4055-9D0B-22E2AA523A45}" dt="2024-06-16T15:07:14.581" v="235" actId="478"/>
          <ac:picMkLst>
            <pc:docMk/>
            <pc:sldMk cId="0" sldId="355"/>
            <ac:picMk id="693254" creationId="{3F495839-83DD-4168-A697-78122F2EBDE8}"/>
          </ac:picMkLst>
        </pc:picChg>
      </pc:sldChg>
      <pc:sldChg chg="addSp delSp modSp mod">
        <pc:chgData name="Eclair Chen" userId="bee3a08289d85a0e" providerId="LiveId" clId="{4B14EC0C-BC7C-4055-9D0B-22E2AA523A45}" dt="2024-06-19T15:29:59.606" v="384"/>
        <pc:sldMkLst>
          <pc:docMk/>
          <pc:sldMk cId="0" sldId="356"/>
        </pc:sldMkLst>
        <pc:spChg chg="mod">
          <ac:chgData name="Eclair Chen" userId="bee3a08289d85a0e" providerId="LiveId" clId="{4B14EC0C-BC7C-4055-9D0B-22E2AA523A45}" dt="2024-06-19T15:29:59.606" v="384"/>
          <ac:spMkLst>
            <pc:docMk/>
            <pc:sldMk cId="0" sldId="356"/>
            <ac:spMk id="694275" creationId="{C092C335-85C9-4C6E-BC6F-B586F310EFE1}"/>
          </ac:spMkLst>
        </pc:spChg>
        <pc:picChg chg="add mod">
          <ac:chgData name="Eclair Chen" userId="bee3a08289d85a0e" providerId="LiveId" clId="{4B14EC0C-BC7C-4055-9D0B-22E2AA523A45}" dt="2024-06-19T15:27:17.705" v="303" actId="1076"/>
          <ac:picMkLst>
            <pc:docMk/>
            <pc:sldMk cId="0" sldId="356"/>
            <ac:picMk id="2" creationId="{F6B8ADCE-5F71-436E-B6F0-7C2FE323D082}"/>
          </ac:picMkLst>
        </pc:picChg>
        <pc:picChg chg="add del mod">
          <ac:chgData name="Eclair Chen" userId="bee3a08289d85a0e" providerId="LiveId" clId="{4B14EC0C-BC7C-4055-9D0B-22E2AA523A45}" dt="2024-06-16T15:08:42.627" v="248" actId="478"/>
          <ac:picMkLst>
            <pc:docMk/>
            <pc:sldMk cId="0" sldId="356"/>
            <ac:picMk id="7" creationId="{49E80BAC-D364-4C60-8632-D62F044A0ECD}"/>
          </ac:picMkLst>
        </pc:picChg>
      </pc:sldChg>
      <pc:sldChg chg="del">
        <pc:chgData name="Eclair Chen" userId="bee3a08289d85a0e" providerId="LiveId" clId="{4B14EC0C-BC7C-4055-9D0B-22E2AA523A45}" dt="2024-06-16T15:08:06.831" v="247" actId="2696"/>
        <pc:sldMkLst>
          <pc:docMk/>
          <pc:sldMk cId="0" sldId="357"/>
        </pc:sldMkLst>
      </pc:sldChg>
    </pc:docChg>
  </pc:docChgLst>
  <pc:docChgLst>
    <pc:chgData name="Eclair Chen" userId="bee3a08289d85a0e" providerId="LiveId" clId="{923D8ECA-04C3-435A-9B98-F15789C7ACDA}"/>
    <pc:docChg chg="undo custSel modSld">
      <pc:chgData name="Eclair Chen" userId="bee3a08289d85a0e" providerId="LiveId" clId="{923D8ECA-04C3-435A-9B98-F15789C7ACDA}" dt="2024-11-03T14:17:16.585" v="103" actId="6549"/>
      <pc:docMkLst>
        <pc:docMk/>
      </pc:docMkLst>
      <pc:sldChg chg="addSp delSp modSp mod">
        <pc:chgData name="Eclair Chen" userId="bee3a08289d85a0e" providerId="LiveId" clId="{923D8ECA-04C3-435A-9B98-F15789C7ACDA}" dt="2024-11-03T13:57:16.043" v="10" actId="14100"/>
        <pc:sldMkLst>
          <pc:docMk/>
          <pc:sldMk cId="0" sldId="307"/>
        </pc:sldMkLst>
        <pc:picChg chg="add mod">
          <ac:chgData name="Eclair Chen" userId="bee3a08289d85a0e" providerId="LiveId" clId="{923D8ECA-04C3-435A-9B98-F15789C7ACDA}" dt="2024-11-03T13:57:16.043" v="10" actId="14100"/>
          <ac:picMkLst>
            <pc:docMk/>
            <pc:sldMk cId="0" sldId="307"/>
            <ac:picMk id="3" creationId="{AD1488D6-D67E-4015-BAF8-1F1C0DDF1B13}"/>
          </ac:picMkLst>
        </pc:picChg>
        <pc:picChg chg="del">
          <ac:chgData name="Eclair Chen" userId="bee3a08289d85a0e" providerId="LiveId" clId="{923D8ECA-04C3-435A-9B98-F15789C7ACDA}" dt="2024-11-03T13:56:28.189" v="0" actId="478"/>
          <ac:picMkLst>
            <pc:docMk/>
            <pc:sldMk cId="0" sldId="307"/>
            <ac:picMk id="8" creationId="{274B68AC-3970-4106-890F-6162CC575169}"/>
          </ac:picMkLst>
        </pc:picChg>
      </pc:sldChg>
      <pc:sldChg chg="addSp delSp modSp mod">
        <pc:chgData name="Eclair Chen" userId="bee3a08289d85a0e" providerId="LiveId" clId="{923D8ECA-04C3-435A-9B98-F15789C7ACDA}" dt="2024-11-03T14:00:21.536" v="28" actId="1076"/>
        <pc:sldMkLst>
          <pc:docMk/>
          <pc:sldMk cId="0" sldId="310"/>
        </pc:sldMkLst>
        <pc:spChg chg="mod">
          <ac:chgData name="Eclair Chen" userId="bee3a08289d85a0e" providerId="LiveId" clId="{923D8ECA-04C3-435A-9B98-F15789C7ACDA}" dt="2024-11-03T13:59:42.884" v="24" actId="6549"/>
          <ac:spMkLst>
            <pc:docMk/>
            <pc:sldMk cId="0" sldId="310"/>
            <ac:spMk id="584716" creationId="{0E53CC44-DC02-47B0-ACE9-2432D5CF8482}"/>
          </ac:spMkLst>
        </pc:spChg>
        <pc:picChg chg="add mod">
          <ac:chgData name="Eclair Chen" userId="bee3a08289d85a0e" providerId="LiveId" clId="{923D8ECA-04C3-435A-9B98-F15789C7ACDA}" dt="2024-11-03T13:59:36.317" v="22" actId="1076"/>
          <ac:picMkLst>
            <pc:docMk/>
            <pc:sldMk cId="0" sldId="310"/>
            <ac:picMk id="2" creationId="{5DE3D8B7-FB97-4779-8CA3-43889678F829}"/>
          </ac:picMkLst>
        </pc:picChg>
        <pc:picChg chg="add mod">
          <ac:chgData name="Eclair Chen" userId="bee3a08289d85a0e" providerId="LiveId" clId="{923D8ECA-04C3-435A-9B98-F15789C7ACDA}" dt="2024-11-03T14:00:21.536" v="28" actId="1076"/>
          <ac:picMkLst>
            <pc:docMk/>
            <pc:sldMk cId="0" sldId="310"/>
            <ac:picMk id="3" creationId="{C39F6547-4080-4D29-A579-30C04E645FD1}"/>
          </ac:picMkLst>
        </pc:picChg>
        <pc:picChg chg="del">
          <ac:chgData name="Eclair Chen" userId="bee3a08289d85a0e" providerId="LiveId" clId="{923D8ECA-04C3-435A-9B98-F15789C7ACDA}" dt="2024-11-03T13:59:29.204" v="19" actId="478"/>
          <ac:picMkLst>
            <pc:docMk/>
            <pc:sldMk cId="0" sldId="310"/>
            <ac:picMk id="584724" creationId="{3D09107D-50F7-4E75-A9BA-5AB9E2ABD173}"/>
          </ac:picMkLst>
        </pc:picChg>
        <pc:picChg chg="del">
          <ac:chgData name="Eclair Chen" userId="bee3a08289d85a0e" providerId="LiveId" clId="{923D8ECA-04C3-435A-9B98-F15789C7ACDA}" dt="2024-11-03T14:00:06.695" v="25" actId="478"/>
          <ac:picMkLst>
            <pc:docMk/>
            <pc:sldMk cId="0" sldId="310"/>
            <ac:picMk id="584725" creationId="{74CC4A10-3A88-4F42-9740-B3AACB3DEEA4}"/>
          </ac:picMkLst>
        </pc:picChg>
      </pc:sldChg>
      <pc:sldChg chg="addSp delSp modSp mod">
        <pc:chgData name="Eclair Chen" userId="bee3a08289d85a0e" providerId="LiveId" clId="{923D8ECA-04C3-435A-9B98-F15789C7ACDA}" dt="2024-11-03T14:00:56.696" v="33" actId="14100"/>
        <pc:sldMkLst>
          <pc:docMk/>
          <pc:sldMk cId="0" sldId="311"/>
        </pc:sldMkLst>
        <pc:picChg chg="add mod">
          <ac:chgData name="Eclair Chen" userId="bee3a08289d85a0e" providerId="LiveId" clId="{923D8ECA-04C3-435A-9B98-F15789C7ACDA}" dt="2024-11-03T14:00:56.696" v="33" actId="14100"/>
          <ac:picMkLst>
            <pc:docMk/>
            <pc:sldMk cId="0" sldId="311"/>
            <ac:picMk id="3" creationId="{1678D9E6-0E3C-4146-9C11-5D57375A6A31}"/>
          </ac:picMkLst>
        </pc:picChg>
        <pc:picChg chg="del">
          <ac:chgData name="Eclair Chen" userId="bee3a08289d85a0e" providerId="LiveId" clId="{923D8ECA-04C3-435A-9B98-F15789C7ACDA}" dt="2024-11-03T14:00:47.379" v="29" actId="478"/>
          <ac:picMkLst>
            <pc:docMk/>
            <pc:sldMk cId="0" sldId="311"/>
            <ac:picMk id="585746" creationId="{EE1F8F05-4CDE-4A7D-B103-B94529AA28F9}"/>
          </ac:picMkLst>
        </pc:picChg>
      </pc:sldChg>
      <pc:sldChg chg="addSp delSp modSp mod">
        <pc:chgData name="Eclair Chen" userId="bee3a08289d85a0e" providerId="LiveId" clId="{923D8ECA-04C3-435A-9B98-F15789C7ACDA}" dt="2024-11-03T14:05:37.515" v="48" actId="1076"/>
        <pc:sldMkLst>
          <pc:docMk/>
          <pc:sldMk cId="0" sldId="312"/>
        </pc:sldMkLst>
        <pc:picChg chg="add mod">
          <ac:chgData name="Eclair Chen" userId="bee3a08289d85a0e" providerId="LiveId" clId="{923D8ECA-04C3-435A-9B98-F15789C7ACDA}" dt="2024-11-03T14:05:03.407" v="44" actId="14861"/>
          <ac:picMkLst>
            <pc:docMk/>
            <pc:sldMk cId="0" sldId="312"/>
            <ac:picMk id="3" creationId="{31935647-2742-4175-947C-FB2A1B828D90}"/>
          </ac:picMkLst>
        </pc:picChg>
        <pc:picChg chg="add mod">
          <ac:chgData name="Eclair Chen" userId="bee3a08289d85a0e" providerId="LiveId" clId="{923D8ECA-04C3-435A-9B98-F15789C7ACDA}" dt="2024-11-03T14:05:37.515" v="48" actId="1076"/>
          <ac:picMkLst>
            <pc:docMk/>
            <pc:sldMk cId="0" sldId="312"/>
            <ac:picMk id="4" creationId="{B4092644-857C-4C04-96D4-97206B7E972A}"/>
          </ac:picMkLst>
        </pc:picChg>
        <pc:picChg chg="del">
          <ac:chgData name="Eclair Chen" userId="bee3a08289d85a0e" providerId="LiveId" clId="{923D8ECA-04C3-435A-9B98-F15789C7ACDA}" dt="2024-11-03T14:05:31.474" v="45" actId="478"/>
          <ac:picMkLst>
            <pc:docMk/>
            <pc:sldMk cId="0" sldId="312"/>
            <ac:picMk id="10" creationId="{4611F5C4-368F-476A-A9D7-E3A73F75DDCD}"/>
          </ac:picMkLst>
        </pc:picChg>
        <pc:picChg chg="add del">
          <ac:chgData name="Eclair Chen" userId="bee3a08289d85a0e" providerId="LiveId" clId="{923D8ECA-04C3-435A-9B98-F15789C7ACDA}" dt="2024-11-03T14:04:35.846" v="36" actId="478"/>
          <ac:picMkLst>
            <pc:docMk/>
            <pc:sldMk cId="0" sldId="312"/>
            <ac:picMk id="11" creationId="{1A231A37-2244-4C20-A939-1C464AF3BA0A}"/>
          </ac:picMkLst>
        </pc:picChg>
      </pc:sldChg>
      <pc:sldChg chg="addSp delSp modSp mod">
        <pc:chgData name="Eclair Chen" userId="bee3a08289d85a0e" providerId="LiveId" clId="{923D8ECA-04C3-435A-9B98-F15789C7ACDA}" dt="2024-11-03T13:58:47.885" v="18" actId="692"/>
        <pc:sldMkLst>
          <pc:docMk/>
          <pc:sldMk cId="0" sldId="342"/>
        </pc:sldMkLst>
        <pc:spChg chg="mod">
          <ac:chgData name="Eclair Chen" userId="bee3a08289d85a0e" providerId="LiveId" clId="{923D8ECA-04C3-435A-9B98-F15789C7ACDA}" dt="2024-11-03T13:57:46.554" v="11" actId="207"/>
          <ac:spMkLst>
            <pc:docMk/>
            <pc:sldMk cId="0" sldId="342"/>
            <ac:spMk id="679939" creationId="{9194DAE8-4741-47D6-814E-61F7E8A9658F}"/>
          </ac:spMkLst>
        </pc:spChg>
        <pc:picChg chg="add mod">
          <ac:chgData name="Eclair Chen" userId="bee3a08289d85a0e" providerId="LiveId" clId="{923D8ECA-04C3-435A-9B98-F15789C7ACDA}" dt="2024-11-03T13:58:47.885" v="18" actId="692"/>
          <ac:picMkLst>
            <pc:docMk/>
            <pc:sldMk cId="0" sldId="342"/>
            <ac:picMk id="3" creationId="{73FE60A9-6FBC-45FE-B491-C7B0805F585A}"/>
          </ac:picMkLst>
        </pc:picChg>
        <pc:picChg chg="del">
          <ac:chgData name="Eclair Chen" userId="bee3a08289d85a0e" providerId="LiveId" clId="{923D8ECA-04C3-435A-9B98-F15789C7ACDA}" dt="2024-11-03T13:58:30.339" v="12" actId="478"/>
          <ac:picMkLst>
            <pc:docMk/>
            <pc:sldMk cId="0" sldId="342"/>
            <ac:picMk id="9" creationId="{BFD476B4-89C1-482F-87D0-7CA7EF7F1ADC}"/>
          </ac:picMkLst>
        </pc:picChg>
      </pc:sldChg>
      <pc:sldChg chg="addSp modSp mod">
        <pc:chgData name="Eclair Chen" userId="bee3a08289d85a0e" providerId="LiveId" clId="{923D8ECA-04C3-435A-9B98-F15789C7ACDA}" dt="2024-11-03T14:07:43.650" v="54" actId="692"/>
        <pc:sldMkLst>
          <pc:docMk/>
          <pc:sldMk cId="0" sldId="344"/>
        </pc:sldMkLst>
        <pc:picChg chg="add mod">
          <ac:chgData name="Eclair Chen" userId="bee3a08289d85a0e" providerId="LiveId" clId="{923D8ECA-04C3-435A-9B98-F15789C7ACDA}" dt="2024-11-03T14:07:43.650" v="54" actId="692"/>
          <ac:picMkLst>
            <pc:docMk/>
            <pc:sldMk cId="0" sldId="344"/>
            <ac:picMk id="4" creationId="{D2F20F68-F7C4-4593-BE48-408495A82A06}"/>
          </ac:picMkLst>
        </pc:picChg>
      </pc:sldChg>
      <pc:sldChg chg="modSp">
        <pc:chgData name="Eclair Chen" userId="bee3a08289d85a0e" providerId="LiveId" clId="{923D8ECA-04C3-435A-9B98-F15789C7ACDA}" dt="2024-11-03T14:08:37.086" v="55" actId="1076"/>
        <pc:sldMkLst>
          <pc:docMk/>
          <pc:sldMk cId="0" sldId="346"/>
        </pc:sldMkLst>
        <pc:spChg chg="mod">
          <ac:chgData name="Eclair Chen" userId="bee3a08289d85a0e" providerId="LiveId" clId="{923D8ECA-04C3-435A-9B98-F15789C7ACDA}" dt="2024-11-03T14:08:37.086" v="55" actId="1076"/>
          <ac:spMkLst>
            <pc:docMk/>
            <pc:sldMk cId="0" sldId="346"/>
            <ac:spMk id="684038" creationId="{17C618B4-AFB2-4ED3-A1D8-500EBD055E46}"/>
          </ac:spMkLst>
        </pc:spChg>
      </pc:sldChg>
      <pc:sldChg chg="modSp mod">
        <pc:chgData name="Eclair Chen" userId="bee3a08289d85a0e" providerId="LiveId" clId="{923D8ECA-04C3-435A-9B98-F15789C7ACDA}" dt="2024-11-03T14:09:06.492" v="61" actId="207"/>
        <pc:sldMkLst>
          <pc:docMk/>
          <pc:sldMk cId="0" sldId="347"/>
        </pc:sldMkLst>
        <pc:spChg chg="mod">
          <ac:chgData name="Eclair Chen" userId="bee3a08289d85a0e" providerId="LiveId" clId="{923D8ECA-04C3-435A-9B98-F15789C7ACDA}" dt="2024-11-03T14:09:06.492" v="61" actId="207"/>
          <ac:spMkLst>
            <pc:docMk/>
            <pc:sldMk cId="0" sldId="347"/>
            <ac:spMk id="685059" creationId="{F36F0663-E496-4E69-BE0E-42C1D9685D27}"/>
          </ac:spMkLst>
        </pc:spChg>
        <pc:spChg chg="mod">
          <ac:chgData name="Eclair Chen" userId="bee3a08289d85a0e" providerId="LiveId" clId="{923D8ECA-04C3-435A-9B98-F15789C7ACDA}" dt="2024-11-03T14:08:59.668" v="57" actId="207"/>
          <ac:spMkLst>
            <pc:docMk/>
            <pc:sldMk cId="0" sldId="347"/>
            <ac:spMk id="685067" creationId="{62BC38D4-F4B7-42FC-8D3A-DD31B359A056}"/>
          </ac:spMkLst>
        </pc:spChg>
      </pc:sldChg>
      <pc:sldChg chg="modSp mod">
        <pc:chgData name="Eclair Chen" userId="bee3a08289d85a0e" providerId="LiveId" clId="{923D8ECA-04C3-435A-9B98-F15789C7ACDA}" dt="2024-11-03T14:09:42.752" v="65" actId="207"/>
        <pc:sldMkLst>
          <pc:docMk/>
          <pc:sldMk cId="0" sldId="349"/>
        </pc:sldMkLst>
        <pc:spChg chg="mod">
          <ac:chgData name="Eclair Chen" userId="bee3a08289d85a0e" providerId="LiveId" clId="{923D8ECA-04C3-435A-9B98-F15789C7ACDA}" dt="2024-11-03T14:09:42.752" v="65" actId="207"/>
          <ac:spMkLst>
            <pc:docMk/>
            <pc:sldMk cId="0" sldId="349"/>
            <ac:spMk id="687107" creationId="{118328B1-A165-4313-A734-341415573D1A}"/>
          </ac:spMkLst>
        </pc:spChg>
      </pc:sldChg>
      <pc:sldChg chg="modSp">
        <pc:chgData name="Eclair Chen" userId="bee3a08289d85a0e" providerId="LiveId" clId="{923D8ECA-04C3-435A-9B98-F15789C7ACDA}" dt="2024-11-03T14:10:35.479" v="69" actId="1076"/>
        <pc:sldMkLst>
          <pc:docMk/>
          <pc:sldMk cId="0" sldId="352"/>
        </pc:sldMkLst>
        <pc:spChg chg="mod">
          <ac:chgData name="Eclair Chen" userId="bee3a08289d85a0e" providerId="LiveId" clId="{923D8ECA-04C3-435A-9B98-F15789C7ACDA}" dt="2024-11-03T14:10:35.479" v="69" actId="1076"/>
          <ac:spMkLst>
            <pc:docMk/>
            <pc:sldMk cId="0" sldId="352"/>
            <ac:spMk id="690179" creationId="{85F240CA-3002-4D74-8F76-712EAF6D462E}"/>
          </ac:spMkLst>
        </pc:spChg>
      </pc:sldChg>
      <pc:sldChg chg="addSp modSp mod">
        <pc:chgData name="Eclair Chen" userId="bee3a08289d85a0e" providerId="LiveId" clId="{923D8ECA-04C3-435A-9B98-F15789C7ACDA}" dt="2024-11-03T14:17:16.585" v="103" actId="6549"/>
        <pc:sldMkLst>
          <pc:docMk/>
          <pc:sldMk cId="0" sldId="353"/>
        </pc:sldMkLst>
        <pc:spChg chg="mod">
          <ac:chgData name="Eclair Chen" userId="bee3a08289d85a0e" providerId="LiveId" clId="{923D8ECA-04C3-435A-9B98-F15789C7ACDA}" dt="2024-11-03T14:17:16.585" v="103" actId="6549"/>
          <ac:spMkLst>
            <pc:docMk/>
            <pc:sldMk cId="0" sldId="353"/>
            <ac:spMk id="691203" creationId="{7CEEAAE6-F029-4DAB-AD94-5784AA7DB108}"/>
          </ac:spMkLst>
        </pc:spChg>
        <pc:picChg chg="add mod">
          <ac:chgData name="Eclair Chen" userId="bee3a08289d85a0e" providerId="LiveId" clId="{923D8ECA-04C3-435A-9B98-F15789C7ACDA}" dt="2024-11-03T14:13:02.310" v="85" actId="1076"/>
          <ac:picMkLst>
            <pc:docMk/>
            <pc:sldMk cId="0" sldId="353"/>
            <ac:picMk id="2" creationId="{C143FF9E-0D33-4B7C-8B9F-1A842BB8C895}"/>
          </ac:picMkLst>
        </pc:picChg>
        <pc:picChg chg="mod">
          <ac:chgData name="Eclair Chen" userId="bee3a08289d85a0e" providerId="LiveId" clId="{923D8ECA-04C3-435A-9B98-F15789C7ACDA}" dt="2024-11-03T14:11:16.002" v="77" actId="1076"/>
          <ac:picMkLst>
            <pc:docMk/>
            <pc:sldMk cId="0" sldId="353"/>
            <ac:picMk id="691205" creationId="{04A61B07-AC14-411B-B2C3-DB7F763C614D}"/>
          </ac:picMkLst>
        </pc:picChg>
      </pc:sldChg>
      <pc:sldChg chg="addSp modSp mod">
        <pc:chgData name="Eclair Chen" userId="bee3a08289d85a0e" providerId="LiveId" clId="{923D8ECA-04C3-435A-9B98-F15789C7ACDA}" dt="2024-11-03T14:17:01.977" v="102" actId="207"/>
        <pc:sldMkLst>
          <pc:docMk/>
          <pc:sldMk cId="0" sldId="354"/>
        </pc:sldMkLst>
        <pc:spChg chg="mod">
          <ac:chgData name="Eclair Chen" userId="bee3a08289d85a0e" providerId="LiveId" clId="{923D8ECA-04C3-435A-9B98-F15789C7ACDA}" dt="2024-11-03T14:17:01.977" v="102" actId="207"/>
          <ac:spMkLst>
            <pc:docMk/>
            <pc:sldMk cId="0" sldId="354"/>
            <ac:spMk id="692227" creationId="{457ACF34-4436-48B2-A3A0-76C5A4541611}"/>
          </ac:spMkLst>
        </pc:spChg>
        <pc:picChg chg="add mod">
          <ac:chgData name="Eclair Chen" userId="bee3a08289d85a0e" providerId="LiveId" clId="{923D8ECA-04C3-435A-9B98-F15789C7ACDA}" dt="2024-11-03T14:15:24.865" v="93" actId="1076"/>
          <ac:picMkLst>
            <pc:docMk/>
            <pc:sldMk cId="0" sldId="354"/>
            <ac:picMk id="2" creationId="{A8DD7177-B477-4818-8058-645A729FFD8D}"/>
          </ac:picMkLst>
        </pc:picChg>
        <pc:picChg chg="mod">
          <ac:chgData name="Eclair Chen" userId="bee3a08289d85a0e" providerId="LiveId" clId="{923D8ECA-04C3-435A-9B98-F15789C7ACDA}" dt="2024-11-03T14:15:39.834" v="94" actId="1076"/>
          <ac:picMkLst>
            <pc:docMk/>
            <pc:sldMk cId="0" sldId="354"/>
            <ac:picMk id="692228" creationId="{31254B1B-506E-442F-BDE2-A1CEE9DFCA34}"/>
          </ac:picMkLst>
        </pc:picChg>
      </pc:sldChg>
      <pc:sldChg chg="modSp mod">
        <pc:chgData name="Eclair Chen" userId="bee3a08289d85a0e" providerId="LiveId" clId="{923D8ECA-04C3-435A-9B98-F15789C7ACDA}" dt="2024-11-03T14:16:53.327" v="100" actId="207"/>
        <pc:sldMkLst>
          <pc:docMk/>
          <pc:sldMk cId="0" sldId="356"/>
        </pc:sldMkLst>
        <pc:spChg chg="mod">
          <ac:chgData name="Eclair Chen" userId="bee3a08289d85a0e" providerId="LiveId" clId="{923D8ECA-04C3-435A-9B98-F15789C7ACDA}" dt="2024-11-03T14:16:53.327" v="100" actId="207"/>
          <ac:spMkLst>
            <pc:docMk/>
            <pc:sldMk cId="0" sldId="356"/>
            <ac:spMk id="694275" creationId="{C092C335-85C9-4C6E-BC6F-B586F310EFE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B2B558B9-2D58-47E9-8032-F250B5CFFD9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36FEE415-ECA7-496E-B578-080B6F5A9A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86624841-3FBB-4BBE-B605-C94D5282F29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973A931C-3391-4BFF-BAAD-4B3FBAE578D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A5776309-9A59-4199-A6C6-C420567B26A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E0D654E0-44DF-488D-8015-9A159344E0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D8170DAE-F447-48C3-B849-90A6C7F74C8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315DEB2A-F7D5-4BE5-A0BF-AF700FD09A2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>
            <a:extLst>
              <a:ext uri="{FF2B5EF4-FFF2-40B4-BE49-F238E27FC236}">
                <a16:creationId xmlns:a16="http://schemas.microsoft.com/office/drawing/2014/main" id="{B8B54814-A00E-48DD-A75E-999C33CA9C8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>
            <a:extLst>
              <a:ext uri="{FF2B5EF4-FFF2-40B4-BE49-F238E27FC236}">
                <a16:creationId xmlns:a16="http://schemas.microsoft.com/office/drawing/2014/main" id="{029BC9EF-459D-41B9-9288-CC7FB1AE7C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71" name="Rectangle 7">
            <a:extLst>
              <a:ext uri="{FF2B5EF4-FFF2-40B4-BE49-F238E27FC236}">
                <a16:creationId xmlns:a16="http://schemas.microsoft.com/office/drawing/2014/main" id="{232BA8E8-8C1D-47DB-8BFA-129CB3BDE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4A7130BD-A8C0-40BC-8FED-09189BE4D47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9FC77EC-C521-4338-B023-6F610E434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2CE5BF-A05C-4E94-92F9-19BD6501D49E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121FA5D4-5F1C-4007-8DB8-18E0E0A2BE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4F692E71-0B16-47DC-852D-3A2CFA5D6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>
            <a:extLst>
              <a:ext uri="{FF2B5EF4-FFF2-40B4-BE49-F238E27FC236}">
                <a16:creationId xmlns:a16="http://schemas.microsoft.com/office/drawing/2014/main" id="{F7B9E4AD-2512-46A4-A6A5-6E6DB80B3D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E45E52B4-1E68-4FFE-87D4-51D46DBF8DA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EBC25D08-DA8E-4FF9-9269-853ACAA88A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E741E0D2-571F-4B44-A1BD-43E5E0044F0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>
            <a:extLst>
              <a:ext uri="{FF2B5EF4-FFF2-40B4-BE49-F238E27FC236}">
                <a16:creationId xmlns:a16="http://schemas.microsoft.com/office/drawing/2014/main" id="{2788DB8A-8102-42EC-8145-2472094154C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>
            <a:extLst>
              <a:ext uri="{FF2B5EF4-FFF2-40B4-BE49-F238E27FC236}">
                <a16:creationId xmlns:a16="http://schemas.microsoft.com/office/drawing/2014/main" id="{7CB8B561-B73E-4FC8-B6F6-3117069140A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07F2F8F-F54B-4D0D-A083-2565DAADB1E6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>
            <a:extLst>
              <a:ext uri="{FF2B5EF4-FFF2-40B4-BE49-F238E27FC236}">
                <a16:creationId xmlns:a16="http://schemas.microsoft.com/office/drawing/2014/main" id="{DCFE22E4-63CE-40FB-A413-8730815FFF2C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>
              <a:extLst>
                <a:ext uri="{FF2B5EF4-FFF2-40B4-BE49-F238E27FC236}">
                  <a16:creationId xmlns:a16="http://schemas.microsoft.com/office/drawing/2014/main" id="{5075AFE2-DBE2-42F2-B0FE-5884E85AE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>
              <a:extLst>
                <a:ext uri="{FF2B5EF4-FFF2-40B4-BE49-F238E27FC236}">
                  <a16:creationId xmlns:a16="http://schemas.microsoft.com/office/drawing/2014/main" id="{A5CFCD08-A1B9-4A91-B408-53A34DFB2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>
              <a:extLst>
                <a:ext uri="{FF2B5EF4-FFF2-40B4-BE49-F238E27FC236}">
                  <a16:creationId xmlns:a16="http://schemas.microsoft.com/office/drawing/2014/main" id="{9CC20EA0-DFC8-45D1-AEB5-5DE7F3BE9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>
              <a:extLst>
                <a:ext uri="{FF2B5EF4-FFF2-40B4-BE49-F238E27FC236}">
                  <a16:creationId xmlns:a16="http://schemas.microsoft.com/office/drawing/2014/main" id="{1FDE983D-BE26-42B0-8C1C-235796A71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>
              <a:extLst>
                <a:ext uri="{FF2B5EF4-FFF2-40B4-BE49-F238E27FC236}">
                  <a16:creationId xmlns:a16="http://schemas.microsoft.com/office/drawing/2014/main" id="{D503A619-550F-475E-ABCB-F214AD8E2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>
              <a:extLst>
                <a:ext uri="{FF2B5EF4-FFF2-40B4-BE49-F238E27FC236}">
                  <a16:creationId xmlns:a16="http://schemas.microsoft.com/office/drawing/2014/main" id="{7AFDEDD7-A249-4FF8-AF79-41079B79A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>
              <a:extLst>
                <a:ext uri="{FF2B5EF4-FFF2-40B4-BE49-F238E27FC236}">
                  <a16:creationId xmlns:a16="http://schemas.microsoft.com/office/drawing/2014/main" id="{1C71DD27-B077-441F-99E8-72CF497C5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>
              <a:extLst>
                <a:ext uri="{FF2B5EF4-FFF2-40B4-BE49-F238E27FC236}">
                  <a16:creationId xmlns:a16="http://schemas.microsoft.com/office/drawing/2014/main" id="{ABBB4AE8-0A11-418C-B3C9-11E12A263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>
              <a:extLst>
                <a:ext uri="{FF2B5EF4-FFF2-40B4-BE49-F238E27FC236}">
                  <a16:creationId xmlns:a16="http://schemas.microsoft.com/office/drawing/2014/main" id="{4867CE91-DEF3-4FCC-A116-95E150372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>
              <a:extLst>
                <a:ext uri="{FF2B5EF4-FFF2-40B4-BE49-F238E27FC236}">
                  <a16:creationId xmlns:a16="http://schemas.microsoft.com/office/drawing/2014/main" id="{49993E4C-2A3B-4417-B3DD-CD9ADC22F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>
              <a:extLst>
                <a:ext uri="{FF2B5EF4-FFF2-40B4-BE49-F238E27FC236}">
                  <a16:creationId xmlns:a16="http://schemas.microsoft.com/office/drawing/2014/main" id="{118742BB-1478-433F-A381-30BE6C805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>
              <a:extLst>
                <a:ext uri="{FF2B5EF4-FFF2-40B4-BE49-F238E27FC236}">
                  <a16:creationId xmlns:a16="http://schemas.microsoft.com/office/drawing/2014/main" id="{56A9C996-FC3C-4F29-A412-59ECBCB95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>
              <a:extLst>
                <a:ext uri="{FF2B5EF4-FFF2-40B4-BE49-F238E27FC236}">
                  <a16:creationId xmlns:a16="http://schemas.microsoft.com/office/drawing/2014/main" id="{FE757AD8-E9D0-45D6-B915-9C8830CEC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>
              <a:extLst>
                <a:ext uri="{FF2B5EF4-FFF2-40B4-BE49-F238E27FC236}">
                  <a16:creationId xmlns:a16="http://schemas.microsoft.com/office/drawing/2014/main" id="{EAB377E1-3918-4D3F-B1E9-B64757EB0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>
              <a:extLst>
                <a:ext uri="{FF2B5EF4-FFF2-40B4-BE49-F238E27FC236}">
                  <a16:creationId xmlns:a16="http://schemas.microsoft.com/office/drawing/2014/main" id="{F9BF214F-3BDF-4873-BE98-47C5CA4F0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>
              <a:extLst>
                <a:ext uri="{FF2B5EF4-FFF2-40B4-BE49-F238E27FC236}">
                  <a16:creationId xmlns:a16="http://schemas.microsoft.com/office/drawing/2014/main" id="{522920FA-D82E-4199-894D-6FF371F4B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>
              <a:extLst>
                <a:ext uri="{FF2B5EF4-FFF2-40B4-BE49-F238E27FC236}">
                  <a16:creationId xmlns:a16="http://schemas.microsoft.com/office/drawing/2014/main" id="{9D51F36E-19A7-465C-A722-7E4C9BC1C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>
              <a:extLst>
                <a:ext uri="{FF2B5EF4-FFF2-40B4-BE49-F238E27FC236}">
                  <a16:creationId xmlns:a16="http://schemas.microsoft.com/office/drawing/2014/main" id="{D11D3868-F236-4244-BC00-558219189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>
              <a:extLst>
                <a:ext uri="{FF2B5EF4-FFF2-40B4-BE49-F238E27FC236}">
                  <a16:creationId xmlns:a16="http://schemas.microsoft.com/office/drawing/2014/main" id="{15C1A2EB-777E-4301-B05E-D533DDF41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>
              <a:extLst>
                <a:ext uri="{FF2B5EF4-FFF2-40B4-BE49-F238E27FC236}">
                  <a16:creationId xmlns:a16="http://schemas.microsoft.com/office/drawing/2014/main" id="{19EA4A46-93DC-4953-BA4C-4D1C18B5E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>
              <a:extLst>
                <a:ext uri="{FF2B5EF4-FFF2-40B4-BE49-F238E27FC236}">
                  <a16:creationId xmlns:a16="http://schemas.microsoft.com/office/drawing/2014/main" id="{6C2CE42C-87AA-4A0E-A0FD-FC6D917CC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>
              <a:extLst>
                <a:ext uri="{FF2B5EF4-FFF2-40B4-BE49-F238E27FC236}">
                  <a16:creationId xmlns:a16="http://schemas.microsoft.com/office/drawing/2014/main" id="{85C54BCF-2BD5-4CBA-B46B-3BE0F5585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>
              <a:extLst>
                <a:ext uri="{FF2B5EF4-FFF2-40B4-BE49-F238E27FC236}">
                  <a16:creationId xmlns:a16="http://schemas.microsoft.com/office/drawing/2014/main" id="{A3222BC9-10C8-4BD1-8B4A-303687FE3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>
              <a:extLst>
                <a:ext uri="{FF2B5EF4-FFF2-40B4-BE49-F238E27FC236}">
                  <a16:creationId xmlns:a16="http://schemas.microsoft.com/office/drawing/2014/main" id="{2617E418-61A7-4F5D-89BE-0956643AE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>
              <a:extLst>
                <a:ext uri="{FF2B5EF4-FFF2-40B4-BE49-F238E27FC236}">
                  <a16:creationId xmlns:a16="http://schemas.microsoft.com/office/drawing/2014/main" id="{F8A674B6-F6E5-42B7-8604-77844F955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>
              <a:extLst>
                <a:ext uri="{FF2B5EF4-FFF2-40B4-BE49-F238E27FC236}">
                  <a16:creationId xmlns:a16="http://schemas.microsoft.com/office/drawing/2014/main" id="{0C439531-6FD7-4108-8CD9-05F2957E0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>
              <a:extLst>
                <a:ext uri="{FF2B5EF4-FFF2-40B4-BE49-F238E27FC236}">
                  <a16:creationId xmlns:a16="http://schemas.microsoft.com/office/drawing/2014/main" id="{A8D04836-0A8E-40B9-83C4-C5F9A0A7E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>
              <a:extLst>
                <a:ext uri="{FF2B5EF4-FFF2-40B4-BE49-F238E27FC236}">
                  <a16:creationId xmlns:a16="http://schemas.microsoft.com/office/drawing/2014/main" id="{BA2FA339-79D2-42B5-AB47-0A24452A7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>
              <a:extLst>
                <a:ext uri="{FF2B5EF4-FFF2-40B4-BE49-F238E27FC236}">
                  <a16:creationId xmlns:a16="http://schemas.microsoft.com/office/drawing/2014/main" id="{35921F9E-A355-4C38-BFCB-74C3806BF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>
              <a:extLst>
                <a:ext uri="{FF2B5EF4-FFF2-40B4-BE49-F238E27FC236}">
                  <a16:creationId xmlns:a16="http://schemas.microsoft.com/office/drawing/2014/main" id="{ED516BB7-2A9A-4B1B-ACFB-36628519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>
              <a:extLst>
                <a:ext uri="{FF2B5EF4-FFF2-40B4-BE49-F238E27FC236}">
                  <a16:creationId xmlns:a16="http://schemas.microsoft.com/office/drawing/2014/main" id="{CEE16898-9263-46E5-8D1E-6F1DFC413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>
            <a:extLst>
              <a:ext uri="{FF2B5EF4-FFF2-40B4-BE49-F238E27FC236}">
                <a16:creationId xmlns:a16="http://schemas.microsoft.com/office/drawing/2014/main" id="{A3781BBD-4E8A-4F42-94CB-850A2561FE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9C46AD-03C5-44CF-BA26-F90F3269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9221C5-3B5C-426A-8C4F-8E570CE47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5FAB5B-381F-4B5B-8D0B-33CE61470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64DA19-4D8F-4884-A8C0-862C3F3D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630AB3-D5DE-4975-9DBA-814E2ABF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109EB5-7170-4402-8974-005DE17BA50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1010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1F82-B065-4462-A8B4-12A5CAC5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743EC8-4302-4F27-B591-3C6324606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B283CC-0DDB-4058-BC73-8C711C1F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DC6626-49F9-4023-AA48-1CBDED7E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0D962B-E93E-4F57-A521-C4C26B69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632129-C1F0-4D02-A007-E6FFA0A436A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180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516369-B3A6-49F8-829B-56C10115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1B98C7-A701-43E5-9B9D-4F4F01F41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A6F121-2C35-42ED-8E4C-914065356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5E7B00-E93D-49CA-9B95-9EBF996C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886EE0-5C05-4759-A4BD-AA0F252E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E494CF-7AB0-446B-AFA7-DEA07C74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551E2E-8BC2-422B-A87E-B20139076BD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753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3DD22-B758-4A28-865A-A4C5C27F7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B9CC02-BAFD-4172-A017-B9927D6AA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30F8E97-4A71-4AA6-A29E-DACF4DFF1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99DE72E-C35D-4266-B18F-AD7A01245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D4FFE0C-D2EE-4666-9407-8030B5E01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CEFDE7E-0261-4FD5-B68A-6E6F17D4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E0141FE-BB0B-478E-A5FE-83A7059A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D6E9EE6-E3E6-48B8-B358-227AF232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9EEB1F-66FD-432C-BE9D-88AF62ABB5E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67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A6EF14-0986-435F-B1B0-29D7C157B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E5779A-BA16-43BC-9060-2507F7A34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E64D689-9D7F-4911-8467-531D8E9A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84A7AD7-AA1A-46CC-A721-38DF186B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EB287F-F5C9-498E-8E93-86A009BAEEA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840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BDDB23-C847-4400-98BB-DBD7DF35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B371176-058C-454B-8C25-45659732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BF3687-CE4D-41D3-BBFB-AFCFD5E6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85830E-430E-47D7-8A83-DF03CC26BFF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43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DB8A79-475E-454F-8CB0-F221BCDA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434D37-B9F7-45E0-B958-611BFEC39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09D228F-78B1-42AC-A405-B1CF8CBA1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7B583C-AEEB-4061-8160-DE10FEB9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BFB174-7611-4C5D-B9E2-697D6CB8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9D0E9A-434B-4777-B539-966B388A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139E48-441A-4F64-8EB9-39FAFC4DE64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231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18A14F-9CBB-478A-A098-10B37F4E8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4E55819-B80B-47AF-B86E-001331508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E12960C-4ADA-4016-A725-74D513CA4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30942D-7D03-4571-860C-07C46254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D1A66F-A591-4728-8BEE-3B8890DB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789BD3-57E1-4166-8E68-D0AAF551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7445E-BC44-4FAF-BABC-F773388970B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93341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79B4C-6665-4BC9-AB96-881543D6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0F71CD-6449-41D0-B286-AECCB8F68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585643-9166-4831-B0F6-9D00C28A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2506B9-620B-42FD-8627-A12AC05E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BA947C-6D1F-4C05-934A-518388D5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372AD7-5F48-4815-BAB5-A2B844D03DE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0418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FF9DD0-F1E2-467C-8275-FF34D2B26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48B5ED1-863E-4C37-93DF-155D5FEE3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57FF8B-7367-4FDA-810E-5C1D84AA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8B2B1D-3115-4BAF-ACCA-073E6309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1A09EC-74BF-4166-94F8-9C310422F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7EAF3-2DF2-494D-8743-31F302084E8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9311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772BD0-9196-4E11-9593-D247609C7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230585-31B2-49F7-9173-DF9FE4C4F12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8BFB195-B237-4CC6-890A-98E87D3AC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4DB5E1-568A-4868-8289-0FB558A7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B29DBC-36DA-4ACD-B06F-8D3254E1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314B8A-EDA7-427D-B98B-DA928C61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2E309EC-F857-483D-B58C-026969C56D2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797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>
            <a:extLst>
              <a:ext uri="{FF2B5EF4-FFF2-40B4-BE49-F238E27FC236}">
                <a16:creationId xmlns:a16="http://schemas.microsoft.com/office/drawing/2014/main" id="{12C99B95-87AE-41A0-8B2E-7F3308DD2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A7557798-CC89-4DF3-9580-7266B4D72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>
            <a:extLst>
              <a:ext uri="{FF2B5EF4-FFF2-40B4-BE49-F238E27FC236}">
                <a16:creationId xmlns:a16="http://schemas.microsoft.com/office/drawing/2014/main" id="{BC03288B-7A2A-4989-A1A2-FCD80DD82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>
            <a:extLst>
              <a:ext uri="{FF2B5EF4-FFF2-40B4-BE49-F238E27FC236}">
                <a16:creationId xmlns:a16="http://schemas.microsoft.com/office/drawing/2014/main" id="{C257C75F-9D5C-418E-8DED-FCE136AC94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8" name="Rectangle 6">
            <a:extLst>
              <a:ext uri="{FF2B5EF4-FFF2-40B4-BE49-F238E27FC236}">
                <a16:creationId xmlns:a16="http://schemas.microsoft.com/office/drawing/2014/main" id="{9AC2A246-D547-44AB-9B3B-1C63824E33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9" name="Rectangle 7">
            <a:extLst>
              <a:ext uri="{FF2B5EF4-FFF2-40B4-BE49-F238E27FC236}">
                <a16:creationId xmlns:a16="http://schemas.microsoft.com/office/drawing/2014/main" id="{5DC85170-EF37-4ABE-BF11-33D6691575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solidFill>
                  <a:schemeClr val="tx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D4AFF688-B690-4592-9F7A-A16194303CC2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>
            <a:extLst>
              <a:ext uri="{FF2B5EF4-FFF2-40B4-BE49-F238E27FC236}">
                <a16:creationId xmlns:a16="http://schemas.microsoft.com/office/drawing/2014/main" id="{41AF59C1-CC46-48A1-AC8E-EF9934974B9B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>
              <a:extLst>
                <a:ext uri="{FF2B5EF4-FFF2-40B4-BE49-F238E27FC236}">
                  <a16:creationId xmlns:a16="http://schemas.microsoft.com/office/drawing/2014/main" id="{D4B80039-5768-4659-92FD-656E2B985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>
              <a:extLst>
                <a:ext uri="{FF2B5EF4-FFF2-40B4-BE49-F238E27FC236}">
                  <a16:creationId xmlns:a16="http://schemas.microsoft.com/office/drawing/2014/main" id="{E6518778-9C04-4F89-9CDE-29C4FA5F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>
              <a:extLst>
                <a:ext uri="{FF2B5EF4-FFF2-40B4-BE49-F238E27FC236}">
                  <a16:creationId xmlns:a16="http://schemas.microsoft.com/office/drawing/2014/main" id="{2C6DD685-ADCD-4A33-AD1A-E387CD807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>
              <a:extLst>
                <a:ext uri="{FF2B5EF4-FFF2-40B4-BE49-F238E27FC236}">
                  <a16:creationId xmlns:a16="http://schemas.microsoft.com/office/drawing/2014/main" id="{8E2562F9-843E-4989-BB30-57B1085DF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>
              <a:extLst>
                <a:ext uri="{FF2B5EF4-FFF2-40B4-BE49-F238E27FC236}">
                  <a16:creationId xmlns:a16="http://schemas.microsoft.com/office/drawing/2014/main" id="{BC20C946-3990-4B90-97FF-2FFEC9B9E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>
              <a:extLst>
                <a:ext uri="{FF2B5EF4-FFF2-40B4-BE49-F238E27FC236}">
                  <a16:creationId xmlns:a16="http://schemas.microsoft.com/office/drawing/2014/main" id="{9633A8B2-06D7-42EF-848D-E23A855FA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>
              <a:extLst>
                <a:ext uri="{FF2B5EF4-FFF2-40B4-BE49-F238E27FC236}">
                  <a16:creationId xmlns:a16="http://schemas.microsoft.com/office/drawing/2014/main" id="{F200CC0D-32F1-41B4-8F0B-D5E2A380E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>
              <a:extLst>
                <a:ext uri="{FF2B5EF4-FFF2-40B4-BE49-F238E27FC236}">
                  <a16:creationId xmlns:a16="http://schemas.microsoft.com/office/drawing/2014/main" id="{5CE2A3CE-7F5D-4DC4-B775-01099C68B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>
              <a:extLst>
                <a:ext uri="{FF2B5EF4-FFF2-40B4-BE49-F238E27FC236}">
                  <a16:creationId xmlns:a16="http://schemas.microsoft.com/office/drawing/2014/main" id="{88F767C9-C556-4256-A17B-6C6CBFBC8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>
              <a:extLst>
                <a:ext uri="{FF2B5EF4-FFF2-40B4-BE49-F238E27FC236}">
                  <a16:creationId xmlns:a16="http://schemas.microsoft.com/office/drawing/2014/main" id="{29DBA5B5-6EBF-443B-B8B8-4BD7B424D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>
              <a:extLst>
                <a:ext uri="{FF2B5EF4-FFF2-40B4-BE49-F238E27FC236}">
                  <a16:creationId xmlns:a16="http://schemas.microsoft.com/office/drawing/2014/main" id="{2C576CED-44C8-412D-B348-2646A9D82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>
              <a:extLst>
                <a:ext uri="{FF2B5EF4-FFF2-40B4-BE49-F238E27FC236}">
                  <a16:creationId xmlns:a16="http://schemas.microsoft.com/office/drawing/2014/main" id="{F5620E43-AB54-4712-907C-F7E1C2F86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>
              <a:extLst>
                <a:ext uri="{FF2B5EF4-FFF2-40B4-BE49-F238E27FC236}">
                  <a16:creationId xmlns:a16="http://schemas.microsoft.com/office/drawing/2014/main" id="{5EE3A4B1-C792-48B5-92F2-F7B184227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>
              <a:extLst>
                <a:ext uri="{FF2B5EF4-FFF2-40B4-BE49-F238E27FC236}">
                  <a16:creationId xmlns:a16="http://schemas.microsoft.com/office/drawing/2014/main" id="{C6C8A2A4-56E4-4D8D-8D7D-9FBC04F74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>
              <a:extLst>
                <a:ext uri="{FF2B5EF4-FFF2-40B4-BE49-F238E27FC236}">
                  <a16:creationId xmlns:a16="http://schemas.microsoft.com/office/drawing/2014/main" id="{FF53D83D-269C-4D0B-9449-8827186DE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>
              <a:extLst>
                <a:ext uri="{FF2B5EF4-FFF2-40B4-BE49-F238E27FC236}">
                  <a16:creationId xmlns:a16="http://schemas.microsoft.com/office/drawing/2014/main" id="{8EA7E75B-BE7F-4086-8E91-5B1639021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>
              <a:extLst>
                <a:ext uri="{FF2B5EF4-FFF2-40B4-BE49-F238E27FC236}">
                  <a16:creationId xmlns:a16="http://schemas.microsoft.com/office/drawing/2014/main" id="{E7B03063-0D57-4330-9C67-BD3F664EE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>
              <a:extLst>
                <a:ext uri="{FF2B5EF4-FFF2-40B4-BE49-F238E27FC236}">
                  <a16:creationId xmlns:a16="http://schemas.microsoft.com/office/drawing/2014/main" id="{0CB95331-3BC9-410D-BF0F-22C016069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>
              <a:extLst>
                <a:ext uri="{FF2B5EF4-FFF2-40B4-BE49-F238E27FC236}">
                  <a16:creationId xmlns:a16="http://schemas.microsoft.com/office/drawing/2014/main" id="{3F206128-CF5B-4755-A697-A197E58EF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>
              <a:extLst>
                <a:ext uri="{FF2B5EF4-FFF2-40B4-BE49-F238E27FC236}">
                  <a16:creationId xmlns:a16="http://schemas.microsoft.com/office/drawing/2014/main" id="{0D74144B-3DF3-455E-B6C4-A527A712B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>
              <a:extLst>
                <a:ext uri="{FF2B5EF4-FFF2-40B4-BE49-F238E27FC236}">
                  <a16:creationId xmlns:a16="http://schemas.microsoft.com/office/drawing/2014/main" id="{4F32A6D4-911E-4AD3-947E-0AB0A41EE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>
              <a:extLst>
                <a:ext uri="{FF2B5EF4-FFF2-40B4-BE49-F238E27FC236}">
                  <a16:creationId xmlns:a16="http://schemas.microsoft.com/office/drawing/2014/main" id="{7221B9C1-5329-4900-B380-F69E77605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>
              <a:extLst>
                <a:ext uri="{FF2B5EF4-FFF2-40B4-BE49-F238E27FC236}">
                  <a16:creationId xmlns:a16="http://schemas.microsoft.com/office/drawing/2014/main" id="{1EB331BC-AFEA-4F3E-9D75-0095BFB39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>
              <a:extLst>
                <a:ext uri="{FF2B5EF4-FFF2-40B4-BE49-F238E27FC236}">
                  <a16:creationId xmlns:a16="http://schemas.microsoft.com/office/drawing/2014/main" id="{CF69577A-169F-441B-9A74-31855B5EF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>
              <a:extLst>
                <a:ext uri="{FF2B5EF4-FFF2-40B4-BE49-F238E27FC236}">
                  <a16:creationId xmlns:a16="http://schemas.microsoft.com/office/drawing/2014/main" id="{2387E00D-5353-46FB-BD27-BA9C5F83B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>
              <a:extLst>
                <a:ext uri="{FF2B5EF4-FFF2-40B4-BE49-F238E27FC236}">
                  <a16:creationId xmlns:a16="http://schemas.microsoft.com/office/drawing/2014/main" id="{ECEF0963-CB73-4E13-838F-469B4155D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>
              <a:extLst>
                <a:ext uri="{FF2B5EF4-FFF2-40B4-BE49-F238E27FC236}">
                  <a16:creationId xmlns:a16="http://schemas.microsoft.com/office/drawing/2014/main" id="{3E32A372-3E05-4CB0-93C9-F114A8704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>
              <a:extLst>
                <a:ext uri="{FF2B5EF4-FFF2-40B4-BE49-F238E27FC236}">
                  <a16:creationId xmlns:a16="http://schemas.microsoft.com/office/drawing/2014/main" id="{E9D184AD-C2C0-4C70-B705-D65290DE2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>
              <a:extLst>
                <a:ext uri="{FF2B5EF4-FFF2-40B4-BE49-F238E27FC236}">
                  <a16:creationId xmlns:a16="http://schemas.microsoft.com/office/drawing/2014/main" id="{8924CC27-2DB8-48EB-A4B0-2130AD235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>
              <a:extLst>
                <a:ext uri="{FF2B5EF4-FFF2-40B4-BE49-F238E27FC236}">
                  <a16:creationId xmlns:a16="http://schemas.microsoft.com/office/drawing/2014/main" id="{0371DADD-6D60-467D-8C05-8208E758D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>
              <a:extLst>
                <a:ext uri="{FF2B5EF4-FFF2-40B4-BE49-F238E27FC236}">
                  <a16:creationId xmlns:a16="http://schemas.microsoft.com/office/drawing/2014/main" id="{B6E57639-F098-4E7D-98E8-0427EE8A9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.jpe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9CB7C7F-BE97-429A-8B02-46CAFEC606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47F095A6-9999-494C-A3E2-2A0774F5F9D6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00E36D56-D089-4038-9979-FED167A059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第十章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再談指標</a:t>
            </a:r>
            <a:r>
              <a:rPr lang="zh-TW" altLang="en-US"/>
              <a:t> </a:t>
            </a: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12D7DFE1-4C22-4CE0-9C57-E9A92B60CA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/>
              <a:t>學習雙重指標的使用</a:t>
            </a:r>
          </a:p>
          <a:p>
            <a:r>
              <a:rPr lang="zh-TW" altLang="en-US" sz="2800"/>
              <a:t>認識動態記憶體配置</a:t>
            </a:r>
          </a:p>
          <a:p>
            <a:r>
              <a:rPr lang="zh-TW" altLang="en-US" sz="2800"/>
              <a:t>瞭解指標與參照的不同</a:t>
            </a:r>
          </a:p>
          <a:p>
            <a:r>
              <a:rPr lang="zh-TW" altLang="en-US" sz="2800"/>
              <a:t>認識指標與參照在函數之間的傳遞方式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9A463EDE-5783-442D-97C5-4D0C47C4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D1E8-5604-4487-9907-7893B884D312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>
            <a:extLst>
              <a:ext uri="{FF2B5EF4-FFF2-40B4-BE49-F238E27FC236}">
                <a16:creationId xmlns:a16="http://schemas.microsoft.com/office/drawing/2014/main" id="{5FBFA0C1-AFD8-4509-83AB-E7C943CDF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雙重指標</a:t>
            </a:r>
            <a:r>
              <a:rPr lang="en-US" altLang="zh-TW" dirty="0"/>
              <a:t> </a:t>
            </a:r>
          </a:p>
        </p:txBody>
      </p:sp>
      <p:sp>
        <p:nvSpPr>
          <p:cNvPr id="578565" name="Rectangle 5">
            <a:extLst>
              <a:ext uri="{FF2B5EF4-FFF2-40B4-BE49-F238E27FC236}">
                <a16:creationId xmlns:a16="http://schemas.microsoft.com/office/drawing/2014/main" id="{9FD38596-AB5F-4946-97AE-A7B5F7E235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719263"/>
            <a:ext cx="8280400" cy="4410075"/>
          </a:xfrm>
        </p:spPr>
        <p:txBody>
          <a:bodyPr/>
          <a:lstStyle/>
          <a:p>
            <a:r>
              <a:rPr lang="zh-TW" altLang="en-US" sz="2600" dirty="0"/>
              <a:t>指向指標的指標（</a:t>
            </a:r>
            <a:r>
              <a:rPr lang="en-US" altLang="zh-TW" sz="2600" dirty="0"/>
              <a:t>pointer to pointer</a:t>
            </a:r>
            <a:r>
              <a:rPr lang="zh-TW" altLang="en-US" sz="2600" dirty="0"/>
              <a:t>），稱為雙重指標</a:t>
            </a:r>
          </a:p>
          <a:p>
            <a:r>
              <a:rPr lang="zh-TW" altLang="en-US" sz="2600" dirty="0"/>
              <a:t> 雙重指標內所存放的是某個指標變數的位址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雙重指標變數的宣告範例：  </a:t>
            </a:r>
          </a:p>
        </p:txBody>
      </p:sp>
      <p:sp>
        <p:nvSpPr>
          <p:cNvPr id="578567" name="AutoShape 7">
            <a:extLst>
              <a:ext uri="{FF2B5EF4-FFF2-40B4-BE49-F238E27FC236}">
                <a16:creationId xmlns:a16="http://schemas.microsoft.com/office/drawing/2014/main" id="{BAF9D071-7A6D-4E38-8DFF-0A9CB9225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260350"/>
            <a:ext cx="37084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指向指標的指標─雙重指標</a:t>
            </a:r>
          </a:p>
        </p:txBody>
      </p:sp>
      <p:pic>
        <p:nvPicPr>
          <p:cNvPr id="578569" name="Picture 9">
            <a:extLst>
              <a:ext uri="{FF2B5EF4-FFF2-40B4-BE49-F238E27FC236}">
                <a16:creationId xmlns:a16="http://schemas.microsoft.com/office/drawing/2014/main" id="{7E597B7C-32D8-4904-9D2F-AB08CC7ED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863" y="2997200"/>
            <a:ext cx="4370387" cy="96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C9CE550F-A741-4863-A623-A942CE5B6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164" y="3698454"/>
            <a:ext cx="2849069" cy="886667"/>
          </a:xfrm>
          <a:prstGeom prst="rect">
            <a:avLst/>
          </a:prstGeom>
        </p:spPr>
      </p:pic>
      <p:pic>
        <p:nvPicPr>
          <p:cNvPr id="10" name="Picture 39">
            <a:extLst>
              <a:ext uri="{FF2B5EF4-FFF2-40B4-BE49-F238E27FC236}">
                <a16:creationId xmlns:a16="http://schemas.microsoft.com/office/drawing/2014/main" id="{3CF20015-82E8-4F81-A7E6-1FDA60D95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39" y="4811713"/>
            <a:ext cx="70754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0">
            <a:extLst>
              <a:ext uri="{FF2B5EF4-FFF2-40B4-BE49-F238E27FC236}">
                <a16:creationId xmlns:a16="http://schemas.microsoft.com/office/drawing/2014/main" id="{D92C0A91-E036-49B3-801E-0FE576F89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55" y="5540627"/>
            <a:ext cx="7072312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2A6C72D-A4D1-4278-B899-0943693E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2" y="2274565"/>
            <a:ext cx="5132280" cy="3686168"/>
          </a:xfrm>
          <a:prstGeom prst="rect">
            <a:avLst/>
          </a:prstGeom>
        </p:spPr>
      </p:pic>
      <p:sp>
        <p:nvSpPr>
          <p:cNvPr id="9" name="投影片編號版面配置區 6">
            <a:extLst>
              <a:ext uri="{FF2B5EF4-FFF2-40B4-BE49-F238E27FC236}">
                <a16:creationId xmlns:a16="http://schemas.microsoft.com/office/drawing/2014/main" id="{FCBFA906-6925-4407-B521-31EDEA4E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4EBC-0ED7-427A-A998-04C2F2ECB767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81636" name="Rectangle 4">
            <a:extLst>
              <a:ext uri="{FF2B5EF4-FFF2-40B4-BE49-F238E27FC236}">
                <a16:creationId xmlns:a16="http://schemas.microsoft.com/office/drawing/2014/main" id="{295F9902-EF35-4DE9-919B-37D5C0A5D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雙重指標的使用 </a:t>
            </a:r>
            <a:endParaRPr lang="en-US" altLang="zh-TW" dirty="0"/>
          </a:p>
        </p:txBody>
      </p:sp>
      <p:sp>
        <p:nvSpPr>
          <p:cNvPr id="581650" name="AutoShape 18">
            <a:extLst>
              <a:ext uri="{FF2B5EF4-FFF2-40B4-BE49-F238E27FC236}">
                <a16:creationId xmlns:a16="http://schemas.microsoft.com/office/drawing/2014/main" id="{E1919573-AF3C-48A1-89E3-AE1797408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260350"/>
            <a:ext cx="3708400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指向指標的指標─雙重指標</a:t>
            </a:r>
          </a:p>
        </p:txBody>
      </p:sp>
      <p:sp>
        <p:nvSpPr>
          <p:cNvPr id="581651" name="Rectangle 19">
            <a:extLst>
              <a:ext uri="{FF2B5EF4-FFF2-40B4-BE49-F238E27FC236}">
                <a16:creationId xmlns:a16="http://schemas.microsoft.com/office/drawing/2014/main" id="{EBC78163-C056-48E5-AC05-A415C5A093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TW" altLang="en-US" sz="2600" dirty="0"/>
              <a:t>雙重指標的使用範例 </a:t>
            </a:r>
          </a:p>
        </p:txBody>
      </p:sp>
      <p:pic>
        <p:nvPicPr>
          <p:cNvPr id="581654" name="Picture 22">
            <a:extLst>
              <a:ext uri="{FF2B5EF4-FFF2-40B4-BE49-F238E27FC236}">
                <a16:creationId xmlns:a16="http://schemas.microsoft.com/office/drawing/2014/main" id="{5A98A6D8-F7DA-48EF-B810-86481EBA4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511" y="2542981"/>
            <a:ext cx="3507257" cy="745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D1488D6-D67E-4015-BAF8-1F1C0DDF1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247" y="3879917"/>
            <a:ext cx="3757961" cy="1847066"/>
          </a:xfrm>
          <a:prstGeom prst="rect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75336B9-6576-47C4-9E45-E8E250259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93754"/>
            <a:ext cx="5582685" cy="5833279"/>
          </a:xfrm>
          <a:prstGeom prst="rect">
            <a:avLst/>
          </a:prstGeom>
        </p:spPr>
      </p:pic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034D730C-7811-41FA-8ABD-E1792FAE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4639E-D9BC-4D73-AACF-BF35765EB9A4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679938" name="Rectangle 2">
            <a:extLst>
              <a:ext uri="{FF2B5EF4-FFF2-40B4-BE49-F238E27FC236}">
                <a16:creationId xmlns:a16="http://schemas.microsoft.com/office/drawing/2014/main" id="{1C3AF83E-636A-4B09-B05F-B2DE233D8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574" y="134778"/>
            <a:ext cx="7543800" cy="750478"/>
          </a:xfrm>
        </p:spPr>
        <p:txBody>
          <a:bodyPr/>
          <a:lstStyle/>
          <a:p>
            <a:r>
              <a:rPr lang="zh-TW" altLang="en-US" dirty="0"/>
              <a:t>印出陣列的位址</a:t>
            </a:r>
            <a:endParaRPr lang="en-US" altLang="zh-TW" dirty="0"/>
          </a:p>
        </p:txBody>
      </p:sp>
      <p:sp>
        <p:nvSpPr>
          <p:cNvPr id="679939" name="Rectangle 3">
            <a:extLst>
              <a:ext uri="{FF2B5EF4-FFF2-40B4-BE49-F238E27FC236}">
                <a16:creationId xmlns:a16="http://schemas.microsoft.com/office/drawing/2014/main" id="{9194DAE8-4741-47D6-814E-61F7E8A96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87824" y="1014004"/>
            <a:ext cx="3565376" cy="575518"/>
          </a:xfrm>
          <a:solidFill>
            <a:srgbClr val="99CCFF"/>
          </a:solidFill>
        </p:spPr>
        <p:txBody>
          <a:bodyPr/>
          <a:lstStyle/>
          <a:p>
            <a:r>
              <a:rPr lang="zh-TW" altLang="en-US" sz="2600" b="1" dirty="0"/>
              <a:t>印出二維陣列的位址</a:t>
            </a:r>
            <a:r>
              <a:rPr lang="zh-TW" altLang="en-US" sz="2600" dirty="0"/>
              <a:t> </a:t>
            </a:r>
          </a:p>
        </p:txBody>
      </p:sp>
      <p:sp>
        <p:nvSpPr>
          <p:cNvPr id="679945" name="AutoShape 9">
            <a:extLst>
              <a:ext uri="{FF2B5EF4-FFF2-40B4-BE49-F238E27FC236}">
                <a16:creationId xmlns:a16="http://schemas.microsoft.com/office/drawing/2014/main" id="{B89E5DA2-92C2-4621-9577-BAFD6B205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260350"/>
            <a:ext cx="3708400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指向指標的指標─雙重指標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3FE60A9-6FBC-45FE-B491-C7B0805F5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6" y="4700537"/>
            <a:ext cx="4411441" cy="1849000"/>
          </a:xfrm>
          <a:prstGeom prst="rect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A507E96F-BA7A-470A-9D12-479D543B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9BCB0-0491-49EB-A608-2D765EF67F01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84716" name="Rectangle 12">
            <a:extLst>
              <a:ext uri="{FF2B5EF4-FFF2-40B4-BE49-F238E27FC236}">
                <a16:creationId xmlns:a16="http://schemas.microsoft.com/office/drawing/2014/main" id="{0E53CC44-DC02-47B0-ACE9-2432D5CF84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736725"/>
            <a:ext cx="8135938" cy="4176713"/>
          </a:xfrm>
          <a:noFill/>
          <a:ln/>
        </p:spPr>
        <p:txBody>
          <a:bodyPr/>
          <a:lstStyle/>
          <a:p>
            <a:r>
              <a:rPr lang="en-US" altLang="zh-TW" sz="2600" dirty="0" err="1"/>
              <a:t>num+m</a:t>
            </a:r>
            <a:r>
              <a:rPr lang="zh-TW" altLang="en-US" sz="2600" dirty="0"/>
              <a:t>的值代表第</a:t>
            </a:r>
            <a:r>
              <a:rPr lang="en-US" altLang="zh-TW" sz="2600" dirty="0"/>
              <a:t>m+1</a:t>
            </a:r>
            <a:r>
              <a:rPr lang="zh-TW" altLang="en-US" sz="2600" dirty="0"/>
              <a:t>列的位址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*</a:t>
            </a:r>
            <a:r>
              <a:rPr lang="en-US" altLang="zh-TW" sz="2600" dirty="0"/>
              <a:t>(num+1) </a:t>
            </a:r>
            <a:r>
              <a:rPr lang="zh-TW" altLang="en-US" sz="2600" dirty="0"/>
              <a:t>可取得</a:t>
            </a:r>
            <a:r>
              <a:rPr lang="en-US" altLang="zh-TW" sz="2600" dirty="0"/>
              <a:t>num[1]</a:t>
            </a:r>
            <a:r>
              <a:rPr lang="zh-TW" altLang="en-US" sz="2600" dirty="0"/>
              <a:t>的內容  </a:t>
            </a:r>
          </a:p>
        </p:txBody>
      </p:sp>
      <p:sp>
        <p:nvSpPr>
          <p:cNvPr id="584708" name="Rectangle 4">
            <a:extLst>
              <a:ext uri="{FF2B5EF4-FFF2-40B4-BE49-F238E27FC236}">
                <a16:creationId xmlns:a16="http://schemas.microsoft.com/office/drawing/2014/main" id="{09279164-9B88-488D-983B-EEEBE9E8F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二維陣列的指標表示方式 </a:t>
            </a:r>
            <a:r>
              <a:rPr lang="en-US" altLang="zh-TW"/>
              <a:t>(1/2) </a:t>
            </a:r>
          </a:p>
        </p:txBody>
      </p:sp>
      <p:sp>
        <p:nvSpPr>
          <p:cNvPr id="584723" name="AutoShape 19">
            <a:extLst>
              <a:ext uri="{FF2B5EF4-FFF2-40B4-BE49-F238E27FC236}">
                <a16:creationId xmlns:a16="http://schemas.microsoft.com/office/drawing/2014/main" id="{AFAE04F5-B1BD-4005-93EB-0966F57E6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260350"/>
            <a:ext cx="37084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指向指標的指標─雙重指標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DE3D8B7-FB97-4779-8CA3-43889678F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28" y="2465024"/>
            <a:ext cx="4659270" cy="219411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39F6547-4080-4D29-A579-30C04E645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61" y="5343072"/>
            <a:ext cx="5921253" cy="13031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>
            <a:extLst>
              <a:ext uri="{FF2B5EF4-FFF2-40B4-BE49-F238E27FC236}">
                <a16:creationId xmlns:a16="http://schemas.microsoft.com/office/drawing/2014/main" id="{0134E035-A6E5-4682-95F5-7C5B3761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E91A1-D83A-45E1-8E45-CD78F3150EAE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85732" name="Rectangle 4">
            <a:extLst>
              <a:ext uri="{FF2B5EF4-FFF2-40B4-BE49-F238E27FC236}">
                <a16:creationId xmlns:a16="http://schemas.microsoft.com/office/drawing/2014/main" id="{B3759EB6-E679-424B-8EA5-95A9531F9E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二維陣列的指標表示方式 </a:t>
            </a:r>
            <a:r>
              <a:rPr lang="en-US" altLang="zh-TW"/>
              <a:t>(2/2)</a:t>
            </a:r>
          </a:p>
        </p:txBody>
      </p:sp>
      <p:sp>
        <p:nvSpPr>
          <p:cNvPr id="585733" name="Rectangle 5">
            <a:extLst>
              <a:ext uri="{FF2B5EF4-FFF2-40B4-BE49-F238E27FC236}">
                <a16:creationId xmlns:a16="http://schemas.microsoft.com/office/drawing/2014/main" id="{C8138442-2725-415D-B080-F9C9D2C6966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543925" cy="4410075"/>
          </a:xfrm>
        </p:spPr>
        <p:txBody>
          <a:bodyPr/>
          <a:lstStyle/>
          <a:p>
            <a:r>
              <a:rPr lang="en-US" altLang="zh-TW" sz="2600" dirty="0"/>
              <a:t>*(</a:t>
            </a:r>
            <a:r>
              <a:rPr lang="en-US" altLang="zh-TW" sz="2600" dirty="0" err="1"/>
              <a:t>num+m</a:t>
            </a:r>
            <a:r>
              <a:rPr lang="en-US" altLang="zh-TW" sz="2600" dirty="0"/>
              <a:t>)+n</a:t>
            </a:r>
            <a:r>
              <a:rPr lang="zh-TW" altLang="en-US" sz="2600" dirty="0"/>
              <a:t>代表第</a:t>
            </a:r>
            <a:r>
              <a:rPr lang="en-US" altLang="zh-TW" sz="2600" dirty="0"/>
              <a:t>m+1</a:t>
            </a:r>
            <a:r>
              <a:rPr lang="zh-TW" altLang="en-US" sz="2600" dirty="0"/>
              <a:t>列，第</a:t>
            </a:r>
            <a:r>
              <a:rPr lang="en-US" altLang="zh-TW" sz="2600" dirty="0"/>
              <a:t>n+1</a:t>
            </a:r>
            <a:r>
              <a:rPr lang="zh-TW" altLang="en-US" sz="2600" dirty="0"/>
              <a:t>行的位址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要取出第</a:t>
            </a:r>
            <a:r>
              <a:rPr lang="en-US" altLang="zh-TW" sz="2600" dirty="0"/>
              <a:t>m+1</a:t>
            </a:r>
            <a:r>
              <a:rPr lang="zh-TW" altLang="en-US" sz="2600" dirty="0"/>
              <a:t>列，第</a:t>
            </a:r>
            <a:r>
              <a:rPr lang="en-US" altLang="zh-TW" sz="2600" dirty="0"/>
              <a:t>n+1</a:t>
            </a:r>
            <a:r>
              <a:rPr lang="zh-TW" altLang="en-US" sz="2600" dirty="0"/>
              <a:t>行的內容時，可用下列的語法  </a:t>
            </a:r>
          </a:p>
        </p:txBody>
      </p:sp>
      <p:sp>
        <p:nvSpPr>
          <p:cNvPr id="585745" name="AutoShape 17">
            <a:extLst>
              <a:ext uri="{FF2B5EF4-FFF2-40B4-BE49-F238E27FC236}">
                <a16:creationId xmlns:a16="http://schemas.microsoft.com/office/drawing/2014/main" id="{913D9F91-1922-42CE-8965-327E607E2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260350"/>
            <a:ext cx="370840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指向指標的指標─雙重指標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1C9B6C6-A248-4351-A12A-B718F3254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54" y="5482914"/>
            <a:ext cx="5182009" cy="86464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678D9E6-0E3C-4146-9C11-5D57375A6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555" y="2421793"/>
            <a:ext cx="4677630" cy="22181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A23E251-7D1A-48FC-8299-C23DF343D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0" y="865674"/>
            <a:ext cx="5449395" cy="5882119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EA85B5-9465-48DA-B53C-D16EAB4D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0283-4ECE-472B-A926-D83C8A45B89A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586756" name="Rectangle 4">
            <a:extLst>
              <a:ext uri="{FF2B5EF4-FFF2-40B4-BE49-F238E27FC236}">
                <a16:creationId xmlns:a16="http://schemas.microsoft.com/office/drawing/2014/main" id="{25996326-BAB1-4A06-8AE3-51A8562F7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256" y="122238"/>
            <a:ext cx="7543800" cy="714474"/>
          </a:xfrm>
        </p:spPr>
        <p:txBody>
          <a:bodyPr/>
          <a:lstStyle/>
          <a:p>
            <a:r>
              <a:rPr lang="zh-TW" altLang="en-US" dirty="0"/>
              <a:t>印出陣列的位址</a:t>
            </a:r>
            <a:r>
              <a:rPr lang="en-US" altLang="zh-TW" dirty="0"/>
              <a:t> </a:t>
            </a:r>
          </a:p>
        </p:txBody>
      </p:sp>
      <p:sp>
        <p:nvSpPr>
          <p:cNvPr id="586778" name="Rectangle 26">
            <a:extLst>
              <a:ext uri="{FF2B5EF4-FFF2-40B4-BE49-F238E27FC236}">
                <a16:creationId xmlns:a16="http://schemas.microsoft.com/office/drawing/2014/main" id="{B3A4DAF4-D0A3-41DC-9BBE-BF1A157702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19772" y="1023039"/>
            <a:ext cx="3708400" cy="899554"/>
          </a:xfrm>
          <a:noFill/>
          <a:ln/>
        </p:spPr>
        <p:txBody>
          <a:bodyPr/>
          <a:lstStyle/>
          <a:p>
            <a:r>
              <a:rPr lang="zh-TW" altLang="en-US" sz="2600" dirty="0"/>
              <a:t>利用指標印出陣列的位址及指向的變數值 </a:t>
            </a:r>
          </a:p>
        </p:txBody>
      </p:sp>
      <p:sp>
        <p:nvSpPr>
          <p:cNvPr id="586788" name="AutoShape 36">
            <a:extLst>
              <a:ext uri="{FF2B5EF4-FFF2-40B4-BE49-F238E27FC236}">
                <a16:creationId xmlns:a16="http://schemas.microsoft.com/office/drawing/2014/main" id="{FA66A58B-8E59-4261-A05F-75D4B83BA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260350"/>
            <a:ext cx="3708400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指向指標的指標─雙重指標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CA80943-85BB-4238-92D3-F5D0C3552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336" y="4931863"/>
            <a:ext cx="5079012" cy="57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>
                <a:effectLst/>
              </a:rPr>
              <a:t>**</a:t>
            </a:r>
            <a:r>
              <a:rPr lang="en-US" altLang="zh-TW" sz="2600" dirty="0">
                <a:effectLst/>
              </a:rPr>
              <a:t>num</a:t>
            </a:r>
            <a:r>
              <a:rPr lang="zh-TW" altLang="en-US" sz="2600" dirty="0">
                <a:effectLst/>
              </a:rPr>
              <a:t>的值為</a:t>
            </a:r>
            <a:r>
              <a:rPr lang="en-US" altLang="zh-TW" sz="2600" dirty="0">
                <a:effectLst/>
              </a:rPr>
              <a:t>num[0][0] </a:t>
            </a:r>
            <a:r>
              <a:rPr lang="zh-TW" altLang="en-US" sz="2600" dirty="0">
                <a:effectLst/>
              </a:rPr>
              <a:t>的值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1935647-2742-4175-947C-FB2A1B828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421" y="2088436"/>
            <a:ext cx="3435127" cy="2391794"/>
          </a:xfrm>
          <a:prstGeom prst="rect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4092644-857C-4C04-96D4-97206B7E9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480" y="5537881"/>
            <a:ext cx="4723888" cy="1135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3DA8B30-1BF3-455F-B5FD-9F54261B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36835"/>
            <a:ext cx="6167542" cy="5058004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B61F9BCE-9BF1-40CE-B8A3-20AE99D33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083C-3F6F-4FEA-B476-7FB2D1378C71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681986" name="Rectangle 2">
            <a:extLst>
              <a:ext uri="{FF2B5EF4-FFF2-40B4-BE49-F238E27FC236}">
                <a16:creationId xmlns:a16="http://schemas.microsoft.com/office/drawing/2014/main" id="{5FA40711-5624-4A85-8880-6D2C39CBA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雙重指標的範例</a:t>
            </a:r>
          </a:p>
        </p:txBody>
      </p:sp>
      <p:sp>
        <p:nvSpPr>
          <p:cNvPr id="681987" name="Rectangle 3">
            <a:extLst>
              <a:ext uri="{FF2B5EF4-FFF2-40B4-BE49-F238E27FC236}">
                <a16:creationId xmlns:a16="http://schemas.microsoft.com/office/drawing/2014/main" id="{B661E601-0DC8-4FAF-A364-319DFDD7A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54513" y="2096852"/>
            <a:ext cx="3457575" cy="1043756"/>
          </a:xfrm>
        </p:spPr>
        <p:txBody>
          <a:bodyPr/>
          <a:lstStyle/>
          <a:p>
            <a:r>
              <a:rPr lang="zh-TW" altLang="en-US" sz="2600" dirty="0"/>
              <a:t>將陣列中，大於</a:t>
            </a:r>
            <a:r>
              <a:rPr lang="en-US" altLang="zh-TW" sz="2600" dirty="0"/>
              <a:t>40</a:t>
            </a:r>
            <a:r>
              <a:rPr lang="zh-TW" altLang="en-US" sz="2600" dirty="0"/>
              <a:t>的元素值以</a:t>
            </a:r>
            <a:r>
              <a:rPr lang="en-US" altLang="zh-TW" sz="2600" dirty="0"/>
              <a:t>99</a:t>
            </a:r>
            <a:r>
              <a:rPr lang="zh-TW" altLang="en-US" sz="2600" dirty="0"/>
              <a:t>取代 </a:t>
            </a:r>
          </a:p>
        </p:txBody>
      </p:sp>
      <p:sp>
        <p:nvSpPr>
          <p:cNvPr id="681988" name="AutoShape 4">
            <a:extLst>
              <a:ext uri="{FF2B5EF4-FFF2-40B4-BE49-F238E27FC236}">
                <a16:creationId xmlns:a16="http://schemas.microsoft.com/office/drawing/2014/main" id="{2EBEE123-311F-45EB-80B7-E20BA8D2E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260350"/>
            <a:ext cx="3708400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指向指標的指標─雙重指標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2F20F68-F7C4-4593-BE48-408495A82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5508410"/>
            <a:ext cx="4114800" cy="657775"/>
          </a:xfrm>
          <a:prstGeom prst="rect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C802427C-628D-4CCD-95CA-B52AAE66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38C3F-0769-4BE3-91D3-904F90912E26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683010" name="Rectangle 2">
            <a:extLst>
              <a:ext uri="{FF2B5EF4-FFF2-40B4-BE49-F238E27FC236}">
                <a16:creationId xmlns:a16="http://schemas.microsoft.com/office/drawing/2014/main" id="{AE8FE316-48B3-4C3D-9241-9B4E247EC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500"/>
              <a:t>靜態記憶體配置</a:t>
            </a:r>
          </a:p>
        </p:txBody>
      </p:sp>
      <p:sp>
        <p:nvSpPr>
          <p:cNvPr id="683011" name="Rectangle 3">
            <a:extLst>
              <a:ext uri="{FF2B5EF4-FFF2-40B4-BE49-F238E27FC236}">
                <a16:creationId xmlns:a16="http://schemas.microsoft.com/office/drawing/2014/main" id="{08592865-D201-43AD-8157-76B845163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507413" cy="4411662"/>
          </a:xfrm>
        </p:spPr>
        <p:txBody>
          <a:bodyPr/>
          <a:lstStyle/>
          <a:p>
            <a:r>
              <a:rPr lang="zh-TW" altLang="en-US" sz="2600"/>
              <a:t>在編譯時期即配置完成記憶體空間，待程式執行時使用，稱為靜態記憶體配置（</a:t>
            </a:r>
            <a:r>
              <a:rPr lang="en-US" altLang="zh-TW" sz="2600"/>
              <a:t>static memory allocation</a:t>
            </a:r>
            <a:r>
              <a:rPr lang="zh-TW" altLang="en-US" sz="2600"/>
              <a:t>）</a:t>
            </a:r>
          </a:p>
          <a:p>
            <a:r>
              <a:rPr lang="zh-TW" altLang="en-US" sz="2600"/>
              <a:t>下圖為靜態記憶體配置示意圖 </a:t>
            </a:r>
          </a:p>
        </p:txBody>
      </p:sp>
      <p:sp>
        <p:nvSpPr>
          <p:cNvPr id="683012" name="AutoShape 4">
            <a:extLst>
              <a:ext uri="{FF2B5EF4-FFF2-40B4-BE49-F238E27FC236}">
                <a16:creationId xmlns:a16="http://schemas.microsoft.com/office/drawing/2014/main" id="{868F40CF-22D5-49CB-A42B-44B00CDC9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動態記憶體配置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8299A95-8183-4D0D-BAA9-F5940288B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226" y="3442574"/>
            <a:ext cx="4507999" cy="21466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FCF150A6-11C9-46B3-9F9F-86AD19408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8ED23-6C3A-4045-A9D9-49E5F5498EF4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6B71D8E3-EF83-4589-970D-53F571A32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動態記憶體配置 </a:t>
            </a:r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F7BA3280-8A34-4B5B-9255-A01D8ECD27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在執行時期才配置所需要的記憶體，稱為動態記憶體配置</a:t>
            </a:r>
            <a:endParaRPr lang="en-US" altLang="zh-TW" sz="2600" dirty="0"/>
          </a:p>
          <a:p>
            <a:r>
              <a:rPr lang="zh-TW" altLang="en-US" sz="2600" dirty="0"/>
              <a:t>在動態記憶體配置時，作業系統會從未被使用的空間中，找尋一塊適合的記憶體區塊供該程式使用 </a:t>
            </a:r>
          </a:p>
        </p:txBody>
      </p:sp>
      <p:sp>
        <p:nvSpPr>
          <p:cNvPr id="684038" name="Text Box 6">
            <a:extLst>
              <a:ext uri="{FF2B5EF4-FFF2-40B4-BE49-F238E27FC236}">
                <a16:creationId xmlns:a16="http://schemas.microsoft.com/office/drawing/2014/main" id="{17C618B4-AFB2-4ED3-A1D8-500EBD055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3978" y="4394248"/>
            <a:ext cx="2519362" cy="12239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執行時才會從</a:t>
            </a:r>
            <a:r>
              <a:rPr lang="en-US" altLang="zh-TW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heap</a:t>
            </a:r>
            <a:r>
              <a:rPr lang="zh-TW" altLang="en-US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中劃分一個區塊給動態記憶體配置的資料使用</a:t>
            </a:r>
            <a:endParaRPr lang="zh-TW" altLang="en-US" dirty="0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</a:endParaRPr>
          </a:p>
        </p:txBody>
      </p:sp>
      <p:sp>
        <p:nvSpPr>
          <p:cNvPr id="684039" name="AutoShape 7">
            <a:extLst>
              <a:ext uri="{FF2B5EF4-FFF2-40B4-BE49-F238E27FC236}">
                <a16:creationId xmlns:a16="http://schemas.microsoft.com/office/drawing/2014/main" id="{60C32940-3502-4F3C-9B68-D23B71DF7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動態記憶體配置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FC269A7-CF75-4A77-B9B3-4844B2F6B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12" y="3776545"/>
            <a:ext cx="3848677" cy="2459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投影片編號版面配置區 5">
            <a:extLst>
              <a:ext uri="{FF2B5EF4-FFF2-40B4-BE49-F238E27FC236}">
                <a16:creationId xmlns:a16="http://schemas.microsoft.com/office/drawing/2014/main" id="{750756CB-E62C-4A73-910D-FFBCA56D5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CF986-7455-4057-B481-3DB314C20E25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85058" name="Rectangle 2">
            <a:extLst>
              <a:ext uri="{FF2B5EF4-FFF2-40B4-BE49-F238E27FC236}">
                <a16:creationId xmlns:a16="http://schemas.microsoft.com/office/drawing/2014/main" id="{F17CF711-2F0C-4549-B82F-7B283EC96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使用基本資料型態做動態配置 </a:t>
            </a:r>
          </a:p>
        </p:txBody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F36F0663-E496-4E69-BE0E-42C1D9685D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使用</a:t>
            </a:r>
            <a:r>
              <a:rPr lang="en-US" altLang="zh-TW" sz="2600" b="1" dirty="0">
                <a:solidFill>
                  <a:srgbClr val="FF0000"/>
                </a:solidFill>
              </a:rPr>
              <a:t>new</a:t>
            </a:r>
            <a:r>
              <a:rPr lang="zh-TW" altLang="en-US" sz="2600" dirty="0"/>
              <a:t>運算子來做基本資料型態的動態記憶體配置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利用</a:t>
            </a:r>
            <a:r>
              <a:rPr lang="en-US" altLang="zh-TW" sz="2600" b="1" dirty="0">
                <a:solidFill>
                  <a:srgbClr val="FF0000"/>
                </a:solidFill>
              </a:rPr>
              <a:t>delete</a:t>
            </a:r>
            <a:r>
              <a:rPr lang="zh-TW" altLang="en-US" sz="2600" dirty="0"/>
              <a:t>運算子來釋放所佔用的空間  </a:t>
            </a:r>
          </a:p>
        </p:txBody>
      </p:sp>
      <p:pic>
        <p:nvPicPr>
          <p:cNvPr id="685063" name="Picture 7">
            <a:extLst>
              <a:ext uri="{FF2B5EF4-FFF2-40B4-BE49-F238E27FC236}">
                <a16:creationId xmlns:a16="http://schemas.microsoft.com/office/drawing/2014/main" id="{769EE041-8CC2-4D18-9263-864084732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5" y="3284538"/>
            <a:ext cx="180975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5066" name="Rectangle 10">
            <a:extLst>
              <a:ext uri="{FF2B5EF4-FFF2-40B4-BE49-F238E27FC236}">
                <a16:creationId xmlns:a16="http://schemas.microsoft.com/office/drawing/2014/main" id="{E39EDA3A-6BF7-4F68-81AE-E1AD07B50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2636838"/>
            <a:ext cx="3852862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692150" indent="-347663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987425" indent="-293688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281113" indent="-2921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598613" indent="-315913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0558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130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29702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274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sz="2600" dirty="0">
                <a:effectLst/>
              </a:rPr>
              <a:t>動態記憶體配置的範例 </a:t>
            </a:r>
          </a:p>
        </p:txBody>
      </p:sp>
      <p:sp>
        <p:nvSpPr>
          <p:cNvPr id="685067" name="Rectangle 11">
            <a:extLst>
              <a:ext uri="{FF2B5EF4-FFF2-40B4-BE49-F238E27FC236}">
                <a16:creationId xmlns:a16="http://schemas.microsoft.com/office/drawing/2014/main" id="{62BC38D4-F4B7-42FC-8D3A-DD31B359A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4689475"/>
            <a:ext cx="4033837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692150" indent="-347663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987425" indent="-293688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281113" indent="-2921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598613" indent="-315913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0558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130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29702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274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en-US" altLang="zh-TW" sz="2600" b="1" dirty="0">
                <a:solidFill>
                  <a:srgbClr val="FF0000"/>
                </a:solidFill>
                <a:effectLst/>
              </a:rPr>
              <a:t>delete</a:t>
            </a:r>
            <a:r>
              <a:rPr lang="zh-TW" altLang="en-US" sz="2600" dirty="0">
                <a:effectLst/>
              </a:rPr>
              <a:t>運算子的使用範例 </a:t>
            </a:r>
          </a:p>
        </p:txBody>
      </p:sp>
      <p:pic>
        <p:nvPicPr>
          <p:cNvPr id="685068" name="Picture 12">
            <a:extLst>
              <a:ext uri="{FF2B5EF4-FFF2-40B4-BE49-F238E27FC236}">
                <a16:creationId xmlns:a16="http://schemas.microsoft.com/office/drawing/2014/main" id="{8186F974-B1B9-4E45-B326-55DCEFEE1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50" y="5229225"/>
            <a:ext cx="16383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5069" name="Picture 13">
            <a:extLst>
              <a:ext uri="{FF2B5EF4-FFF2-40B4-BE49-F238E27FC236}">
                <a16:creationId xmlns:a16="http://schemas.microsoft.com/office/drawing/2014/main" id="{2330354D-914B-42C8-8343-8D8DFB981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50" y="5624513"/>
            <a:ext cx="3114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5071" name="AutoShape 15">
            <a:extLst>
              <a:ext uri="{FF2B5EF4-FFF2-40B4-BE49-F238E27FC236}">
                <a16:creationId xmlns:a16="http://schemas.microsoft.com/office/drawing/2014/main" id="{EAA64460-F6D1-45D1-B76F-099B8C2D5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4188" y="6273800"/>
            <a:ext cx="5327650" cy="431800"/>
          </a:xfrm>
          <a:prstGeom prst="flowChartAlternateProcess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effectLst/>
              </a:rPr>
              <a:t>僅會釋放第一個指標所指向的動態記憶體配置區域 </a:t>
            </a:r>
          </a:p>
        </p:txBody>
      </p:sp>
      <p:cxnSp>
        <p:nvCxnSpPr>
          <p:cNvPr id="685072" name="AutoShape 16">
            <a:extLst>
              <a:ext uri="{FF2B5EF4-FFF2-40B4-BE49-F238E27FC236}">
                <a16:creationId xmlns:a16="http://schemas.microsoft.com/office/drawing/2014/main" id="{6388A889-960C-4C5F-9BA7-9D3B5C1B1CD5}"/>
              </a:ext>
            </a:extLst>
          </p:cNvPr>
          <p:cNvCxnSpPr>
            <a:cxnSpLocks noChangeShapeType="1"/>
            <a:stCxn id="685069" idx="2"/>
            <a:endCxn id="685071" idx="0"/>
          </p:cNvCxnSpPr>
          <p:nvPr/>
        </p:nvCxnSpPr>
        <p:spPr bwMode="auto">
          <a:xfrm rot="5400000">
            <a:off x="6190457" y="5579269"/>
            <a:ext cx="192087" cy="1196975"/>
          </a:xfrm>
          <a:prstGeom prst="curvedConnector3">
            <a:avLst>
              <a:gd name="adj1" fmla="val 49588"/>
            </a:avLst>
          </a:prstGeom>
          <a:noFill/>
          <a:ln w="9525">
            <a:solidFill>
              <a:srgbClr val="993366"/>
            </a:solidFill>
            <a:prstDash val="dash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5073" name="AutoShape 17">
            <a:extLst>
              <a:ext uri="{FF2B5EF4-FFF2-40B4-BE49-F238E27FC236}">
                <a16:creationId xmlns:a16="http://schemas.microsoft.com/office/drawing/2014/main" id="{8714604A-1416-4BF9-B989-577559E7A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動態記憶體配置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C05BC92-1AA9-496D-A2EF-991689EAB0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013" y="2516908"/>
            <a:ext cx="3345042" cy="133921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2CEE47F2-7FB5-477B-B41F-72CABA4B5A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574" y="4848224"/>
            <a:ext cx="2635777" cy="7620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98B04D41-58AE-4D4E-B8F3-580E8E4A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9CAA-41FF-444A-A17C-80B0CCD95ED1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86082" name="Rectangle 2">
            <a:extLst>
              <a:ext uri="{FF2B5EF4-FFF2-40B4-BE49-F238E27FC236}">
                <a16:creationId xmlns:a16="http://schemas.microsoft.com/office/drawing/2014/main" id="{66C7968C-6099-4B4D-8068-8BDF229F6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動態記憶體配置的範例 </a:t>
            </a:r>
          </a:p>
        </p:txBody>
      </p:sp>
      <p:sp>
        <p:nvSpPr>
          <p:cNvPr id="686087" name="AutoShape 7">
            <a:extLst>
              <a:ext uri="{FF2B5EF4-FFF2-40B4-BE49-F238E27FC236}">
                <a16:creationId xmlns:a16="http://schemas.microsoft.com/office/drawing/2014/main" id="{A7E23400-0D28-4839-A618-E73540EC3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動態記憶體配置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F473CFE-C47B-497A-B39C-976D05D84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82" y="1763987"/>
            <a:ext cx="7024636" cy="46705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645D7F80-A674-413C-9C76-FD78DD9B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0860-417F-48C9-8507-F9497B9EDC36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87106" name="Rectangle 2">
            <a:extLst>
              <a:ext uri="{FF2B5EF4-FFF2-40B4-BE49-F238E27FC236}">
                <a16:creationId xmlns:a16="http://schemas.microsoft.com/office/drawing/2014/main" id="{947F38AF-C294-40BB-B942-D9C1D8D7C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使用陣列做動態配置 </a:t>
            </a:r>
            <a:r>
              <a:rPr lang="en-US" altLang="zh-TW" dirty="0"/>
              <a:t>(1/3)</a:t>
            </a:r>
          </a:p>
        </p:txBody>
      </p:sp>
      <p:sp>
        <p:nvSpPr>
          <p:cNvPr id="687107" name="Rectangle 3">
            <a:extLst>
              <a:ext uri="{FF2B5EF4-FFF2-40B4-BE49-F238E27FC236}">
                <a16:creationId xmlns:a16="http://schemas.microsoft.com/office/drawing/2014/main" id="{118328B1-A165-4313-A734-341415573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55750"/>
            <a:ext cx="8229600" cy="4411662"/>
          </a:xfrm>
        </p:spPr>
        <p:txBody>
          <a:bodyPr/>
          <a:lstStyle/>
          <a:p>
            <a:r>
              <a:rPr lang="zh-TW" altLang="en-US" sz="2600" dirty="0"/>
              <a:t>使用</a:t>
            </a:r>
            <a:r>
              <a:rPr lang="en-US" altLang="zh-TW" sz="2600" b="1" dirty="0">
                <a:solidFill>
                  <a:srgbClr val="FF0000"/>
                </a:solidFill>
              </a:rPr>
              <a:t>new</a:t>
            </a:r>
            <a:r>
              <a:rPr lang="zh-TW" altLang="en-US" sz="2600" dirty="0"/>
              <a:t>運算子做陣列的動態記憶體配置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釋放陣列的動態記憶體配置空間，可以利用</a:t>
            </a:r>
            <a:r>
              <a:rPr lang="en-US" altLang="zh-TW" sz="2600" b="1" dirty="0">
                <a:solidFill>
                  <a:srgbClr val="FF0000"/>
                </a:solidFill>
              </a:rPr>
              <a:t>delete</a:t>
            </a:r>
            <a:r>
              <a:rPr lang="en-US" altLang="zh-TW" sz="2600" dirty="0"/>
              <a:t> </a:t>
            </a:r>
          </a:p>
        </p:txBody>
      </p:sp>
      <p:sp>
        <p:nvSpPr>
          <p:cNvPr id="687108" name="AutoShape 4">
            <a:extLst>
              <a:ext uri="{FF2B5EF4-FFF2-40B4-BE49-F238E27FC236}">
                <a16:creationId xmlns:a16="http://schemas.microsoft.com/office/drawing/2014/main" id="{43EEC977-36F3-4829-8448-F11D300B6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動態記憶體配置</a:t>
            </a:r>
          </a:p>
        </p:txBody>
      </p:sp>
      <p:pic>
        <p:nvPicPr>
          <p:cNvPr id="687110" name="Picture 6">
            <a:extLst>
              <a:ext uri="{FF2B5EF4-FFF2-40B4-BE49-F238E27FC236}">
                <a16:creationId xmlns:a16="http://schemas.microsoft.com/office/drawing/2014/main" id="{4F402365-48E8-42A2-B474-7C84C3A4AA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699" b="31781"/>
          <a:stretch/>
        </p:blipFill>
        <p:spPr bwMode="auto">
          <a:xfrm>
            <a:off x="5280789" y="2840541"/>
            <a:ext cx="2063519" cy="610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0444A755-E111-4112-8565-E289BD474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4" y="2230839"/>
            <a:ext cx="3775556" cy="136858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93CC1938-E7A7-464A-8FDA-50BF3A24F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593" y="2210263"/>
            <a:ext cx="4582851" cy="647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>
                <a:effectLst/>
              </a:rPr>
              <a:t>陣列的動態記憶體配置範例 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8D1EFE4F-7A4A-46A4-B2E4-B241D6534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259"/>
          <a:stretch/>
        </p:blipFill>
        <p:spPr bwMode="auto">
          <a:xfrm>
            <a:off x="5280789" y="5349709"/>
            <a:ext cx="1749896" cy="623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D0F06FB-A049-451B-8BCB-23FA1CE69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4606727"/>
            <a:ext cx="2520615" cy="695523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0DBB0ECA-0A6A-41A0-9330-3F7F4641A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8" y="4811303"/>
            <a:ext cx="4114800" cy="647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600" dirty="0">
                <a:effectLst/>
              </a:rPr>
              <a:t>delete</a:t>
            </a:r>
            <a:r>
              <a:rPr lang="zh-TW" altLang="en-US" sz="2600" dirty="0">
                <a:effectLst/>
              </a:rPr>
              <a:t>運算子的使用範例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234C4201-B8C1-433F-AF63-AA2D235D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C574F-6E1A-4351-86DF-DAB7BD3B6C8F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89154" name="Rectangle 2">
            <a:extLst>
              <a:ext uri="{FF2B5EF4-FFF2-40B4-BE49-F238E27FC236}">
                <a16:creationId xmlns:a16="http://schemas.microsoft.com/office/drawing/2014/main" id="{1BEF9A73-17CE-48AB-AF5B-4F02B9D7D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使用陣列做動態配置 </a:t>
            </a:r>
            <a:r>
              <a:rPr lang="en-US" altLang="zh-TW" dirty="0"/>
              <a:t>(2/3)</a:t>
            </a:r>
          </a:p>
        </p:txBody>
      </p:sp>
      <p:sp>
        <p:nvSpPr>
          <p:cNvPr id="689155" name="Rectangle 3">
            <a:extLst>
              <a:ext uri="{FF2B5EF4-FFF2-40B4-BE49-F238E27FC236}">
                <a16:creationId xmlns:a16="http://schemas.microsoft.com/office/drawing/2014/main" id="{43496861-8681-4F1D-B23C-D314812DF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593613"/>
          </a:xfrm>
        </p:spPr>
        <p:txBody>
          <a:bodyPr/>
          <a:lstStyle/>
          <a:p>
            <a:r>
              <a:rPr lang="zh-TW" altLang="en-US" sz="2600" dirty="0"/>
              <a:t>使用動態配置的方式，建立一個整數陣列 </a:t>
            </a:r>
          </a:p>
        </p:txBody>
      </p:sp>
      <p:sp>
        <p:nvSpPr>
          <p:cNvPr id="689156" name="AutoShape 4">
            <a:extLst>
              <a:ext uri="{FF2B5EF4-FFF2-40B4-BE49-F238E27FC236}">
                <a16:creationId xmlns:a16="http://schemas.microsoft.com/office/drawing/2014/main" id="{B917ABB2-6A55-4EC6-A6DD-DCF4C61CF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動態記憶體配置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785FFC7-2A4E-48FE-87E0-76747179B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29" y="2347734"/>
            <a:ext cx="6685359" cy="43947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E95C7F1-A8F4-4186-8D34-70EB1A719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00" y="1593261"/>
            <a:ext cx="6108676" cy="4959825"/>
          </a:xfrm>
          <a:prstGeom prst="rect">
            <a:avLst/>
          </a:prstGeom>
        </p:spPr>
      </p:pic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4B5FEFD-9C7E-4586-8226-A65F3E1D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07D1-D4D1-4C32-AF8A-EF705E1D802C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0178" name="Rectangle 2">
            <a:extLst>
              <a:ext uri="{FF2B5EF4-FFF2-40B4-BE49-F238E27FC236}">
                <a16:creationId xmlns:a16="http://schemas.microsoft.com/office/drawing/2014/main" id="{EADF0183-F303-45DC-95B0-95A7ABA84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使用陣列做動態配置 </a:t>
            </a:r>
            <a:r>
              <a:rPr lang="en-US" altLang="zh-TW" dirty="0"/>
              <a:t>(3/3)</a:t>
            </a:r>
          </a:p>
        </p:txBody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85F240CA-3002-4D74-8F76-712EAF6D46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72715" y="1916832"/>
            <a:ext cx="3528285" cy="948395"/>
          </a:xfrm>
          <a:solidFill>
            <a:srgbClr val="99CCFF"/>
          </a:solidFill>
        </p:spPr>
        <p:txBody>
          <a:bodyPr/>
          <a:lstStyle/>
          <a:p>
            <a:r>
              <a:rPr lang="zh-TW" altLang="en-US" sz="2600" dirty="0"/>
              <a:t>使用動態記憶體配置的方式建立字串 </a:t>
            </a:r>
          </a:p>
        </p:txBody>
      </p:sp>
      <p:sp>
        <p:nvSpPr>
          <p:cNvPr id="690180" name="AutoShape 4">
            <a:extLst>
              <a:ext uri="{FF2B5EF4-FFF2-40B4-BE49-F238E27FC236}">
                <a16:creationId xmlns:a16="http://schemas.microsoft.com/office/drawing/2014/main" id="{C703805F-AAF0-4F82-829F-BB89A9B32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動態記憶體配置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349E7BBC-4B07-4383-BF9C-DB513230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6AE84-9BA4-407E-9A83-1F0F0EDCECCA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691202" name="Rectangle 2">
            <a:extLst>
              <a:ext uri="{FF2B5EF4-FFF2-40B4-BE49-F238E27FC236}">
                <a16:creationId xmlns:a16="http://schemas.microsoft.com/office/drawing/2014/main" id="{70B2C3F4-ECBE-4267-B363-E78DC307F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指標與參照 </a:t>
            </a:r>
            <a:r>
              <a:rPr lang="en-US" altLang="zh-TW"/>
              <a:t>(1/3)	 </a:t>
            </a:r>
          </a:p>
        </p:txBody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7CEEAAE6-F029-4DAB-AD94-5784AA7DB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指標是利用「</a:t>
            </a:r>
            <a:r>
              <a:rPr lang="zh-TW" altLang="en-US" sz="2600" b="1" dirty="0">
                <a:solidFill>
                  <a:srgbClr val="FF0000"/>
                </a:solidFill>
              </a:rPr>
              <a:t>位址運算子</a:t>
            </a:r>
            <a:r>
              <a:rPr lang="en-US" altLang="zh-TW" sz="2600" b="1" dirty="0">
                <a:solidFill>
                  <a:srgbClr val="FF0000"/>
                </a:solidFill>
              </a:rPr>
              <a:t>&amp;</a:t>
            </a:r>
            <a:r>
              <a:rPr lang="zh-TW" altLang="en-US" sz="2600"/>
              <a:t>」及</a:t>
            </a:r>
            <a:r>
              <a:rPr lang="zh-TW" altLang="en-US" sz="2600" dirty="0"/>
              <a:t>「</a:t>
            </a:r>
            <a:r>
              <a:rPr lang="zh-TW" altLang="en-US" sz="2600" b="1" dirty="0">
                <a:solidFill>
                  <a:srgbClr val="FF0000"/>
                </a:solidFill>
              </a:rPr>
              <a:t>依址取值運算子*</a:t>
            </a:r>
            <a:r>
              <a:rPr lang="zh-TW" altLang="en-US" sz="2600" dirty="0"/>
              <a:t>」取得指向變數的位址及其內容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參照是利用「</a:t>
            </a:r>
            <a:r>
              <a:rPr lang="zh-TW" altLang="en-US" sz="2600" b="1" dirty="0">
                <a:solidFill>
                  <a:srgbClr val="FF0000"/>
                </a:solidFill>
              </a:rPr>
              <a:t>參照運算子</a:t>
            </a:r>
            <a:r>
              <a:rPr lang="en-US" altLang="zh-TW" sz="2600" b="1" dirty="0">
                <a:solidFill>
                  <a:srgbClr val="FF0000"/>
                </a:solidFill>
              </a:rPr>
              <a:t>&amp;</a:t>
            </a:r>
            <a:r>
              <a:rPr lang="zh-TW" altLang="en-US" sz="2600" dirty="0"/>
              <a:t>」取得欲參考變數的位址，直接代替該變數 </a:t>
            </a:r>
          </a:p>
        </p:txBody>
      </p:sp>
      <p:sp>
        <p:nvSpPr>
          <p:cNvPr id="691204" name="AutoShape 4">
            <a:extLst>
              <a:ext uri="{FF2B5EF4-FFF2-40B4-BE49-F238E27FC236}">
                <a16:creationId xmlns:a16="http://schemas.microsoft.com/office/drawing/2014/main" id="{3AE75668-5FCA-4213-B158-7AED047C2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指標、參照與函數</a:t>
            </a:r>
          </a:p>
        </p:txBody>
      </p:sp>
      <p:pic>
        <p:nvPicPr>
          <p:cNvPr id="691205" name="Picture 5">
            <a:extLst>
              <a:ext uri="{FF2B5EF4-FFF2-40B4-BE49-F238E27FC236}">
                <a16:creationId xmlns:a16="http://schemas.microsoft.com/office/drawing/2014/main" id="{04A61B07-AC14-411B-B2C3-DB7F763C6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781300"/>
            <a:ext cx="592455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1206" name="Picture 6">
            <a:extLst>
              <a:ext uri="{FF2B5EF4-FFF2-40B4-BE49-F238E27FC236}">
                <a16:creationId xmlns:a16="http://schemas.microsoft.com/office/drawing/2014/main" id="{5FF32DE9-1D8A-4D4E-A039-636A245DC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976813"/>
            <a:ext cx="46005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C143FF9E-0D33-4B7C-8B9F-1A842BB8C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860" y="5960070"/>
            <a:ext cx="4840126" cy="637580"/>
          </a:xfrm>
          <a:prstGeom prst="rect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9E406E51-BE51-4FC0-B510-6A85A958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86E57-9AFE-4046-B18A-320F9DCD1D45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692226" name="Rectangle 2">
            <a:extLst>
              <a:ext uri="{FF2B5EF4-FFF2-40B4-BE49-F238E27FC236}">
                <a16:creationId xmlns:a16="http://schemas.microsoft.com/office/drawing/2014/main" id="{F4A0C1C4-9CA4-4C4A-B4FF-1D5C511AB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指標與參照 </a:t>
            </a:r>
            <a:r>
              <a:rPr lang="en-US" altLang="zh-TW"/>
              <a:t>(2/3)	</a:t>
            </a:r>
          </a:p>
        </p:txBody>
      </p:sp>
      <p:sp>
        <p:nvSpPr>
          <p:cNvPr id="692227" name="Rectangle 3">
            <a:extLst>
              <a:ext uri="{FF2B5EF4-FFF2-40B4-BE49-F238E27FC236}">
                <a16:creationId xmlns:a16="http://schemas.microsoft.com/office/drawing/2014/main" id="{457ACF34-4436-48B2-A3A0-76C5A4541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當函數傳回值為指標時，可以在設定敘述中使用該指標，但需要使用「</a:t>
            </a:r>
            <a:r>
              <a:rPr lang="zh-TW" altLang="en-US" sz="2600" b="1" dirty="0">
                <a:solidFill>
                  <a:srgbClr val="FF0000"/>
                </a:solidFill>
              </a:rPr>
              <a:t>*運算子</a:t>
            </a:r>
            <a:r>
              <a:rPr lang="zh-TW" altLang="en-US" sz="2600" dirty="0"/>
              <a:t>」存取或修改其指向的值</a:t>
            </a:r>
            <a:endParaRPr lang="en-US" altLang="zh-TW" sz="2600" dirty="0"/>
          </a:p>
          <a:p>
            <a:r>
              <a:rPr lang="zh-TW" altLang="en-US" sz="2600" dirty="0"/>
              <a:t>若是函數傳回值為參照，則該函數就可以位於設定敘述的左邊，如下列的敘述： </a:t>
            </a:r>
          </a:p>
        </p:txBody>
      </p:sp>
      <p:pic>
        <p:nvPicPr>
          <p:cNvPr id="692228" name="Picture 4">
            <a:extLst>
              <a:ext uri="{FF2B5EF4-FFF2-40B4-BE49-F238E27FC236}">
                <a16:creationId xmlns:a16="http://schemas.microsoft.com/office/drawing/2014/main" id="{31254B1B-506E-442F-BDE2-A1CEE9DFC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612" y="3746698"/>
            <a:ext cx="6084676" cy="1152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2229" name="AutoShape 5">
            <a:extLst>
              <a:ext uri="{FF2B5EF4-FFF2-40B4-BE49-F238E27FC236}">
                <a16:creationId xmlns:a16="http://schemas.microsoft.com/office/drawing/2014/main" id="{3744D8B7-E6D7-452E-9B41-B90006498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指標、參照與函數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8DD7177-B477-4818-8058-645A729FF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5200544"/>
            <a:ext cx="5875542" cy="1519255"/>
          </a:xfrm>
          <a:prstGeom prst="rect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E570D79E-CAB9-4648-BD81-824FF0E1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0F41D-AFC0-462D-B3C9-FD28223AD777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693250" name="Rectangle 2">
            <a:extLst>
              <a:ext uri="{FF2B5EF4-FFF2-40B4-BE49-F238E27FC236}">
                <a16:creationId xmlns:a16="http://schemas.microsoft.com/office/drawing/2014/main" id="{758A85EA-9584-4860-9F08-3E3698A50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指標與參照 </a:t>
            </a:r>
            <a:r>
              <a:rPr lang="en-US" altLang="zh-TW"/>
              <a:t>(3/3)	</a:t>
            </a:r>
          </a:p>
        </p:txBody>
      </p:sp>
      <p:sp>
        <p:nvSpPr>
          <p:cNvPr id="693251" name="Rectangle 3">
            <a:extLst>
              <a:ext uri="{FF2B5EF4-FFF2-40B4-BE49-F238E27FC236}">
                <a16:creationId xmlns:a16="http://schemas.microsoft.com/office/drawing/2014/main" id="{D8908F95-A2B6-4E39-886F-D60024B1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5951004" cy="665621"/>
          </a:xfrm>
        </p:spPr>
        <p:txBody>
          <a:bodyPr/>
          <a:lstStyle/>
          <a:p>
            <a:r>
              <a:rPr lang="zh-TW" altLang="en-US" sz="2600" dirty="0"/>
              <a:t>複習指標與參照的使用方式 </a:t>
            </a:r>
          </a:p>
        </p:txBody>
      </p:sp>
      <p:sp>
        <p:nvSpPr>
          <p:cNvPr id="693252" name="AutoShape 4">
            <a:extLst>
              <a:ext uri="{FF2B5EF4-FFF2-40B4-BE49-F238E27FC236}">
                <a16:creationId xmlns:a16="http://schemas.microsoft.com/office/drawing/2014/main" id="{C6293EBB-A5A0-402B-B829-BA18B2F24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指標、參照與函數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50F8FE9-226D-4A44-B464-567868999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88" y="2564904"/>
            <a:ext cx="5929059" cy="31942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BD45D3-ED98-45D0-A456-D4A77139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29607-70A3-48BB-8365-D2A20A442222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694274" name="Rectangle 2">
            <a:extLst>
              <a:ext uri="{FF2B5EF4-FFF2-40B4-BE49-F238E27FC236}">
                <a16:creationId xmlns:a16="http://schemas.microsoft.com/office/drawing/2014/main" id="{2E102158-F5DD-4E9A-BE21-AA5CA54A3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引數的傳遞方式 </a:t>
            </a:r>
          </a:p>
        </p:txBody>
      </p:sp>
      <p:sp>
        <p:nvSpPr>
          <p:cNvPr id="694275" name="Rectangle 3">
            <a:extLst>
              <a:ext uri="{FF2B5EF4-FFF2-40B4-BE49-F238E27FC236}">
                <a16:creationId xmlns:a16="http://schemas.microsoft.com/office/drawing/2014/main" id="{C092C335-85C9-4C6E-BC6F-B586F310E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引數在函數之間傳遞的方式分為三種，分別是</a:t>
            </a:r>
          </a:p>
          <a:p>
            <a:pPr lvl="1"/>
            <a:r>
              <a:rPr lang="zh-TW" altLang="en-US" sz="2200" b="1" dirty="0">
                <a:solidFill>
                  <a:srgbClr val="FF0000"/>
                </a:solidFill>
              </a:rPr>
              <a:t>傳值</a:t>
            </a:r>
            <a:r>
              <a:rPr lang="zh-TW" altLang="en-US" sz="2200" dirty="0"/>
              <a:t>（</a:t>
            </a:r>
            <a:r>
              <a:rPr lang="en-US" altLang="zh-TW" sz="2200" dirty="0"/>
              <a:t>pass by value</a:t>
            </a:r>
            <a:r>
              <a:rPr lang="zh-TW" altLang="en-US" sz="2200" dirty="0"/>
              <a:t>）</a:t>
            </a:r>
          </a:p>
          <a:p>
            <a:pPr lvl="1"/>
            <a:r>
              <a:rPr lang="zh-TW" altLang="en-US" sz="2200" b="1" dirty="0">
                <a:solidFill>
                  <a:srgbClr val="FF0000"/>
                </a:solidFill>
              </a:rPr>
              <a:t>傳址</a:t>
            </a:r>
            <a:r>
              <a:rPr lang="zh-TW" altLang="en-US" sz="2200" dirty="0"/>
              <a:t>（</a:t>
            </a:r>
            <a:r>
              <a:rPr lang="en-US" altLang="zh-TW" sz="2200" dirty="0"/>
              <a:t>pass by address</a:t>
            </a:r>
            <a:r>
              <a:rPr lang="zh-TW" altLang="en-US" sz="2200" dirty="0"/>
              <a:t>），實際上傳遞的是指標所指向的值或資料的位址，可視為傳值的一種形式</a:t>
            </a:r>
          </a:p>
          <a:p>
            <a:pPr lvl="1"/>
            <a:r>
              <a:rPr lang="zh-TW" altLang="en-US" sz="2200" b="1" dirty="0">
                <a:solidFill>
                  <a:srgbClr val="FF0000"/>
                </a:solidFill>
              </a:rPr>
              <a:t>傳參照</a:t>
            </a:r>
            <a:r>
              <a:rPr lang="zh-TW" altLang="en-US" sz="2200" dirty="0"/>
              <a:t>（</a:t>
            </a:r>
            <a:r>
              <a:rPr lang="en-US" altLang="zh-TW" sz="2200" dirty="0"/>
              <a:t>pass by reference</a:t>
            </a:r>
            <a:r>
              <a:rPr lang="zh-TW" altLang="en-US" sz="2200" dirty="0"/>
              <a:t>）</a:t>
            </a:r>
          </a:p>
        </p:txBody>
      </p:sp>
      <p:sp>
        <p:nvSpPr>
          <p:cNvPr id="694276" name="AutoShape 4">
            <a:extLst>
              <a:ext uri="{FF2B5EF4-FFF2-40B4-BE49-F238E27FC236}">
                <a16:creationId xmlns:a16="http://schemas.microsoft.com/office/drawing/2014/main" id="{D371873B-A5F3-41B9-8AE4-79EB1726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60350"/>
            <a:ext cx="27717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10.3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EDCBB"/>
                    </a:outerShdw>
                  </a:cont>
                  <a:cont type="tree" name="">
                    <a:effect ref="fillLine"/>
                    <a:outerShdw dist="38100" dir="2700000" algn="tl">
                      <a:srgbClr val="987A5B"/>
                    </a:outerShdw>
                  </a:cont>
                  <a:effect ref="fillLine"/>
                </a:effectDag>
              </a:rPr>
              <a:t>指標、參照與函數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6B8ADCE-5F71-436E-B6F0-7C2FE323D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44" y="4238807"/>
            <a:ext cx="5652395" cy="25027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AA6A2D-14FC-41CF-98CC-30B0740D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2ECC-CAC4-4B8F-89CF-08D010BB1042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387076" name="WordArt 4">
            <a:extLst>
              <a:ext uri="{FF2B5EF4-FFF2-40B4-BE49-F238E27FC236}">
                <a16:creationId xmlns:a16="http://schemas.microsoft.com/office/drawing/2014/main" id="{F3902552-1765-4645-BFD1-C0576796A60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Dag name="">
              <a:cont type="tree" name="">
                <a:effect ref="fillLine"/>
                <a:outerShdw dist="38100" dir="13500000" algn="br">
                  <a:schemeClr val="bg1">
                    <a:lumMod val="200000"/>
                    <a:satMod val="200000"/>
                  </a:schemeClr>
                </a:outerShdw>
              </a:cont>
              <a:cont type="tree" name="">
                <a:effect ref="fillLine"/>
                <a:outerShdw dist="38100" dir="2700000" algn="tl">
                  <a:schemeClr val="bg1">
                    <a:lumMod val="60000"/>
                    <a:satMod val="60000"/>
                  </a:schemeClr>
                </a:outerShdw>
              </a:cont>
              <a:effect ref="fillLine"/>
            </a:effectDag>
            <a:latin typeface="Times New Roman" panose="02020603050405020304" pitchFamily="18" charset="0"/>
            <a:ea typeface="華康細圓體" panose="020F0309000000000000" pitchFamily="49" charset="-120"/>
          </a:defRPr>
        </a:defPPr>
      </a:lstStyle>
    </a:lnDef>
  </a:objectDefaults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3762</TotalTime>
  <Words>773</Words>
  <Application>Microsoft Office PowerPoint</Application>
  <PresentationFormat>如螢幕大小 (4:3)</PresentationFormat>
  <Paragraphs>118</Paragraphs>
  <Slides>20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Wingdings</vt:lpstr>
      <vt:lpstr>Arial</vt:lpstr>
      <vt:lpstr>Times New Roman</vt:lpstr>
      <vt:lpstr>Comic Sans MS</vt:lpstr>
      <vt:lpstr>default</vt:lpstr>
      <vt:lpstr>第十章 再談指標 </vt:lpstr>
      <vt:lpstr>雙重指標 </vt:lpstr>
      <vt:lpstr>雙重指標的使用 </vt:lpstr>
      <vt:lpstr>印出陣列的位址</vt:lpstr>
      <vt:lpstr>二維陣列的指標表示方式 (1/2) </vt:lpstr>
      <vt:lpstr>二維陣列的指標表示方式 (2/2)</vt:lpstr>
      <vt:lpstr>印出陣列的位址 </vt:lpstr>
      <vt:lpstr>雙重指標的範例</vt:lpstr>
      <vt:lpstr>靜態記憶體配置</vt:lpstr>
      <vt:lpstr>動態記憶體配置 </vt:lpstr>
      <vt:lpstr>使用基本資料型態做動態配置 </vt:lpstr>
      <vt:lpstr>動態記憶體配置的範例 </vt:lpstr>
      <vt:lpstr>使用陣列做動態配置 (1/3)</vt:lpstr>
      <vt:lpstr>使用陣列做動態配置 (2/3)</vt:lpstr>
      <vt:lpstr>使用陣列做動態配置 (3/3)</vt:lpstr>
      <vt:lpstr>指標與參照 (1/3)  </vt:lpstr>
      <vt:lpstr>指標與參照 (2/3) </vt:lpstr>
      <vt:lpstr>指標與參照 (3/3) </vt:lpstr>
      <vt:lpstr>引數的傳遞方式 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139</cp:revision>
  <cp:lastPrinted>1601-01-01T00:00:00Z</cp:lastPrinted>
  <dcterms:created xsi:type="dcterms:W3CDTF">2007-03-13T09:49:44Z</dcterms:created>
  <dcterms:modified xsi:type="dcterms:W3CDTF">2024-11-03T14:17:19Z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