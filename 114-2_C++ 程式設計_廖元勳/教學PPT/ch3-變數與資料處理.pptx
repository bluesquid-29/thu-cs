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93" r:id="rId1"/>
  </p:sldMasterIdLst>
  <p:notesMasterIdLst>
    <p:notesMasterId r:id="rId19"/>
  </p:notesMasterIdLst>
  <p:handoutMasterIdLst>
    <p:handoutMasterId r:id="rId20"/>
  </p:handoutMasterIdLst>
  <p:sldIdLst>
    <p:sldId id="256" r:id="rId2"/>
    <p:sldId id="304" r:id="rId3"/>
    <p:sldId id="305" r:id="rId4"/>
    <p:sldId id="308" r:id="rId5"/>
    <p:sldId id="342" r:id="rId6"/>
    <p:sldId id="309" r:id="rId7"/>
    <p:sldId id="310" r:id="rId8"/>
    <p:sldId id="311" r:id="rId9"/>
    <p:sldId id="312" r:id="rId10"/>
    <p:sldId id="348" r:id="rId11"/>
    <p:sldId id="347" r:id="rId12"/>
    <p:sldId id="346" r:id="rId13"/>
    <p:sldId id="345" r:id="rId14"/>
    <p:sldId id="344" r:id="rId15"/>
    <p:sldId id="352" r:id="rId16"/>
    <p:sldId id="350" r:id="rId17"/>
    <p:sldId id="272" r:id="rId18"/>
  </p:sldIdLst>
  <p:sldSz cx="9144000" cy="6858000" type="screen4x3"/>
  <p:notesSz cx="6858000" cy="9144000"/>
  <p:embeddedFontLst>
    <p:embeddedFont>
      <p:font typeface="Comic Sans MS" panose="030F0702030302020204" pitchFamily="66" charset="0"/>
      <p:regular r:id="rId21"/>
      <p:bold r:id="rId22"/>
      <p:italic r:id="rId23"/>
      <p:boldItalic r:id="rId24"/>
    </p:embeddedFont>
  </p:embeddedFontLst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57">
          <p15:clr>
            <a:srgbClr val="A4A3A4"/>
          </p15:clr>
        </p15:guide>
        <p15:guide id="2" pos="38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CC"/>
    <a:srgbClr val="FFFFCC"/>
    <a:srgbClr val="99CCFF"/>
    <a:srgbClr val="CCFF99"/>
    <a:srgbClr val="FFCCCC"/>
    <a:srgbClr val="CC0000"/>
    <a:srgbClr val="333399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98" autoAdjust="0"/>
    <p:restoredTop sz="94660" autoAdjust="0"/>
  </p:normalViewPr>
  <p:slideViewPr>
    <p:cSldViewPr>
      <p:cViewPr varScale="1">
        <p:scale>
          <a:sx n="77" d="100"/>
          <a:sy n="77" d="100"/>
        </p:scale>
        <p:origin x="67" y="149"/>
      </p:cViewPr>
      <p:guideLst>
        <p:guide orient="horz" pos="1457"/>
        <p:guide pos="38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36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clair Chen" userId="bee3a08289d85a0e" providerId="LiveId" clId="{E30B0575-F9D8-4644-B00B-2AC5F5965294}"/>
    <pc:docChg chg="undo custSel modSld">
      <pc:chgData name="Eclair Chen" userId="bee3a08289d85a0e" providerId="LiveId" clId="{E30B0575-F9D8-4644-B00B-2AC5F5965294}" dt="2024-10-31T04:11:55.431" v="59" actId="167"/>
      <pc:docMkLst>
        <pc:docMk/>
      </pc:docMkLst>
      <pc:sldChg chg="addSp delSp modSp mod">
        <pc:chgData name="Eclair Chen" userId="bee3a08289d85a0e" providerId="LiveId" clId="{E30B0575-F9D8-4644-B00B-2AC5F5965294}" dt="2024-10-31T04:09:00.034" v="45" actId="108"/>
        <pc:sldMkLst>
          <pc:docMk/>
          <pc:sldMk cId="0" sldId="304"/>
        </pc:sldMkLst>
        <pc:spChg chg="add mod">
          <ac:chgData name="Eclair Chen" userId="bee3a08289d85a0e" providerId="LiveId" clId="{E30B0575-F9D8-4644-B00B-2AC5F5965294}" dt="2024-10-31T04:09:00.034" v="45" actId="108"/>
          <ac:spMkLst>
            <pc:docMk/>
            <pc:sldMk cId="0" sldId="304"/>
            <ac:spMk id="7" creationId="{A7A79FAA-F25E-41B9-BBB6-EB804B7537D9}"/>
          </ac:spMkLst>
        </pc:spChg>
        <pc:graphicFrameChg chg="add del mod">
          <ac:chgData name="Eclair Chen" userId="bee3a08289d85a0e" providerId="LiveId" clId="{E30B0575-F9D8-4644-B00B-2AC5F5965294}" dt="2024-10-31T04:07:59.004" v="33"/>
          <ac:graphicFrameMkLst>
            <pc:docMk/>
            <pc:sldMk cId="0" sldId="304"/>
            <ac:graphicFrameMk id="2" creationId="{6E12CC9F-2987-4915-A8B7-EA953DD2FE38}"/>
          </ac:graphicFrameMkLst>
        </pc:graphicFrameChg>
      </pc:sldChg>
      <pc:sldChg chg="modSp mod">
        <pc:chgData name="Eclair Chen" userId="bee3a08289d85a0e" providerId="LiveId" clId="{E30B0575-F9D8-4644-B00B-2AC5F5965294}" dt="2024-10-31T04:10:14.266" v="54" actId="14100"/>
        <pc:sldMkLst>
          <pc:docMk/>
          <pc:sldMk cId="0" sldId="305"/>
        </pc:sldMkLst>
        <pc:spChg chg="mod">
          <ac:chgData name="Eclair Chen" userId="bee3a08289d85a0e" providerId="LiveId" clId="{E30B0575-F9D8-4644-B00B-2AC5F5965294}" dt="2024-10-31T04:09:38.952" v="53" actId="20577"/>
          <ac:spMkLst>
            <pc:docMk/>
            <pc:sldMk cId="0" sldId="305"/>
            <ac:spMk id="579589" creationId="{00000000-0000-0000-0000-000000000000}"/>
          </ac:spMkLst>
        </pc:spChg>
        <pc:picChg chg="mod">
          <ac:chgData name="Eclair Chen" userId="bee3a08289d85a0e" providerId="LiveId" clId="{E30B0575-F9D8-4644-B00B-2AC5F5965294}" dt="2024-10-31T04:10:14.266" v="54" actId="14100"/>
          <ac:picMkLst>
            <pc:docMk/>
            <pc:sldMk cId="0" sldId="305"/>
            <ac:picMk id="579623" creationId="{00000000-0000-0000-0000-000000000000}"/>
          </ac:picMkLst>
        </pc:picChg>
      </pc:sldChg>
      <pc:sldChg chg="modSp">
        <pc:chgData name="Eclair Chen" userId="bee3a08289d85a0e" providerId="LiveId" clId="{E30B0575-F9D8-4644-B00B-2AC5F5965294}" dt="2024-10-31T04:06:59.104" v="3" actId="1076"/>
        <pc:sldMkLst>
          <pc:docMk/>
          <pc:sldMk cId="0" sldId="308"/>
        </pc:sldMkLst>
        <pc:spChg chg="mod">
          <ac:chgData name="Eclair Chen" userId="bee3a08289d85a0e" providerId="LiveId" clId="{E30B0575-F9D8-4644-B00B-2AC5F5965294}" dt="2024-10-31T04:06:46.883" v="1" actId="1076"/>
          <ac:spMkLst>
            <pc:docMk/>
            <pc:sldMk cId="0" sldId="308"/>
            <ac:spMk id="7" creationId="{6321A91F-BDCD-4DA3-8272-4CB9D7E7C49D}"/>
          </ac:spMkLst>
        </pc:spChg>
        <pc:picChg chg="mod">
          <ac:chgData name="Eclair Chen" userId="bee3a08289d85a0e" providerId="LiveId" clId="{E30B0575-F9D8-4644-B00B-2AC5F5965294}" dt="2024-10-31T04:06:54.988" v="2" actId="1076"/>
          <ac:picMkLst>
            <pc:docMk/>
            <pc:sldMk cId="0" sldId="308"/>
            <ac:picMk id="9" creationId="{3503B1F3-A193-4FC0-80C3-1D68B91D2384}"/>
          </ac:picMkLst>
        </pc:picChg>
        <pc:picChg chg="mod">
          <ac:chgData name="Eclair Chen" userId="bee3a08289d85a0e" providerId="LiveId" clId="{E30B0575-F9D8-4644-B00B-2AC5F5965294}" dt="2024-10-31T04:06:59.104" v="3" actId="1076"/>
          <ac:picMkLst>
            <pc:docMk/>
            <pc:sldMk cId="0" sldId="308"/>
            <ac:picMk id="10" creationId="{B03A4FF1-7985-4F36-835E-9F8011EB1BD5}"/>
          </ac:picMkLst>
        </pc:picChg>
      </pc:sldChg>
      <pc:sldChg chg="addSp delSp modSp mod">
        <pc:chgData name="Eclair Chen" userId="bee3a08289d85a0e" providerId="LiveId" clId="{E30B0575-F9D8-4644-B00B-2AC5F5965294}" dt="2024-10-31T04:11:55.431" v="59" actId="167"/>
        <pc:sldMkLst>
          <pc:docMk/>
          <pc:sldMk cId="0" sldId="342"/>
        </pc:sldMkLst>
        <pc:picChg chg="del">
          <ac:chgData name="Eclair Chen" userId="bee3a08289d85a0e" providerId="LiveId" clId="{E30B0575-F9D8-4644-B00B-2AC5F5965294}" dt="2024-10-31T04:11:46.176" v="55" actId="478"/>
          <ac:picMkLst>
            <pc:docMk/>
            <pc:sldMk cId="0" sldId="342"/>
            <ac:picMk id="2" creationId="{00000000-0000-0000-0000-000000000000}"/>
          </ac:picMkLst>
        </pc:picChg>
        <pc:picChg chg="add mod ord">
          <ac:chgData name="Eclair Chen" userId="bee3a08289d85a0e" providerId="LiveId" clId="{E30B0575-F9D8-4644-B00B-2AC5F5965294}" dt="2024-10-31T04:11:55.431" v="59" actId="167"/>
          <ac:picMkLst>
            <pc:docMk/>
            <pc:sldMk cId="0" sldId="342"/>
            <ac:picMk id="4" creationId="{70D147F1-5B7C-45EB-96ED-CF7392DD56C2}"/>
          </ac:picMkLst>
        </pc:picChg>
      </pc:sldChg>
    </pc:docChg>
  </pc:docChgLst>
  <pc:docChgLst>
    <pc:chgData name="Eclair Chen" userId="bee3a08289d85a0e" providerId="LiveId" clId="{7DC22277-30F7-4364-AE06-5E8A24C0E35A}"/>
    <pc:docChg chg="undo custSel delSld modSld">
      <pc:chgData name="Eclair Chen" userId="bee3a08289d85a0e" providerId="LiveId" clId="{7DC22277-30F7-4364-AE06-5E8A24C0E35A}" dt="2024-06-07T13:20:39.172" v="143" actId="20577"/>
      <pc:docMkLst>
        <pc:docMk/>
      </pc:docMkLst>
      <pc:sldChg chg="addSp delSp modSp mod">
        <pc:chgData name="Eclair Chen" userId="bee3a08289d85a0e" providerId="LiveId" clId="{7DC22277-30F7-4364-AE06-5E8A24C0E35A}" dt="2024-06-07T12:55:46.183" v="10" actId="1076"/>
        <pc:sldMkLst>
          <pc:docMk/>
          <pc:sldMk cId="0" sldId="304"/>
        </pc:sldMkLst>
        <pc:spChg chg="mod">
          <ac:chgData name="Eclair Chen" userId="bee3a08289d85a0e" providerId="LiveId" clId="{7DC22277-30F7-4364-AE06-5E8A24C0E35A}" dt="2024-06-07T12:55:34.074" v="9" actId="20577"/>
          <ac:spMkLst>
            <pc:docMk/>
            <pc:sldMk cId="0" sldId="304"/>
            <ac:spMk id="578565" creationId="{00000000-0000-0000-0000-000000000000}"/>
          </ac:spMkLst>
        </pc:spChg>
        <pc:picChg chg="del">
          <ac:chgData name="Eclair Chen" userId="bee3a08289d85a0e" providerId="LiveId" clId="{7DC22277-30F7-4364-AE06-5E8A24C0E35A}" dt="2024-06-07T12:55:08.373" v="0" actId="478"/>
          <ac:picMkLst>
            <pc:docMk/>
            <pc:sldMk cId="0" sldId="304"/>
            <ac:picMk id="2" creationId="{00000000-0000-0000-0000-000000000000}"/>
          </ac:picMkLst>
        </pc:picChg>
        <pc:picChg chg="add mod">
          <ac:chgData name="Eclair Chen" userId="bee3a08289d85a0e" providerId="LiveId" clId="{7DC22277-30F7-4364-AE06-5E8A24C0E35A}" dt="2024-06-07T12:55:46.183" v="10" actId="1076"/>
          <ac:picMkLst>
            <pc:docMk/>
            <pc:sldMk cId="0" sldId="304"/>
            <ac:picMk id="3" creationId="{43EA2600-9C77-4424-82EE-78DB237A5449}"/>
          </ac:picMkLst>
        </pc:picChg>
      </pc:sldChg>
      <pc:sldChg chg="modSp del">
        <pc:chgData name="Eclair Chen" userId="bee3a08289d85a0e" providerId="LiveId" clId="{7DC22277-30F7-4364-AE06-5E8A24C0E35A}" dt="2024-06-07T12:58:35.479" v="51" actId="2696"/>
        <pc:sldMkLst>
          <pc:docMk/>
          <pc:sldMk cId="0" sldId="307"/>
        </pc:sldMkLst>
        <pc:picChg chg="mod">
          <ac:chgData name="Eclair Chen" userId="bee3a08289d85a0e" providerId="LiveId" clId="{7DC22277-30F7-4364-AE06-5E8A24C0E35A}" dt="2024-06-07T12:57:33.657" v="37" actId="732"/>
          <ac:picMkLst>
            <pc:docMk/>
            <pc:sldMk cId="0" sldId="307"/>
            <ac:picMk id="581653" creationId="{00000000-0000-0000-0000-000000000000}"/>
          </ac:picMkLst>
        </pc:picChg>
        <pc:picChg chg="mod">
          <ac:chgData name="Eclair Chen" userId="bee3a08289d85a0e" providerId="LiveId" clId="{7DC22277-30F7-4364-AE06-5E8A24C0E35A}" dt="2024-06-07T12:58:01.176" v="41" actId="732"/>
          <ac:picMkLst>
            <pc:docMk/>
            <pc:sldMk cId="0" sldId="307"/>
            <ac:picMk id="581654" creationId="{00000000-0000-0000-0000-000000000000}"/>
          </ac:picMkLst>
        </pc:picChg>
      </pc:sldChg>
      <pc:sldChg chg="addSp modSp mod">
        <pc:chgData name="Eclair Chen" userId="bee3a08289d85a0e" providerId="LiveId" clId="{7DC22277-30F7-4364-AE06-5E8A24C0E35A}" dt="2024-06-07T12:58:30.905" v="50" actId="6549"/>
        <pc:sldMkLst>
          <pc:docMk/>
          <pc:sldMk cId="0" sldId="308"/>
        </pc:sldMkLst>
        <pc:spChg chg="add mod">
          <ac:chgData name="Eclair Chen" userId="bee3a08289d85a0e" providerId="LiveId" clId="{7DC22277-30F7-4364-AE06-5E8A24C0E35A}" dt="2024-06-07T12:58:24.817" v="45" actId="1076"/>
          <ac:spMkLst>
            <pc:docMk/>
            <pc:sldMk cId="0" sldId="308"/>
            <ac:spMk id="7" creationId="{6321A91F-BDCD-4DA3-8272-4CB9D7E7C49D}"/>
          </ac:spMkLst>
        </pc:spChg>
        <pc:spChg chg="mod">
          <ac:chgData name="Eclair Chen" userId="bee3a08289d85a0e" providerId="LiveId" clId="{7DC22277-30F7-4364-AE06-5E8A24C0E35A}" dt="2024-06-07T12:58:30.905" v="50" actId="6549"/>
          <ac:spMkLst>
            <pc:docMk/>
            <pc:sldMk cId="0" sldId="308"/>
            <ac:spMk id="582660" creationId="{00000000-0000-0000-0000-000000000000}"/>
          </ac:spMkLst>
        </pc:spChg>
        <pc:picChg chg="mod">
          <ac:chgData name="Eclair Chen" userId="bee3a08289d85a0e" providerId="LiveId" clId="{7DC22277-30F7-4364-AE06-5E8A24C0E35A}" dt="2024-06-07T12:58:16.907" v="44" actId="1076"/>
          <ac:picMkLst>
            <pc:docMk/>
            <pc:sldMk cId="0" sldId="308"/>
            <ac:picMk id="2" creationId="{00000000-0000-0000-0000-000000000000}"/>
          </ac:picMkLst>
        </pc:picChg>
        <pc:picChg chg="add mod">
          <ac:chgData name="Eclair Chen" userId="bee3a08289d85a0e" providerId="LiveId" clId="{7DC22277-30F7-4364-AE06-5E8A24C0E35A}" dt="2024-06-07T12:58:24.817" v="45" actId="1076"/>
          <ac:picMkLst>
            <pc:docMk/>
            <pc:sldMk cId="0" sldId="308"/>
            <ac:picMk id="9" creationId="{3503B1F3-A193-4FC0-80C3-1D68B91D2384}"/>
          </ac:picMkLst>
        </pc:picChg>
        <pc:picChg chg="add mod">
          <ac:chgData name="Eclair Chen" userId="bee3a08289d85a0e" providerId="LiveId" clId="{7DC22277-30F7-4364-AE06-5E8A24C0E35A}" dt="2024-06-07T12:58:24.817" v="45" actId="1076"/>
          <ac:picMkLst>
            <pc:docMk/>
            <pc:sldMk cId="0" sldId="308"/>
            <ac:picMk id="10" creationId="{B03A4FF1-7985-4F36-835E-9F8011EB1BD5}"/>
          </ac:picMkLst>
        </pc:picChg>
      </pc:sldChg>
      <pc:sldChg chg="modSp del">
        <pc:chgData name="Eclair Chen" userId="bee3a08289d85a0e" providerId="LiveId" clId="{7DC22277-30F7-4364-AE06-5E8A24C0E35A}" dt="2024-06-07T13:13:05.150" v="88" actId="2696"/>
        <pc:sldMkLst>
          <pc:docMk/>
          <pc:sldMk cId="0" sldId="343"/>
        </pc:sldMkLst>
        <pc:spChg chg="mod">
          <ac:chgData name="Eclair Chen" userId="bee3a08289d85a0e" providerId="LiveId" clId="{7DC22277-30F7-4364-AE06-5E8A24C0E35A}" dt="2024-06-07T13:11:57.730" v="57" actId="14100"/>
          <ac:spMkLst>
            <pc:docMk/>
            <pc:sldMk cId="0" sldId="343"/>
            <ac:spMk id="681987" creationId="{00000000-0000-0000-0000-000000000000}"/>
          </ac:spMkLst>
        </pc:spChg>
      </pc:sldChg>
      <pc:sldChg chg="addSp modSp mod">
        <pc:chgData name="Eclair Chen" userId="bee3a08289d85a0e" providerId="LiveId" clId="{7DC22277-30F7-4364-AE06-5E8A24C0E35A}" dt="2024-06-07T13:19:12.825" v="126" actId="1076"/>
        <pc:sldMkLst>
          <pc:docMk/>
          <pc:sldMk cId="0" sldId="344"/>
        </pc:sldMkLst>
        <pc:spChg chg="mod">
          <ac:chgData name="Eclair Chen" userId="bee3a08289d85a0e" providerId="LiveId" clId="{7DC22277-30F7-4364-AE06-5E8A24C0E35A}" dt="2024-06-07T13:18:32.756" v="106" actId="6549"/>
          <ac:spMkLst>
            <pc:docMk/>
            <pc:sldMk cId="0" sldId="344"/>
            <ac:spMk id="683010" creationId="{00000000-0000-0000-0000-000000000000}"/>
          </ac:spMkLst>
        </pc:spChg>
        <pc:spChg chg="mod">
          <ac:chgData name="Eclair Chen" userId="bee3a08289d85a0e" providerId="LiveId" clId="{7DC22277-30F7-4364-AE06-5E8A24C0E35A}" dt="2024-06-07T13:18:41.577" v="119" actId="1076"/>
          <ac:spMkLst>
            <pc:docMk/>
            <pc:sldMk cId="0" sldId="344"/>
            <ac:spMk id="683011" creationId="{00000000-0000-0000-0000-000000000000}"/>
          </ac:spMkLst>
        </pc:spChg>
        <pc:picChg chg="add mod">
          <ac:chgData name="Eclair Chen" userId="bee3a08289d85a0e" providerId="LiveId" clId="{7DC22277-30F7-4364-AE06-5E8A24C0E35A}" dt="2024-06-07T13:19:12.825" v="126" actId="1076"/>
          <ac:picMkLst>
            <pc:docMk/>
            <pc:sldMk cId="0" sldId="344"/>
            <ac:picMk id="9" creationId="{79B9432F-DD25-4BEE-BFE6-C8542BEA2CCB}"/>
          </ac:picMkLst>
        </pc:picChg>
        <pc:picChg chg="mod">
          <ac:chgData name="Eclair Chen" userId="bee3a08289d85a0e" providerId="LiveId" clId="{7DC22277-30F7-4364-AE06-5E8A24C0E35A}" dt="2024-06-07T13:19:01.577" v="123" actId="1076"/>
          <ac:picMkLst>
            <pc:docMk/>
            <pc:sldMk cId="0" sldId="344"/>
            <ac:picMk id="683013" creationId="{00000000-0000-0000-0000-000000000000}"/>
          </ac:picMkLst>
        </pc:picChg>
        <pc:picChg chg="mod">
          <ac:chgData name="Eclair Chen" userId="bee3a08289d85a0e" providerId="LiveId" clId="{7DC22277-30F7-4364-AE06-5E8A24C0E35A}" dt="2024-06-07T13:18:58.856" v="122" actId="1076"/>
          <ac:picMkLst>
            <pc:docMk/>
            <pc:sldMk cId="0" sldId="344"/>
            <ac:picMk id="683014" creationId="{00000000-0000-0000-0000-000000000000}"/>
          </ac:picMkLst>
        </pc:picChg>
      </pc:sldChg>
      <pc:sldChg chg="addSp delSp modSp mod">
        <pc:chgData name="Eclair Chen" userId="bee3a08289d85a0e" providerId="LiveId" clId="{7DC22277-30F7-4364-AE06-5E8A24C0E35A}" dt="2024-06-07T13:14:44.202" v="99" actId="1076"/>
        <pc:sldMkLst>
          <pc:docMk/>
          <pc:sldMk cId="0" sldId="345"/>
        </pc:sldMkLst>
        <pc:picChg chg="del">
          <ac:chgData name="Eclair Chen" userId="bee3a08289d85a0e" providerId="LiveId" clId="{7DC22277-30F7-4364-AE06-5E8A24C0E35A}" dt="2024-06-07T13:14:38.891" v="96" actId="478"/>
          <ac:picMkLst>
            <pc:docMk/>
            <pc:sldMk cId="0" sldId="345"/>
            <ac:picMk id="2" creationId="{00000000-0000-0000-0000-000000000000}"/>
          </ac:picMkLst>
        </pc:picChg>
        <pc:picChg chg="add mod">
          <ac:chgData name="Eclair Chen" userId="bee3a08289d85a0e" providerId="LiveId" clId="{7DC22277-30F7-4364-AE06-5E8A24C0E35A}" dt="2024-06-07T13:14:44.202" v="99" actId="1076"/>
          <ac:picMkLst>
            <pc:docMk/>
            <pc:sldMk cId="0" sldId="345"/>
            <ac:picMk id="3" creationId="{8469674B-EF29-4898-9C32-875D09E4D797}"/>
          </ac:picMkLst>
        </pc:picChg>
      </pc:sldChg>
      <pc:sldChg chg="modSp">
        <pc:chgData name="Eclair Chen" userId="bee3a08289d85a0e" providerId="LiveId" clId="{7DC22277-30F7-4364-AE06-5E8A24C0E35A}" dt="2024-06-07T13:13:27.512" v="95" actId="1076"/>
        <pc:sldMkLst>
          <pc:docMk/>
          <pc:sldMk cId="0" sldId="346"/>
        </pc:sldMkLst>
        <pc:picChg chg="mod">
          <ac:chgData name="Eclair Chen" userId="bee3a08289d85a0e" providerId="LiveId" clId="{7DC22277-30F7-4364-AE06-5E8A24C0E35A}" dt="2024-06-07T13:13:27.512" v="95" actId="1076"/>
          <ac:picMkLst>
            <pc:docMk/>
            <pc:sldMk cId="0" sldId="346"/>
            <ac:picMk id="685061" creationId="{00000000-0000-0000-0000-000000000000}"/>
          </ac:picMkLst>
        </pc:picChg>
      </pc:sldChg>
      <pc:sldChg chg="modSp mod">
        <pc:chgData name="Eclair Chen" userId="bee3a08289d85a0e" providerId="LiveId" clId="{7DC22277-30F7-4364-AE06-5E8A24C0E35A}" dt="2024-06-07T13:13:14.900" v="92" actId="20577"/>
        <pc:sldMkLst>
          <pc:docMk/>
          <pc:sldMk cId="0" sldId="347"/>
        </pc:sldMkLst>
        <pc:spChg chg="mod">
          <ac:chgData name="Eclair Chen" userId="bee3a08289d85a0e" providerId="LiveId" clId="{7DC22277-30F7-4364-AE06-5E8A24C0E35A}" dt="2024-06-07T13:13:14.900" v="92" actId="20577"/>
          <ac:spMkLst>
            <pc:docMk/>
            <pc:sldMk cId="0" sldId="347"/>
            <ac:spMk id="686082" creationId="{00000000-0000-0000-0000-000000000000}"/>
          </ac:spMkLst>
        </pc:spChg>
      </pc:sldChg>
      <pc:sldChg chg="addSp modSp mod">
        <pc:chgData name="Eclair Chen" userId="bee3a08289d85a0e" providerId="LiveId" clId="{7DC22277-30F7-4364-AE06-5E8A24C0E35A}" dt="2024-06-07T13:13:11.219" v="90" actId="20577"/>
        <pc:sldMkLst>
          <pc:docMk/>
          <pc:sldMk cId="0" sldId="348"/>
        </pc:sldMkLst>
        <pc:spChg chg="add mod">
          <ac:chgData name="Eclair Chen" userId="bee3a08289d85a0e" providerId="LiveId" clId="{7DC22277-30F7-4364-AE06-5E8A24C0E35A}" dt="2024-06-07T13:12:48.599" v="86" actId="1076"/>
          <ac:spMkLst>
            <pc:docMk/>
            <pc:sldMk cId="0" sldId="348"/>
            <ac:spMk id="8" creationId="{86AE9764-B957-4C37-8C05-3D0B06C15856}"/>
          </ac:spMkLst>
        </pc:spChg>
        <pc:spChg chg="mod">
          <ac:chgData name="Eclair Chen" userId="bee3a08289d85a0e" providerId="LiveId" clId="{7DC22277-30F7-4364-AE06-5E8A24C0E35A}" dt="2024-06-07T13:13:11.219" v="90" actId="20577"/>
          <ac:spMkLst>
            <pc:docMk/>
            <pc:sldMk cId="0" sldId="348"/>
            <ac:spMk id="687106" creationId="{00000000-0000-0000-0000-000000000000}"/>
          </ac:spMkLst>
        </pc:spChg>
        <pc:picChg chg="mod">
          <ac:chgData name="Eclair Chen" userId="bee3a08289d85a0e" providerId="LiveId" clId="{7DC22277-30F7-4364-AE06-5E8A24C0E35A}" dt="2024-06-07T13:11:34.507" v="52" actId="1076"/>
          <ac:picMkLst>
            <pc:docMk/>
            <pc:sldMk cId="0" sldId="348"/>
            <ac:picMk id="2" creationId="{00000000-0000-0000-0000-000000000000}"/>
          </ac:picMkLst>
        </pc:picChg>
        <pc:picChg chg="add mod">
          <ac:chgData name="Eclair Chen" userId="bee3a08289d85a0e" providerId="LiveId" clId="{7DC22277-30F7-4364-AE06-5E8A24C0E35A}" dt="2024-06-07T13:12:51.991" v="87" actId="1076"/>
          <ac:picMkLst>
            <pc:docMk/>
            <pc:sldMk cId="0" sldId="348"/>
            <ac:picMk id="7" creationId="{66B40BB5-28B5-4271-98F6-E39843875B08}"/>
          </ac:picMkLst>
        </pc:picChg>
      </pc:sldChg>
      <pc:sldChg chg="del">
        <pc:chgData name="Eclair Chen" userId="bee3a08289d85a0e" providerId="LiveId" clId="{7DC22277-30F7-4364-AE06-5E8A24C0E35A}" dt="2024-06-07T13:19:19.185" v="127" actId="2696"/>
        <pc:sldMkLst>
          <pc:docMk/>
          <pc:sldMk cId="0" sldId="349"/>
        </pc:sldMkLst>
      </pc:sldChg>
      <pc:sldChg chg="modSp mod">
        <pc:chgData name="Eclair Chen" userId="bee3a08289d85a0e" providerId="LiveId" clId="{7DC22277-30F7-4364-AE06-5E8A24C0E35A}" dt="2024-06-07T13:20:39.172" v="143" actId="20577"/>
        <pc:sldMkLst>
          <pc:docMk/>
          <pc:sldMk cId="0" sldId="350"/>
        </pc:sldMkLst>
        <pc:spChg chg="mod">
          <ac:chgData name="Eclair Chen" userId="bee3a08289d85a0e" providerId="LiveId" clId="{7DC22277-30F7-4364-AE06-5E8A24C0E35A}" dt="2024-06-07T13:20:39.172" v="143" actId="20577"/>
          <ac:spMkLst>
            <pc:docMk/>
            <pc:sldMk cId="0" sldId="350"/>
            <ac:spMk id="689154" creationId="{00000000-0000-0000-0000-000000000000}"/>
          </ac:spMkLst>
        </pc:spChg>
      </pc:sldChg>
      <pc:sldChg chg="del">
        <pc:chgData name="Eclair Chen" userId="bee3a08289d85a0e" providerId="LiveId" clId="{7DC22277-30F7-4364-AE06-5E8A24C0E35A}" dt="2024-06-07T13:20:28.997" v="141" actId="2696"/>
        <pc:sldMkLst>
          <pc:docMk/>
          <pc:sldMk cId="0" sldId="351"/>
        </pc:sldMkLst>
      </pc:sldChg>
      <pc:sldChg chg="addSp modSp mod">
        <pc:chgData name="Eclair Chen" userId="bee3a08289d85a0e" providerId="LiveId" clId="{7DC22277-30F7-4364-AE06-5E8A24C0E35A}" dt="2024-06-07T13:20:23.778" v="140" actId="20577"/>
        <pc:sldMkLst>
          <pc:docMk/>
          <pc:sldMk cId="0" sldId="352"/>
        </pc:sldMkLst>
        <pc:spChg chg="mod">
          <ac:chgData name="Eclair Chen" userId="bee3a08289d85a0e" providerId="LiveId" clId="{7DC22277-30F7-4364-AE06-5E8A24C0E35A}" dt="2024-06-07T13:20:23.778" v="140" actId="20577"/>
          <ac:spMkLst>
            <pc:docMk/>
            <pc:sldMk cId="0" sldId="352"/>
            <ac:spMk id="691202" creationId="{00000000-0000-0000-0000-000000000000}"/>
          </ac:spMkLst>
        </pc:spChg>
        <pc:spChg chg="mod">
          <ac:chgData name="Eclair Chen" userId="bee3a08289d85a0e" providerId="LiveId" clId="{7DC22277-30F7-4364-AE06-5E8A24C0E35A}" dt="2024-06-07T13:20:02.167" v="135" actId="1076"/>
          <ac:spMkLst>
            <pc:docMk/>
            <pc:sldMk cId="0" sldId="352"/>
            <ac:spMk id="691203" creationId="{00000000-0000-0000-0000-000000000000}"/>
          </ac:spMkLst>
        </pc:spChg>
        <pc:picChg chg="add mod">
          <ac:chgData name="Eclair Chen" userId="bee3a08289d85a0e" providerId="LiveId" clId="{7DC22277-30F7-4364-AE06-5E8A24C0E35A}" dt="2024-06-07T13:20:20.586" v="139" actId="1076"/>
          <ac:picMkLst>
            <pc:docMk/>
            <pc:sldMk cId="0" sldId="352"/>
            <ac:picMk id="9" creationId="{8D4F3266-83E3-4509-A1A4-E89CE1CE5E99}"/>
          </ac:picMkLst>
        </pc:picChg>
        <pc:picChg chg="mod">
          <ac:chgData name="Eclair Chen" userId="bee3a08289d85a0e" providerId="LiveId" clId="{7DC22277-30F7-4364-AE06-5E8A24C0E35A}" dt="2024-06-07T13:20:02.167" v="135" actId="1076"/>
          <ac:picMkLst>
            <pc:docMk/>
            <pc:sldMk cId="0" sldId="352"/>
            <ac:picMk id="691205" creationId="{00000000-0000-0000-0000-000000000000}"/>
          </ac:picMkLst>
        </pc:picChg>
        <pc:picChg chg="mod">
          <ac:chgData name="Eclair Chen" userId="bee3a08289d85a0e" providerId="LiveId" clId="{7DC22277-30F7-4364-AE06-5E8A24C0E35A}" dt="2024-06-07T13:20:18.076" v="138" actId="1076"/>
          <ac:picMkLst>
            <pc:docMk/>
            <pc:sldMk cId="0" sldId="352"/>
            <ac:picMk id="691206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200"/>
            </a:lvl1pPr>
          </a:lstStyle>
          <a:p>
            <a:endParaRPr lang="en-US" altLang="zh-TW"/>
          </a:p>
        </p:txBody>
      </p:sp>
      <p:sp>
        <p:nvSpPr>
          <p:cNvPr id="345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endParaRPr lang="en-US" altLang="zh-TW"/>
          </a:p>
        </p:txBody>
      </p:sp>
      <p:sp>
        <p:nvSpPr>
          <p:cNvPr id="345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/>
            </a:lvl1pPr>
          </a:lstStyle>
          <a:p>
            <a:endParaRPr lang="en-US" altLang="zh-TW"/>
          </a:p>
        </p:txBody>
      </p:sp>
      <p:sp>
        <p:nvSpPr>
          <p:cNvPr id="345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fld id="{D9AD5F5A-0154-46A9-9009-C840F3901FC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8398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200"/>
            </a:lvl1pPr>
          </a:lstStyle>
          <a:p>
            <a:endParaRPr lang="en-US" altLang="zh-TW"/>
          </a:p>
        </p:txBody>
      </p:sp>
      <p:sp>
        <p:nvSpPr>
          <p:cNvPr id="3440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endParaRPr lang="en-US" altLang="zh-TW"/>
          </a:p>
        </p:txBody>
      </p:sp>
      <p:sp>
        <p:nvSpPr>
          <p:cNvPr id="3440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40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3440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/>
            </a:lvl1pPr>
          </a:lstStyle>
          <a:p>
            <a:endParaRPr lang="en-US" altLang="zh-TW"/>
          </a:p>
        </p:txBody>
      </p:sp>
      <p:sp>
        <p:nvSpPr>
          <p:cNvPr id="3440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fld id="{7C5F74C1-B69A-41CE-B445-5C5193260BE9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3144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D6E06A-B390-437C-A8A9-04FD8D063B52}" type="slidenum">
              <a:rPr lang="en-US" altLang="zh-TW"/>
              <a:pPr/>
              <a:t>17</a:t>
            </a:fld>
            <a:endParaRPr lang="en-US" altLang="zh-TW"/>
          </a:p>
        </p:txBody>
      </p:sp>
      <p:sp>
        <p:nvSpPr>
          <p:cNvPr id="388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8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016800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153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32154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321541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21542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21543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3B3187D0-DBC2-4C3B-AB41-60D2D03972E8}" type="slidenum">
              <a:rPr lang="en-US" altLang="zh-TW"/>
              <a:pPr/>
              <a:t>‹#›</a:t>
            </a:fld>
            <a:endParaRPr lang="en-US" altLang="zh-TW"/>
          </a:p>
        </p:txBody>
      </p:sp>
      <p:grpSp>
        <p:nvGrpSpPr>
          <p:cNvPr id="321544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321545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6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7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8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9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0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1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2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3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4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5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6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7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8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9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0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1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2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3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4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5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6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7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8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9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0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1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2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3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4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5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321576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67C745-A1FE-46E3-BBE0-81DE3372C4C8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95764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01409-40ED-4AF9-B8BB-CC6DD9CD0AA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17681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C762E3-6982-4BBD-B676-B290F54D6C8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42378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5BA5F2-478E-4BAA-A077-38F151784FE8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10668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543435-2227-47E5-94C4-7C90FA682B4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96037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62BF9D-73F6-46D2-93FB-50A39440BD75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78611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634095-7115-403A-8AAD-D3AC5A4D0EC7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78047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05F019-55E2-4C64-A3E5-31FBDB124230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83060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88FC43-540C-4FC3-9721-C104C8D2921D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89663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0676F8-18B7-4839-9B57-493667EFB532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83129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8229600" cy="212883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4000500"/>
            <a:ext cx="8229600" cy="21304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EF86AF23-BECA-436C-BE55-5389AC5DF12B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8623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051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2051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2051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00"/>
            </a:lvl1pPr>
          </a:lstStyle>
          <a:p>
            <a:endParaRPr lang="en-US" altLang="zh-TW"/>
          </a:p>
        </p:txBody>
      </p:sp>
      <p:sp>
        <p:nvSpPr>
          <p:cNvPr id="32051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00"/>
            </a:lvl1pPr>
          </a:lstStyle>
          <a:p>
            <a:endParaRPr lang="en-US" altLang="zh-TW"/>
          </a:p>
        </p:txBody>
      </p:sp>
      <p:sp>
        <p:nvSpPr>
          <p:cNvPr id="32051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000"/>
            </a:lvl1pPr>
          </a:lstStyle>
          <a:p>
            <a:fld id="{1D36AC96-41CE-4ECF-90A7-67D2C7EE8657}" type="slidenum">
              <a:rPr lang="en-US" altLang="zh-TW"/>
              <a:pPr/>
              <a:t>‹#›</a:t>
            </a:fld>
            <a:endParaRPr lang="en-US" altLang="zh-TW"/>
          </a:p>
        </p:txBody>
      </p:sp>
      <p:grpSp>
        <p:nvGrpSpPr>
          <p:cNvPr id="320520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320521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2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3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4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5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6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7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8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9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0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1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2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3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4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5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6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7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8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9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0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1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2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3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4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5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6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7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8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9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50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51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2pPr>
      <a:lvl3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3pPr>
      <a:lvl4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4pPr>
      <a:lvl5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9pPr>
    </p:titleStyle>
    <p:bodyStyle>
      <a:lvl1pPr marL="342900" indent="-342900" algn="l" rtl="0" fontAlgn="base">
        <a:spcBef>
          <a:spcPct val="0"/>
        </a:spcBef>
        <a:spcAft>
          <a:spcPct val="50000"/>
        </a:spcAft>
        <a:buClr>
          <a:schemeClr val="tx2"/>
        </a:buClr>
        <a:buSzPct val="70000"/>
        <a:buFont typeface="Wingdings" panose="05000000000000000000" pitchFamily="2" charset="2"/>
        <a:buChar char="l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fontAlgn="base">
        <a:spcBef>
          <a:spcPct val="0"/>
        </a:spcBef>
        <a:spcAft>
          <a:spcPct val="5000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fontAlgn="base">
        <a:spcBef>
          <a:spcPct val="0"/>
        </a:spcBef>
        <a:spcAft>
          <a:spcPct val="5000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kumimoji="1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fontAlgn="base">
        <a:spcBef>
          <a:spcPct val="0"/>
        </a:spcBef>
        <a:spcAft>
          <a:spcPct val="50000"/>
        </a:spcAft>
        <a:buClr>
          <a:schemeClr val="tx2"/>
        </a:buClr>
        <a:buSzPct val="75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fontAlgn="base">
        <a:spcBef>
          <a:spcPct val="0"/>
        </a:spcBef>
        <a:spcAft>
          <a:spcPct val="4000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94B45BE3-D1D1-4DBC-9C2D-5D8A53B4B8B8}" type="slidenum">
              <a:rPr lang="en-US" altLang="zh-TW"/>
              <a:pPr/>
              <a:t>1</a:t>
            </a:fld>
            <a:endParaRPr lang="en-US" altLang="zh-TW"/>
          </a:p>
        </p:txBody>
      </p:sp>
      <p:sp>
        <p:nvSpPr>
          <p:cNvPr id="34611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第三章</a:t>
            </a:r>
            <a:br>
              <a:rPr lang="zh-TW" altLang="en-US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zh-TW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變數與資料處理</a:t>
            </a:r>
            <a:r>
              <a:rPr lang="zh-TW" altLang="en-US"/>
              <a:t> </a:t>
            </a:r>
            <a:endParaRPr lang="zh-TW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3367087"/>
          </a:xfrm>
        </p:spPr>
        <p:txBody>
          <a:bodyPr/>
          <a:lstStyle/>
          <a:p>
            <a:r>
              <a:rPr lang="zh-TW" altLang="en-US" sz="2800"/>
              <a:t>認識常數與變數</a:t>
            </a:r>
          </a:p>
          <a:p>
            <a:r>
              <a:rPr lang="zh-TW" altLang="en-US" sz="2800"/>
              <a:t>學習</a:t>
            </a:r>
            <a:r>
              <a:rPr lang="en-US" altLang="zh-TW" sz="2800"/>
              <a:t>C++</a:t>
            </a:r>
            <a:r>
              <a:rPr lang="zh-TW" altLang="en-US" sz="2800"/>
              <a:t>所提供的各種基本資料型態</a:t>
            </a:r>
          </a:p>
          <a:p>
            <a:r>
              <a:rPr lang="zh-TW" altLang="en-US" sz="2800"/>
              <a:t>瞭解溢位的發生</a:t>
            </a:r>
          </a:p>
          <a:p>
            <a:r>
              <a:rPr lang="zh-TW" altLang="en-US" sz="2800"/>
              <a:t>學習認識資料型態之間的轉換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46AE8-A2EB-4323-A8F0-D6BDAFE2218B}" type="slidenum">
              <a:rPr lang="en-US" altLang="zh-TW"/>
              <a:pPr/>
              <a:t>2</a:t>
            </a:fld>
            <a:endParaRPr lang="en-US" altLang="zh-TW"/>
          </a:p>
        </p:txBody>
      </p:sp>
      <p:sp>
        <p:nvSpPr>
          <p:cNvPr id="57856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簡單的實例 </a:t>
            </a:r>
          </a:p>
        </p:txBody>
      </p:sp>
      <p:sp>
        <p:nvSpPr>
          <p:cNvPr id="578565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431800" y="1719263"/>
            <a:ext cx="7848600" cy="4410075"/>
          </a:xfrm>
        </p:spPr>
        <p:txBody>
          <a:bodyPr/>
          <a:lstStyle/>
          <a:p>
            <a:r>
              <a:rPr lang="zh-TW" altLang="en-US" sz="2600" dirty="0"/>
              <a:t>變數的使用範例 </a:t>
            </a:r>
          </a:p>
        </p:txBody>
      </p:sp>
      <p:sp>
        <p:nvSpPr>
          <p:cNvPr id="578567" name="AutoShape 7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3.1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變數與常數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3EA2600-9C77-4424-82EE-78DB237A5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612" y="2528900"/>
            <a:ext cx="5096524" cy="3245863"/>
          </a:xfrm>
          <a:prstGeom prst="rect">
            <a:avLst/>
          </a:prstGeom>
        </p:spPr>
      </p:pic>
      <p:sp>
        <p:nvSpPr>
          <p:cNvPr id="7" name="Rectangle 19">
            <a:extLst>
              <a:ext uri="{FF2B5EF4-FFF2-40B4-BE49-F238E27FC236}">
                <a16:creationId xmlns:a16="http://schemas.microsoft.com/office/drawing/2014/main" id="{A7A79FAA-F25E-41B9-BBB6-EB804B753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7178" y="1368852"/>
            <a:ext cx="3085142" cy="858423"/>
          </a:xfrm>
          <a:prstGeom prst="rect">
            <a:avLst/>
          </a:prstGeom>
          <a:solidFill>
            <a:srgbClr val="FFFFCC"/>
          </a:solidFill>
          <a:ln>
            <a:solidFill>
              <a:srgbClr val="9900CC"/>
            </a:solidFill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000" dirty="0"/>
              <a:t>變數：可以更改其內容</a:t>
            </a:r>
          </a:p>
          <a:p>
            <a:r>
              <a:rPr lang="zh-TW" altLang="en-US" sz="2000" dirty="0"/>
              <a:t>常數：</a:t>
            </a:r>
            <a:r>
              <a:rPr lang="zh-TW" altLang="zh-TW" sz="2000" dirty="0"/>
              <a:t>不能更改內容</a:t>
            </a:r>
            <a:endParaRPr lang="zh-TW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2AC7F-4410-4DD3-8390-22399A35EED7}" type="slidenum">
              <a:rPr lang="en-US" altLang="zh-TW"/>
              <a:pPr/>
              <a:t>3</a:t>
            </a:fld>
            <a:endParaRPr lang="en-US" altLang="zh-TW"/>
          </a:p>
        </p:txBody>
      </p:sp>
      <p:sp>
        <p:nvSpPr>
          <p:cNvPr id="579589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431801" y="1628775"/>
            <a:ext cx="7668592" cy="756109"/>
          </a:xfrm>
        </p:spPr>
        <p:txBody>
          <a:bodyPr/>
          <a:lstStyle/>
          <a:p>
            <a:r>
              <a:rPr lang="zh-TW" altLang="en-US" sz="2600" dirty="0"/>
              <a:t>基本資料型態所佔的記憶體空間及範圍 </a:t>
            </a:r>
          </a:p>
          <a:p>
            <a:endParaRPr lang="zh-TW" altLang="en-US" sz="2600" dirty="0"/>
          </a:p>
          <a:p>
            <a:endParaRPr lang="zh-TW" altLang="en-US" sz="2600" dirty="0"/>
          </a:p>
          <a:p>
            <a:endParaRPr lang="zh-TW" altLang="en-US" sz="2600" dirty="0"/>
          </a:p>
          <a:p>
            <a:endParaRPr lang="zh-TW" altLang="en-US" sz="2600" dirty="0"/>
          </a:p>
          <a:p>
            <a:pPr>
              <a:buFont typeface="Wingdings" panose="05000000000000000000" pitchFamily="2" charset="2"/>
              <a:buNone/>
            </a:pPr>
            <a:endParaRPr lang="en-US" altLang="zh-TW" sz="2600" dirty="0"/>
          </a:p>
        </p:txBody>
      </p:sp>
      <p:sp>
        <p:nvSpPr>
          <p:cNvPr id="57958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C++ </a:t>
            </a:r>
            <a:r>
              <a:rPr lang="zh-TW" altLang="en-US"/>
              <a:t>的基本資料型態 </a:t>
            </a:r>
          </a:p>
        </p:txBody>
      </p:sp>
      <p:sp>
        <p:nvSpPr>
          <p:cNvPr id="579622" name="AutoShape 38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3.2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基本資料型態</a:t>
            </a:r>
          </a:p>
        </p:txBody>
      </p:sp>
      <p:pic>
        <p:nvPicPr>
          <p:cNvPr id="579623" name="Picture 3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384884"/>
            <a:ext cx="5198516" cy="2844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8C17D-0023-441D-AC72-32308A367093}" type="slidenum">
              <a:rPr lang="en-US" altLang="zh-TW"/>
              <a:pPr/>
              <a:t>4</a:t>
            </a:fld>
            <a:endParaRPr lang="en-US" altLang="zh-TW"/>
          </a:p>
        </p:txBody>
      </p:sp>
      <p:sp>
        <p:nvSpPr>
          <p:cNvPr id="582660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7543800" cy="688975"/>
          </a:xfrm>
        </p:spPr>
        <p:txBody>
          <a:bodyPr/>
          <a:lstStyle/>
          <a:p>
            <a:r>
              <a:rPr lang="zh-TW" altLang="en-US" dirty="0"/>
              <a:t>整數型態 </a:t>
            </a:r>
            <a:endParaRPr lang="en-US" altLang="zh-TW" dirty="0"/>
          </a:p>
        </p:txBody>
      </p:sp>
      <p:sp>
        <p:nvSpPr>
          <p:cNvPr id="582691" name="Rectangle 35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946742"/>
            <a:ext cx="5806988" cy="3603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TW" altLang="en-US" sz="2600" dirty="0"/>
              <a:t>印出各種型態所佔用的位元組長度</a:t>
            </a:r>
          </a:p>
        </p:txBody>
      </p:sp>
      <p:sp>
        <p:nvSpPr>
          <p:cNvPr id="582694" name="AutoShape 38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3.2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基本資料型態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86" y="1412473"/>
            <a:ext cx="4183755" cy="5435588"/>
          </a:xfrm>
          <a:prstGeom prst="rect">
            <a:avLst/>
          </a:prstGeom>
        </p:spPr>
      </p:pic>
      <p:sp>
        <p:nvSpPr>
          <p:cNvPr id="7" name="Rectangle 19">
            <a:extLst>
              <a:ext uri="{FF2B5EF4-FFF2-40B4-BE49-F238E27FC236}">
                <a16:creationId xmlns:a16="http://schemas.microsoft.com/office/drawing/2014/main" id="{6321A91F-BDCD-4DA3-8272-4CB9D7E7C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7760" y="1683077"/>
            <a:ext cx="4392488" cy="2067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000" dirty="0"/>
              <a:t>宣告變數</a:t>
            </a:r>
            <a:r>
              <a:rPr lang="en-US" altLang="zh-TW" sz="2000" dirty="0"/>
              <a:t>sum</a:t>
            </a:r>
            <a:r>
              <a:rPr lang="zh-TW" altLang="en-US" sz="2000" dirty="0"/>
              <a:t>為短整數的語法：</a:t>
            </a:r>
          </a:p>
          <a:p>
            <a:endParaRPr lang="zh-TW" altLang="en-US" sz="2000" dirty="0"/>
          </a:p>
          <a:p>
            <a:r>
              <a:rPr lang="zh-TW" altLang="en-US" sz="2000" dirty="0"/>
              <a:t>宣告變數</a:t>
            </a:r>
            <a:r>
              <a:rPr lang="en-US" altLang="zh-TW" sz="2000" dirty="0"/>
              <a:t>num</a:t>
            </a:r>
            <a:r>
              <a:rPr lang="zh-TW" altLang="en-US" sz="2000" dirty="0"/>
              <a:t>為無號整數的語法： </a:t>
            </a:r>
          </a:p>
        </p:txBody>
      </p:sp>
      <p:pic>
        <p:nvPicPr>
          <p:cNvPr id="9" name="Picture 21">
            <a:extLst>
              <a:ext uri="{FF2B5EF4-FFF2-40B4-BE49-F238E27FC236}">
                <a16:creationId xmlns:a16="http://schemas.microsoft.com/office/drawing/2014/main" id="{3503B1F3-A193-4FC0-80C3-1D68B91D23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426" b="-15626"/>
          <a:stretch/>
        </p:blipFill>
        <p:spPr bwMode="auto">
          <a:xfrm>
            <a:off x="5345024" y="2201875"/>
            <a:ext cx="2340434" cy="352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2">
            <a:extLst>
              <a:ext uri="{FF2B5EF4-FFF2-40B4-BE49-F238E27FC236}">
                <a16:creationId xmlns:a16="http://schemas.microsoft.com/office/drawing/2014/main" id="{B03A4FF1-7985-4F36-835E-9F8011EB1B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821"/>
          <a:stretch/>
        </p:blipFill>
        <p:spPr bwMode="auto">
          <a:xfrm>
            <a:off x="5345024" y="3145845"/>
            <a:ext cx="2556458" cy="352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70D147F1-5B7C-45EB-96ED-CF7392DD5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86" y="2377295"/>
            <a:ext cx="5568070" cy="3499176"/>
          </a:xfrm>
          <a:prstGeom prst="rect">
            <a:avLst/>
          </a:prstGeom>
        </p:spPr>
      </p:pic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51D3B-57FE-4A19-A128-93B7567DC54A}" type="slidenum">
              <a:rPr lang="en-US" altLang="zh-TW"/>
              <a:pPr/>
              <a:t>5</a:t>
            </a:fld>
            <a:endParaRPr lang="en-US" altLang="zh-TW"/>
          </a:p>
        </p:txBody>
      </p:sp>
      <p:sp>
        <p:nvSpPr>
          <p:cNvPr id="67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整數資料型態的溢位 </a:t>
            </a:r>
          </a:p>
        </p:txBody>
      </p:sp>
      <p:sp>
        <p:nvSpPr>
          <p:cNvPr id="67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665162"/>
          </a:xfrm>
        </p:spPr>
        <p:txBody>
          <a:bodyPr/>
          <a:lstStyle/>
          <a:p>
            <a:r>
              <a:rPr lang="zh-TW" altLang="en-US" sz="2600"/>
              <a:t>下面的程式範例可用來瞭解溢位的發生情形 </a:t>
            </a:r>
          </a:p>
        </p:txBody>
      </p:sp>
      <p:sp>
        <p:nvSpPr>
          <p:cNvPr id="679950" name="AutoShape 14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3.2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基本資料型態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5460" y="4835918"/>
            <a:ext cx="3655480" cy="18569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FA9D4-028A-4067-8378-F56EA560796C}" type="slidenum">
              <a:rPr lang="en-US" altLang="zh-TW"/>
              <a:pPr/>
              <a:t>6</a:t>
            </a:fld>
            <a:endParaRPr lang="en-US" altLang="zh-TW"/>
          </a:p>
        </p:txBody>
      </p:sp>
      <p:sp>
        <p:nvSpPr>
          <p:cNvPr id="58368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字元型態 </a:t>
            </a:r>
            <a:r>
              <a:rPr lang="en-US" altLang="zh-TW"/>
              <a:t>(1/4)</a:t>
            </a:r>
          </a:p>
        </p:txBody>
      </p:sp>
      <p:sp>
        <p:nvSpPr>
          <p:cNvPr id="583685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4481512"/>
          </a:xfrm>
        </p:spPr>
        <p:txBody>
          <a:bodyPr/>
          <a:lstStyle/>
          <a:p>
            <a:pPr marL="495300" indent="-495300"/>
            <a:r>
              <a:rPr lang="zh-TW" altLang="en-US" sz="2600"/>
              <a:t>字元型態佔有</a:t>
            </a:r>
            <a:r>
              <a:rPr lang="en-US" altLang="zh-TW" sz="2600"/>
              <a:t>1</a:t>
            </a:r>
            <a:r>
              <a:rPr lang="zh-TW" altLang="en-US" sz="2600"/>
              <a:t>個位元組（</a:t>
            </a:r>
            <a:r>
              <a:rPr lang="en-US" altLang="zh-TW" sz="2600"/>
              <a:t>byte</a:t>
            </a:r>
            <a:r>
              <a:rPr lang="zh-TW" altLang="en-US" sz="2600"/>
              <a:t>）。</a:t>
            </a:r>
          </a:p>
          <a:p>
            <a:pPr marL="495300" indent="-495300"/>
            <a:r>
              <a:rPr lang="zh-TW" altLang="en-US" sz="2600"/>
              <a:t> 宣告某個字元變數並設值，可利用下面的語法：</a:t>
            </a:r>
          </a:p>
          <a:p>
            <a:pPr marL="495300" indent="-495300"/>
            <a:endParaRPr lang="zh-TW" altLang="en-US" sz="2600"/>
          </a:p>
          <a:p>
            <a:pPr marL="495300" indent="-495300"/>
            <a:endParaRPr lang="zh-TW" altLang="en-US" sz="2600"/>
          </a:p>
          <a:p>
            <a:pPr marL="495300" indent="-495300"/>
            <a:r>
              <a:rPr lang="zh-TW" altLang="en-US" sz="2600"/>
              <a:t>在宣告的同時便設定初值： </a:t>
            </a:r>
          </a:p>
          <a:p>
            <a:pPr marL="763588" lvl="1" indent="-419100">
              <a:buFont typeface="Wingdings" panose="05000000000000000000" pitchFamily="2" charset="2"/>
              <a:buNone/>
            </a:pPr>
            <a:endParaRPr lang="en-US" altLang="zh-TW" sz="2200"/>
          </a:p>
        </p:txBody>
      </p:sp>
      <p:sp>
        <p:nvSpPr>
          <p:cNvPr id="583828" name="AutoShape 148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3.2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基本資料型態</a:t>
            </a:r>
          </a:p>
        </p:txBody>
      </p:sp>
      <p:pic>
        <p:nvPicPr>
          <p:cNvPr id="583829" name="Picture 14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8425" y="3033713"/>
            <a:ext cx="6086475" cy="735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83830" name="Picture 15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4833938"/>
            <a:ext cx="7459662" cy="149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78CE8-06A3-4CF8-BF5B-9C67446BEACD}" type="slidenum">
              <a:rPr lang="en-US" altLang="zh-TW"/>
              <a:pPr/>
              <a:t>7</a:t>
            </a:fld>
            <a:endParaRPr lang="en-US" altLang="zh-TW"/>
          </a:p>
        </p:txBody>
      </p:sp>
      <p:sp>
        <p:nvSpPr>
          <p:cNvPr id="584716" name="Rectangle 12"/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1736725"/>
            <a:ext cx="7740650" cy="647700"/>
          </a:xfrm>
          <a:noFill/>
          <a:ln/>
        </p:spPr>
        <p:txBody>
          <a:bodyPr/>
          <a:lstStyle/>
          <a:p>
            <a:r>
              <a:rPr lang="zh-TW" altLang="en-US" sz="2600"/>
              <a:t>下面的程式，分別以不同的格式來列印字元</a:t>
            </a:r>
            <a:r>
              <a:rPr lang="en-US" altLang="zh-TW" sz="2600"/>
              <a:t>h</a:t>
            </a:r>
            <a:r>
              <a:rPr lang="zh-TW" altLang="en-US" sz="2600"/>
              <a:t>： </a:t>
            </a:r>
          </a:p>
        </p:txBody>
      </p:sp>
      <p:sp>
        <p:nvSpPr>
          <p:cNvPr id="58470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字元型態 </a:t>
            </a:r>
            <a:r>
              <a:rPr lang="en-US" altLang="zh-TW"/>
              <a:t>(2/4)</a:t>
            </a:r>
          </a:p>
        </p:txBody>
      </p:sp>
      <p:sp>
        <p:nvSpPr>
          <p:cNvPr id="584724" name="AutoShape 20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3.2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基本資料型態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290" y="2384425"/>
            <a:ext cx="6099383" cy="31328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BD8BF-6B5D-4D83-8D52-D38F1F20F116}" type="slidenum">
              <a:rPr lang="en-US" altLang="zh-TW"/>
              <a:pPr/>
              <a:t>8</a:t>
            </a:fld>
            <a:endParaRPr lang="en-US" altLang="zh-TW"/>
          </a:p>
        </p:txBody>
      </p:sp>
      <p:sp>
        <p:nvSpPr>
          <p:cNvPr id="58573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字元型態 </a:t>
            </a:r>
            <a:r>
              <a:rPr lang="en-US" altLang="zh-TW"/>
              <a:t>(3/4)</a:t>
            </a:r>
          </a:p>
        </p:txBody>
      </p:sp>
      <p:sp>
        <p:nvSpPr>
          <p:cNvPr id="585733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522287"/>
          </a:xfrm>
        </p:spPr>
        <p:txBody>
          <a:bodyPr/>
          <a:lstStyle/>
          <a:p>
            <a:r>
              <a:rPr lang="zh-TW" altLang="en-US" sz="2600"/>
              <a:t>把字元變數以相對應的</a:t>
            </a:r>
            <a:r>
              <a:rPr lang="en-US" altLang="zh-TW" sz="2600"/>
              <a:t>ASCII</a:t>
            </a:r>
            <a:r>
              <a:rPr lang="zh-TW" altLang="en-US" sz="2600"/>
              <a:t>碼列印出來 </a:t>
            </a:r>
          </a:p>
        </p:txBody>
      </p:sp>
      <p:sp>
        <p:nvSpPr>
          <p:cNvPr id="585746" name="AutoShape 18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3.2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基本資料型態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65" y="2370292"/>
            <a:ext cx="5715667" cy="29538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5F7EF-7715-429F-BC96-E80DDECA5C61}" type="slidenum">
              <a:rPr lang="en-US" altLang="zh-TW"/>
              <a:pPr/>
              <a:t>9</a:t>
            </a:fld>
            <a:endParaRPr lang="en-US" altLang="zh-TW"/>
          </a:p>
        </p:txBody>
      </p:sp>
      <p:sp>
        <p:nvSpPr>
          <p:cNvPr id="5867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字元型態 </a:t>
            </a:r>
            <a:r>
              <a:rPr lang="en-US" altLang="zh-TW"/>
              <a:t>(4/4)</a:t>
            </a:r>
          </a:p>
        </p:txBody>
      </p:sp>
      <p:sp>
        <p:nvSpPr>
          <p:cNvPr id="586778" name="Rectangle 26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1736725"/>
            <a:ext cx="7848600" cy="863600"/>
          </a:xfrm>
          <a:noFill/>
          <a:ln/>
        </p:spPr>
        <p:txBody>
          <a:bodyPr/>
          <a:lstStyle/>
          <a:p>
            <a:r>
              <a:rPr lang="zh-TW" altLang="en-US" sz="2600"/>
              <a:t>列印超過字元型態可表示範圍的例子： </a:t>
            </a:r>
          </a:p>
        </p:txBody>
      </p:sp>
      <p:sp>
        <p:nvSpPr>
          <p:cNvPr id="586789" name="AutoShape 37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3.2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基本資料型態</a:t>
            </a:r>
          </a:p>
        </p:txBody>
      </p:sp>
      <p:pic>
        <p:nvPicPr>
          <p:cNvPr id="586792" name="Picture 4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838" y="5229225"/>
            <a:ext cx="4332287" cy="1493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74" y="2436813"/>
            <a:ext cx="5581634" cy="25403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7B3F3-6905-4E2E-9B58-E55A3E91446A}" type="slidenum">
              <a:rPr lang="en-US" altLang="zh-TW"/>
              <a:pPr/>
              <a:t>10</a:t>
            </a:fld>
            <a:endParaRPr lang="en-US" altLang="zh-TW"/>
          </a:p>
        </p:txBody>
      </p:sp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跳脫字元與跳脫序列 </a:t>
            </a:r>
            <a:r>
              <a:rPr lang="en-US" altLang="zh-TW" dirty="0"/>
              <a:t>(1/2)</a:t>
            </a:r>
          </a:p>
        </p:txBody>
      </p:sp>
      <p:sp>
        <p:nvSpPr>
          <p:cNvPr id="68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/>
              <a:t>下面的程式是列印跳脫字元： </a:t>
            </a:r>
          </a:p>
        </p:txBody>
      </p:sp>
      <p:sp>
        <p:nvSpPr>
          <p:cNvPr id="687108" name="AutoShape 4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3.2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基本資料型態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532" y="2448930"/>
            <a:ext cx="5981507" cy="2952328"/>
          </a:xfrm>
          <a:prstGeom prst="rect">
            <a:avLst/>
          </a:prstGeom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66B40BB5-28B5-4271-98F6-E39843875B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0521" y="3395591"/>
            <a:ext cx="5401035" cy="2307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86AE9764-B957-4C37-8C05-3D0B06C15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956" y="5708579"/>
            <a:ext cx="4251785" cy="844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000" dirty="0"/>
              <a:t>反斜線「</a:t>
            </a:r>
            <a:r>
              <a:rPr lang="en-US" altLang="zh-TW" sz="2000" dirty="0"/>
              <a:t>\</a:t>
            </a:r>
            <a:r>
              <a:rPr lang="zh-TW" altLang="en-US" sz="2000" dirty="0"/>
              <a:t>」稱為跳脫字元 </a:t>
            </a:r>
          </a:p>
          <a:p>
            <a:r>
              <a:rPr lang="zh-TW" altLang="en-US" sz="2000" dirty="0"/>
              <a:t>「</a:t>
            </a:r>
            <a:r>
              <a:rPr lang="en-US" altLang="zh-TW" sz="2000" dirty="0"/>
              <a:t>\</a:t>
            </a:r>
            <a:r>
              <a:rPr lang="zh-TW" altLang="en-US" sz="2000" dirty="0"/>
              <a:t>」加上控制碼，稱為跳脫序列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57F63-E9CA-45AB-AED3-C2CE9A585C27}" type="slidenum">
              <a:rPr lang="en-US" altLang="zh-TW"/>
              <a:pPr/>
              <a:t>11</a:t>
            </a:fld>
            <a:endParaRPr lang="en-US" altLang="zh-TW"/>
          </a:p>
        </p:txBody>
      </p:sp>
      <p:sp>
        <p:nvSpPr>
          <p:cNvPr id="68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跳脫字元與跳脫序列 </a:t>
            </a:r>
            <a:r>
              <a:rPr lang="en-US" altLang="zh-TW" dirty="0"/>
              <a:t>(2/2)</a:t>
            </a:r>
          </a:p>
        </p:txBody>
      </p:sp>
      <p:sp>
        <p:nvSpPr>
          <p:cNvPr id="68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/>
              <a:t>再舉一個例子來說明跳脫序列的應用：</a:t>
            </a:r>
          </a:p>
        </p:txBody>
      </p:sp>
      <p:sp>
        <p:nvSpPr>
          <p:cNvPr id="686084" name="AutoShape 4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3.2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基本資料型態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89" y="2423824"/>
            <a:ext cx="6356415" cy="270748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229DD-25CA-40CC-B10D-96DF9E56C3F1}" type="slidenum">
              <a:rPr lang="en-US" altLang="zh-TW"/>
              <a:pPr/>
              <a:t>12</a:t>
            </a:fld>
            <a:endParaRPr lang="en-US" altLang="zh-TW"/>
          </a:p>
        </p:txBody>
      </p:sp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浮點數與倍精度浮點數型態 </a:t>
            </a:r>
            <a:r>
              <a:rPr lang="en-US" altLang="zh-TW"/>
              <a:t>(1/2)</a:t>
            </a:r>
          </a:p>
        </p:txBody>
      </p:sp>
      <p:sp>
        <p:nvSpPr>
          <p:cNvPr id="68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400"/>
              <a:t>浮點數佔</a:t>
            </a:r>
            <a:r>
              <a:rPr lang="en-US" altLang="zh-TW" sz="2400"/>
              <a:t>4</a:t>
            </a:r>
            <a:r>
              <a:rPr lang="zh-TW" altLang="en-US" sz="2400"/>
              <a:t>個位元組，有效範圍為</a:t>
            </a:r>
            <a:r>
              <a:rPr lang="en-US" altLang="zh-TW" sz="2400"/>
              <a:t>1.2e-38</a:t>
            </a:r>
            <a:r>
              <a:rPr lang="zh-TW" altLang="en-US" sz="2400"/>
              <a:t>到</a:t>
            </a:r>
            <a:r>
              <a:rPr lang="en-US" altLang="zh-TW" sz="2400"/>
              <a:t>3.4e38</a:t>
            </a:r>
          </a:p>
          <a:p>
            <a:r>
              <a:rPr lang="en-US" altLang="zh-TW" sz="2400"/>
              <a:t> </a:t>
            </a:r>
            <a:r>
              <a:rPr lang="zh-TW" altLang="en-US" sz="2400"/>
              <a:t>倍精度浮點數佔</a:t>
            </a:r>
            <a:r>
              <a:rPr lang="en-US" altLang="zh-TW" sz="2400"/>
              <a:t>8</a:t>
            </a:r>
            <a:r>
              <a:rPr lang="zh-TW" altLang="en-US" sz="2400"/>
              <a:t>個位元組，範圍從</a:t>
            </a:r>
            <a:r>
              <a:rPr lang="en-US" altLang="zh-TW" sz="2400"/>
              <a:t>2.2e-308</a:t>
            </a:r>
            <a:r>
              <a:rPr lang="zh-TW" altLang="en-US" sz="2400"/>
              <a:t>到</a:t>
            </a:r>
            <a:r>
              <a:rPr lang="en-US" altLang="zh-TW" sz="2400"/>
              <a:t>1.8e308</a:t>
            </a:r>
          </a:p>
          <a:p>
            <a:r>
              <a:rPr lang="en-US" altLang="zh-TW" sz="2400"/>
              <a:t> </a:t>
            </a:r>
            <a:r>
              <a:rPr lang="zh-TW" altLang="en-US" sz="2400"/>
              <a:t>下面是浮點數宣告的範例：</a:t>
            </a:r>
          </a:p>
        </p:txBody>
      </p:sp>
      <p:sp>
        <p:nvSpPr>
          <p:cNvPr id="685060" name="AutoShape 4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3.2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基本資料型態</a:t>
            </a:r>
          </a:p>
        </p:txBody>
      </p:sp>
      <p:pic>
        <p:nvPicPr>
          <p:cNvPr id="68506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612" y="3436948"/>
            <a:ext cx="6444543" cy="2419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F3AAC-18E5-4F61-87B4-F0D5F8726353}" type="slidenum">
              <a:rPr lang="en-US" altLang="zh-TW"/>
              <a:pPr/>
              <a:t>13</a:t>
            </a:fld>
            <a:endParaRPr lang="en-US" altLang="zh-TW"/>
          </a:p>
        </p:txBody>
      </p:sp>
      <p:sp>
        <p:nvSpPr>
          <p:cNvPr id="68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浮點數與倍精度浮點數型態 </a:t>
            </a:r>
            <a:r>
              <a:rPr lang="en-US" altLang="zh-TW"/>
              <a:t>(2/2)</a:t>
            </a:r>
          </a:p>
        </p:txBody>
      </p:sp>
      <p:sp>
        <p:nvSpPr>
          <p:cNvPr id="68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/>
              <a:t>下面的範例是將浮點數列印到螢幕上： </a:t>
            </a:r>
          </a:p>
        </p:txBody>
      </p:sp>
      <p:sp>
        <p:nvSpPr>
          <p:cNvPr id="684036" name="AutoShape 4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3.2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基本資料型態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469674B-EF29-4898-9C32-875D09E4D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04" y="2528900"/>
            <a:ext cx="6321667" cy="28034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A076-98E2-48AF-867C-A36F5F66B7CF}" type="slidenum">
              <a:rPr lang="en-US" altLang="zh-TW"/>
              <a:pPr/>
              <a:t>14</a:t>
            </a:fld>
            <a:endParaRPr lang="en-US" altLang="zh-TW"/>
          </a:p>
        </p:txBody>
      </p:sp>
      <p:sp>
        <p:nvSpPr>
          <p:cNvPr id="68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50478"/>
          </a:xfrm>
        </p:spPr>
        <p:txBody>
          <a:bodyPr/>
          <a:lstStyle/>
          <a:p>
            <a:r>
              <a:rPr lang="zh-TW" altLang="en-US" dirty="0"/>
              <a:t>布林型態</a:t>
            </a:r>
            <a:endParaRPr lang="en-US" altLang="zh-TW" dirty="0"/>
          </a:p>
        </p:txBody>
      </p:sp>
      <p:sp>
        <p:nvSpPr>
          <p:cNvPr id="68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7185"/>
            <a:ext cx="8399463" cy="4411662"/>
          </a:xfrm>
        </p:spPr>
        <p:txBody>
          <a:bodyPr/>
          <a:lstStyle/>
          <a:p>
            <a:r>
              <a:rPr lang="zh-TW" altLang="en-US" sz="2400" dirty="0"/>
              <a:t>布林型態的變數，只有</a:t>
            </a:r>
            <a:r>
              <a:rPr lang="en-US" altLang="zh-TW" sz="2400" dirty="0"/>
              <a:t>true</a:t>
            </a:r>
            <a:r>
              <a:rPr lang="zh-TW" altLang="en-US" sz="2400" dirty="0"/>
              <a:t>（真）和</a:t>
            </a:r>
            <a:r>
              <a:rPr lang="en-US" altLang="zh-TW" sz="2400" dirty="0"/>
              <a:t>false</a:t>
            </a:r>
            <a:r>
              <a:rPr lang="zh-TW" altLang="en-US" sz="2400" dirty="0"/>
              <a:t>（假）兩種</a:t>
            </a:r>
          </a:p>
          <a:p>
            <a:r>
              <a:rPr lang="zh-TW" altLang="en-US" sz="2400" dirty="0"/>
              <a:t> 布林型態的變數，其值只能是</a:t>
            </a:r>
            <a:r>
              <a:rPr lang="en-US" altLang="zh-TW" sz="2400" dirty="0"/>
              <a:t>1</a:t>
            </a:r>
            <a:r>
              <a:rPr lang="zh-TW" altLang="en-US" sz="2400" dirty="0"/>
              <a:t>（</a:t>
            </a:r>
            <a:r>
              <a:rPr lang="en-US" altLang="zh-TW" sz="2400" dirty="0"/>
              <a:t>true</a:t>
            </a:r>
            <a:r>
              <a:rPr lang="zh-TW" altLang="en-US" sz="2400" dirty="0"/>
              <a:t>）或</a:t>
            </a:r>
            <a:r>
              <a:rPr lang="en-US" altLang="zh-TW" sz="2400" dirty="0"/>
              <a:t>0</a:t>
            </a:r>
            <a:r>
              <a:rPr lang="zh-TW" altLang="en-US" sz="2400" dirty="0"/>
              <a:t>（</a:t>
            </a:r>
            <a:r>
              <a:rPr lang="en-US" altLang="zh-TW" sz="2400" dirty="0"/>
              <a:t>false</a:t>
            </a:r>
            <a:r>
              <a:rPr lang="zh-TW" altLang="en-US" sz="2400" dirty="0"/>
              <a:t>）</a:t>
            </a:r>
          </a:p>
          <a:p>
            <a:r>
              <a:rPr lang="zh-TW" altLang="en-US" sz="2400" dirty="0"/>
              <a:t> 宣告布林變數</a:t>
            </a:r>
            <a:r>
              <a:rPr lang="en-US" altLang="zh-TW" sz="2400" dirty="0"/>
              <a:t>status</a:t>
            </a:r>
            <a:r>
              <a:rPr lang="zh-TW" altLang="en-US" sz="2400" dirty="0"/>
              <a:t>，並設值為</a:t>
            </a:r>
            <a:r>
              <a:rPr lang="en-US" altLang="zh-TW" sz="2400" dirty="0"/>
              <a:t>false</a:t>
            </a:r>
            <a:r>
              <a:rPr lang="zh-TW" altLang="en-US" sz="2400" dirty="0"/>
              <a:t>，可寫出如下的敘述：</a:t>
            </a:r>
          </a:p>
          <a:p>
            <a:pPr lvl="1">
              <a:buFont typeface="Wingdings" panose="05000000000000000000" pitchFamily="2" charset="2"/>
              <a:buNone/>
            </a:pPr>
            <a:endParaRPr lang="zh-TW" altLang="en-US" sz="2400" dirty="0"/>
          </a:p>
          <a:p>
            <a:pPr>
              <a:buFont typeface="Wingdings" panose="05000000000000000000" pitchFamily="2" charset="2"/>
              <a:buNone/>
            </a:pPr>
            <a:r>
              <a:rPr lang="zh-TW" altLang="en-US" sz="2600" dirty="0"/>
              <a:t>	 </a:t>
            </a:r>
            <a:r>
              <a:rPr lang="zh-TW" altLang="en-US" sz="2400" dirty="0"/>
              <a:t>或者是</a:t>
            </a:r>
          </a:p>
        </p:txBody>
      </p:sp>
      <p:sp>
        <p:nvSpPr>
          <p:cNvPr id="683012" name="AutoShape 4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3.2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基本資料型態</a:t>
            </a:r>
          </a:p>
        </p:txBody>
      </p:sp>
      <p:pic>
        <p:nvPicPr>
          <p:cNvPr id="68301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063" y="2848638"/>
            <a:ext cx="7559675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8301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063" y="3853787"/>
            <a:ext cx="1733550" cy="291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9B9432F-DD25-4BEE-BFE6-C8542BEA2C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9812" y="3517535"/>
            <a:ext cx="5495707" cy="29700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5FAEE-4369-48BB-A5FF-CDAA36FD13C3}" type="slidenum">
              <a:rPr lang="en-US" altLang="zh-TW"/>
              <a:pPr/>
              <a:t>15</a:t>
            </a:fld>
            <a:endParaRPr lang="en-US" altLang="zh-TW"/>
          </a:p>
        </p:txBody>
      </p:sp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859461"/>
          </a:xfrm>
        </p:spPr>
        <p:txBody>
          <a:bodyPr/>
          <a:lstStyle/>
          <a:p>
            <a:r>
              <a:rPr lang="zh-TW" altLang="en-US" dirty="0"/>
              <a:t>輸入整數 </a:t>
            </a:r>
            <a:r>
              <a:rPr lang="en-US" altLang="zh-TW" dirty="0"/>
              <a:t>(1/2)</a:t>
            </a:r>
          </a:p>
        </p:txBody>
      </p:sp>
      <p:sp>
        <p:nvSpPr>
          <p:cNvPr id="69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7194"/>
            <a:ext cx="8229600" cy="4411662"/>
          </a:xfrm>
        </p:spPr>
        <p:txBody>
          <a:bodyPr/>
          <a:lstStyle/>
          <a:p>
            <a:r>
              <a:rPr lang="zh-TW" altLang="en-US" sz="2600" dirty="0"/>
              <a:t>由鍵盤中讀取一整數值，並指定給變數</a:t>
            </a:r>
            <a:r>
              <a:rPr lang="en-US" altLang="zh-TW" sz="2600" dirty="0"/>
              <a:t>num</a:t>
            </a:r>
            <a:r>
              <a:rPr lang="zh-TW" altLang="en-US" sz="2600" dirty="0"/>
              <a:t>存放：</a:t>
            </a:r>
          </a:p>
          <a:p>
            <a:endParaRPr lang="zh-TW" altLang="en-US" sz="2600" dirty="0"/>
          </a:p>
          <a:p>
            <a:r>
              <a:rPr lang="zh-TW" altLang="en-US" sz="2600" dirty="0"/>
              <a:t>使用</a:t>
            </a:r>
            <a:r>
              <a:rPr lang="en-US" altLang="zh-TW" sz="2600" dirty="0" err="1"/>
              <a:t>cin</a:t>
            </a:r>
            <a:r>
              <a:rPr lang="zh-TW" altLang="en-US" sz="2600" dirty="0"/>
              <a:t>前，可利用</a:t>
            </a:r>
            <a:r>
              <a:rPr lang="en-US" altLang="zh-TW" sz="2600" dirty="0" err="1"/>
              <a:t>cout</a:t>
            </a:r>
            <a:r>
              <a:rPr lang="zh-TW" altLang="en-US" sz="2600" dirty="0"/>
              <a:t>輸出一個提示訊息： </a:t>
            </a:r>
          </a:p>
        </p:txBody>
      </p:sp>
      <p:sp>
        <p:nvSpPr>
          <p:cNvPr id="691204" name="AutoShape 4" descr="橡樹"/>
          <p:cNvSpPr>
            <a:spLocks noChangeArrowheads="1"/>
          </p:cNvSpPr>
          <p:nvPr/>
        </p:nvSpPr>
        <p:spPr bwMode="auto">
          <a:xfrm>
            <a:off x="5976938" y="260350"/>
            <a:ext cx="1835150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3.3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輸入資料</a:t>
            </a:r>
            <a:endParaRPr lang="zh-TW" altLang="en-US">
              <a:ea typeface="華康細圓體" panose="020F0309000000000000" pitchFamily="49" charset="-120"/>
            </a:endParaRPr>
          </a:p>
        </p:txBody>
      </p:sp>
      <p:pic>
        <p:nvPicPr>
          <p:cNvPr id="69120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063" y="1870449"/>
            <a:ext cx="7261225" cy="312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9120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062624"/>
            <a:ext cx="8243887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D4F3266-83E3-4509-A1A4-E89CE1CE5E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868" y="3795756"/>
            <a:ext cx="5796645" cy="297063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F036D4-7D82-4F40-8387-6DE49FC74F63}" type="slidenum">
              <a:rPr lang="en-US" altLang="zh-TW"/>
              <a:pPr/>
              <a:t>16</a:t>
            </a:fld>
            <a:endParaRPr lang="en-US" altLang="zh-TW"/>
          </a:p>
        </p:txBody>
      </p:sp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輸入整數 </a:t>
            </a:r>
            <a:r>
              <a:rPr lang="en-US" altLang="zh-TW"/>
              <a:t>(2/2)</a:t>
            </a:r>
            <a:endParaRPr lang="en-US" altLang="zh-TW" dirty="0"/>
          </a:p>
        </p:txBody>
      </p:sp>
      <p:sp>
        <p:nvSpPr>
          <p:cNvPr id="68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2600"/>
              <a:t>下面的程式是由鍵盤輸入</a:t>
            </a:r>
            <a:r>
              <a:rPr lang="en-US" altLang="zh-TW" sz="2600"/>
              <a:t>2</a:t>
            </a:r>
            <a:r>
              <a:rPr lang="zh-TW" altLang="en-US" sz="2600"/>
              <a:t>個整數，再將它們相加 </a:t>
            </a:r>
          </a:p>
        </p:txBody>
      </p:sp>
      <p:sp>
        <p:nvSpPr>
          <p:cNvPr id="689157" name="AutoShape 5" descr="橡樹"/>
          <p:cNvSpPr>
            <a:spLocks noChangeArrowheads="1"/>
          </p:cNvSpPr>
          <p:nvPr/>
        </p:nvSpPr>
        <p:spPr bwMode="auto">
          <a:xfrm>
            <a:off x="5976938" y="260350"/>
            <a:ext cx="1835150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3.3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輸入資料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2387837"/>
            <a:ext cx="6239747" cy="386056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0C6D5-C0A0-4229-9FDC-9B1AF623899F}" type="slidenum">
              <a:rPr lang="en-US" altLang="zh-TW"/>
              <a:pPr/>
              <a:t>17</a:t>
            </a:fld>
            <a:endParaRPr lang="en-US" altLang="zh-TW"/>
          </a:p>
        </p:txBody>
      </p:sp>
      <p:sp>
        <p:nvSpPr>
          <p:cNvPr id="387076" name="WordArt 4"/>
          <p:cNvSpPr>
            <a:spLocks noChangeArrowheads="1" noChangeShapeType="1" noTextEdit="1"/>
          </p:cNvSpPr>
          <p:nvPr/>
        </p:nvSpPr>
        <p:spPr bwMode="auto">
          <a:xfrm>
            <a:off x="1979613" y="2924175"/>
            <a:ext cx="4321175" cy="10810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Font typeface="Wingdings" panose="05000000000000000000" pitchFamily="2" charset="2"/>
              <a:buNone/>
            </a:pPr>
            <a:r>
              <a:rPr lang="en-US" altLang="zh-TW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Comic Sans MS" panose="030F0702030302020204" pitchFamily="66" charset="0"/>
              </a:rPr>
              <a:t>-The End-</a:t>
            </a:r>
            <a:endParaRPr lang="zh-TW" altLang="en-US" sz="3600" kern="10">
              <a:ln w="12700">
                <a:solidFill>
                  <a:srgbClr val="EAEAEA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default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default">
      <a:majorFont>
        <a:latin typeface="Times New Roman"/>
        <a:ea typeface="華康細圓體"/>
        <a:cs typeface=""/>
      </a:majorFont>
      <a:minorFont>
        <a:latin typeface="Times New Roman"/>
        <a:ea typeface="華康細圓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4081</TotalTime>
  <Words>511</Words>
  <Application>Microsoft Office PowerPoint</Application>
  <PresentationFormat>如螢幕大小 (4:3)</PresentationFormat>
  <Paragraphs>91</Paragraphs>
  <Slides>17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2" baseType="lpstr">
      <vt:lpstr>Times New Roman</vt:lpstr>
      <vt:lpstr>Comic Sans MS</vt:lpstr>
      <vt:lpstr>Wingdings</vt:lpstr>
      <vt:lpstr>Arial</vt:lpstr>
      <vt:lpstr>default</vt:lpstr>
      <vt:lpstr>第三章 變數與資料處理 </vt:lpstr>
      <vt:lpstr>簡單的實例 </vt:lpstr>
      <vt:lpstr>C++ 的基本資料型態 </vt:lpstr>
      <vt:lpstr>整數型態 </vt:lpstr>
      <vt:lpstr>整數資料型態的溢位 </vt:lpstr>
      <vt:lpstr>字元型態 (1/4)</vt:lpstr>
      <vt:lpstr>字元型態 (2/4)</vt:lpstr>
      <vt:lpstr>字元型態 (3/4)</vt:lpstr>
      <vt:lpstr>字元型態 (4/4)</vt:lpstr>
      <vt:lpstr>跳脫字元與跳脫序列 (1/2)</vt:lpstr>
      <vt:lpstr>跳脫字元與跳脫序列 (2/2)</vt:lpstr>
      <vt:lpstr>浮點數與倍精度浮點數型態 (1/2)</vt:lpstr>
      <vt:lpstr>浮點數與倍精度浮點數型態 (2/2)</vt:lpstr>
      <vt:lpstr>布林型態</vt:lpstr>
      <vt:lpstr>輸入整數 (1/2)</vt:lpstr>
      <vt:lpstr>輸入整數 (2/2)</vt:lpstr>
      <vt:lpstr>PowerPoint 簡報</vt:lpstr>
    </vt:vector>
  </TitlesOfParts>
  <Company>My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認識C語言</dc:title>
  <dc:creator>Customer</dc:creator>
  <cp:lastModifiedBy>Eclair Chen</cp:lastModifiedBy>
  <cp:revision>156</cp:revision>
  <cp:lastPrinted>1601-01-01T00:00:00Z</cp:lastPrinted>
  <dcterms:created xsi:type="dcterms:W3CDTF">2007-03-13T09:49:44Z</dcterms:created>
  <dcterms:modified xsi:type="dcterms:W3CDTF">2024-10-31T04:12:35Z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3</vt:i4>
  </property>
</Properties>
</file>