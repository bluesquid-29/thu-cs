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</p:sldMasterIdLst>
  <p:notesMasterIdLst>
    <p:notesMasterId r:id="rId21"/>
  </p:notesMasterIdLst>
  <p:handoutMasterIdLst>
    <p:handoutMasterId r:id="rId22"/>
  </p:handoutMasterIdLst>
  <p:sldIdLst>
    <p:sldId id="256" r:id="rId2"/>
    <p:sldId id="304" r:id="rId3"/>
    <p:sldId id="305" r:id="rId4"/>
    <p:sldId id="342" r:id="rId5"/>
    <p:sldId id="310" r:id="rId6"/>
    <p:sldId id="312" r:id="rId7"/>
    <p:sldId id="363" r:id="rId8"/>
    <p:sldId id="350" r:id="rId9"/>
    <p:sldId id="365" r:id="rId10"/>
    <p:sldId id="354" r:id="rId11"/>
    <p:sldId id="357" r:id="rId12"/>
    <p:sldId id="358" r:id="rId13"/>
    <p:sldId id="368" r:id="rId14"/>
    <p:sldId id="369" r:id="rId15"/>
    <p:sldId id="370" r:id="rId16"/>
    <p:sldId id="371" r:id="rId17"/>
    <p:sldId id="360" r:id="rId18"/>
    <p:sldId id="362" r:id="rId19"/>
    <p:sldId id="272" r:id="rId20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23"/>
      <p:bold r:id="rId24"/>
      <p:italic r:id="rId25"/>
      <p:boldItalic r:id="rId26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FFFFCC"/>
    <a:srgbClr val="CCCCFF"/>
    <a:srgbClr val="FFCCCC"/>
    <a:srgbClr val="CC0000"/>
    <a:srgbClr val="CC99FF"/>
    <a:srgbClr val="99CCFF"/>
    <a:srgbClr val="CCFF99"/>
    <a:srgbClr val="333399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8" autoAdjust="0"/>
    <p:restoredTop sz="94660" autoAdjust="0"/>
  </p:normalViewPr>
  <p:slideViewPr>
    <p:cSldViewPr>
      <p:cViewPr varScale="1">
        <p:scale>
          <a:sx n="69" d="100"/>
          <a:sy n="69" d="100"/>
        </p:scale>
        <p:origin x="77" y="326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06E24916-5441-43F0-A69B-4CDFA8D2B2D3}"/>
    <pc:docChg chg="undo redo custSel addSld delSld modSld sldOrd">
      <pc:chgData name="Eclair Chen" userId="bee3a08289d85a0e" providerId="LiveId" clId="{06E24916-5441-43F0-A69B-4CDFA8D2B2D3}" dt="2024-11-18T15:57:21.072" v="1361" actId="207"/>
      <pc:docMkLst>
        <pc:docMk/>
      </pc:docMkLst>
      <pc:sldChg chg="addSp delSp modSp mod">
        <pc:chgData name="Eclair Chen" userId="bee3a08289d85a0e" providerId="LiveId" clId="{06E24916-5441-43F0-A69B-4CDFA8D2B2D3}" dt="2024-11-17T03:30:57.449" v="240" actId="14100"/>
        <pc:sldMkLst>
          <pc:docMk/>
          <pc:sldMk cId="0" sldId="304"/>
        </pc:sldMkLst>
        <pc:spChg chg="add del">
          <ac:chgData name="Eclair Chen" userId="bee3a08289d85a0e" providerId="LiveId" clId="{06E24916-5441-43F0-A69B-4CDFA8D2B2D3}" dt="2024-11-17T03:24:58.200" v="185"/>
          <ac:spMkLst>
            <pc:docMk/>
            <pc:sldMk cId="0" sldId="304"/>
            <ac:spMk id="3" creationId="{A3B42369-1049-4EA9-BAA5-028BC2DBBEA2}"/>
          </ac:spMkLst>
        </pc:spChg>
        <pc:spChg chg="add mod">
          <ac:chgData name="Eclair Chen" userId="bee3a08289d85a0e" providerId="LiveId" clId="{06E24916-5441-43F0-A69B-4CDFA8D2B2D3}" dt="2024-11-17T03:30:28.745" v="239" actId="14100"/>
          <ac:spMkLst>
            <pc:docMk/>
            <pc:sldMk cId="0" sldId="304"/>
            <ac:spMk id="8" creationId="{27296F89-0639-4668-9203-9280CF589486}"/>
          </ac:spMkLst>
        </pc:spChg>
        <pc:spChg chg="add del mod">
          <ac:chgData name="Eclair Chen" userId="bee3a08289d85a0e" providerId="LiveId" clId="{06E24916-5441-43F0-A69B-4CDFA8D2B2D3}" dt="2024-11-17T03:21:00.352" v="166"/>
          <ac:spMkLst>
            <pc:docMk/>
            <pc:sldMk cId="0" sldId="304"/>
            <ac:spMk id="9" creationId="{6A1510E6-F73B-424E-AF6B-73488211F9F2}"/>
          </ac:spMkLst>
        </pc:spChg>
        <pc:spChg chg="add del mod">
          <ac:chgData name="Eclair Chen" userId="bee3a08289d85a0e" providerId="LiveId" clId="{06E24916-5441-43F0-A69B-4CDFA8D2B2D3}" dt="2024-11-17T03:25:14.643" v="190" actId="478"/>
          <ac:spMkLst>
            <pc:docMk/>
            <pc:sldMk cId="0" sldId="304"/>
            <ac:spMk id="10" creationId="{DABEA430-874D-4FD3-9671-DD8E79462B48}"/>
          </ac:spMkLst>
        </pc:spChg>
        <pc:spChg chg="mod">
          <ac:chgData name="Eclair Chen" userId="bee3a08289d85a0e" providerId="LiveId" clId="{06E24916-5441-43F0-A69B-4CDFA8D2B2D3}" dt="2024-11-17T03:27:49.886" v="197" actId="14100"/>
          <ac:spMkLst>
            <pc:docMk/>
            <pc:sldMk cId="0" sldId="304"/>
            <ac:spMk id="578564" creationId="{D7C3BFD3-DAA3-45BE-A13F-B6A477207A70}"/>
          </ac:spMkLst>
        </pc:spChg>
        <pc:spChg chg="mod">
          <ac:chgData name="Eclair Chen" userId="bee3a08289d85a0e" providerId="LiveId" clId="{06E24916-5441-43F0-A69B-4CDFA8D2B2D3}" dt="2024-11-17T03:29:30.582" v="217" actId="14100"/>
          <ac:spMkLst>
            <pc:docMk/>
            <pc:sldMk cId="0" sldId="304"/>
            <ac:spMk id="578565" creationId="{4BF6F9A9-BB1C-415F-B25F-63F863846888}"/>
          </ac:spMkLst>
        </pc:spChg>
        <pc:graphicFrameChg chg="add del mod">
          <ac:chgData name="Eclair Chen" userId="bee3a08289d85a0e" providerId="LiveId" clId="{06E24916-5441-43F0-A69B-4CDFA8D2B2D3}" dt="2024-11-14T07:34:15.352" v="98"/>
          <ac:graphicFrameMkLst>
            <pc:docMk/>
            <pc:sldMk cId="0" sldId="304"/>
            <ac:graphicFrameMk id="3" creationId="{13064808-2B01-45E9-8737-6B7E5477C80A}"/>
          </ac:graphicFrameMkLst>
        </pc:graphicFrameChg>
        <pc:picChg chg="add mod">
          <ac:chgData name="Eclair Chen" userId="bee3a08289d85a0e" providerId="LiveId" clId="{06E24916-5441-43F0-A69B-4CDFA8D2B2D3}" dt="2024-11-17T03:27:55.545" v="199" actId="1076"/>
          <ac:picMkLst>
            <pc:docMk/>
            <pc:sldMk cId="0" sldId="304"/>
            <ac:picMk id="2" creationId="{096D0D7E-8CF6-4640-85EC-D9E29618BFE6}"/>
          </ac:picMkLst>
        </pc:picChg>
        <pc:picChg chg="add mod ord">
          <ac:chgData name="Eclair Chen" userId="bee3a08289d85a0e" providerId="LiveId" clId="{06E24916-5441-43F0-A69B-4CDFA8D2B2D3}" dt="2024-11-17T03:30:57.449" v="240" actId="14100"/>
          <ac:picMkLst>
            <pc:docMk/>
            <pc:sldMk cId="0" sldId="304"/>
            <ac:picMk id="4" creationId="{5701CAC3-596D-4CB1-8855-422E1A1FFCD7}"/>
          </ac:picMkLst>
        </pc:picChg>
        <pc:picChg chg="add mod">
          <ac:chgData name="Eclair Chen" userId="bee3a08289d85a0e" providerId="LiveId" clId="{06E24916-5441-43F0-A69B-4CDFA8D2B2D3}" dt="2024-11-17T03:29:22.486" v="216" actId="692"/>
          <ac:picMkLst>
            <pc:docMk/>
            <pc:sldMk cId="0" sldId="304"/>
            <ac:picMk id="11" creationId="{7DF238EE-B1B3-48A5-9BF1-F919641BCEB9}"/>
          </ac:picMkLst>
        </pc:picChg>
        <pc:picChg chg="del mod">
          <ac:chgData name="Eclair Chen" userId="bee3a08289d85a0e" providerId="LiveId" clId="{06E24916-5441-43F0-A69B-4CDFA8D2B2D3}" dt="2024-11-14T07:33:45.811" v="91" actId="478"/>
          <ac:picMkLst>
            <pc:docMk/>
            <pc:sldMk cId="0" sldId="304"/>
            <ac:picMk id="578569" creationId="{B6EB984F-4865-42B6-88A3-4AF2D24864A6}"/>
          </ac:picMkLst>
        </pc:picChg>
      </pc:sldChg>
      <pc:sldChg chg="addSp delSp modSp mod">
        <pc:chgData name="Eclair Chen" userId="bee3a08289d85a0e" providerId="LiveId" clId="{06E24916-5441-43F0-A69B-4CDFA8D2B2D3}" dt="2024-11-17T03:34:52.379" v="270" actId="208"/>
        <pc:sldMkLst>
          <pc:docMk/>
          <pc:sldMk cId="0" sldId="305"/>
        </pc:sldMkLst>
        <pc:spChg chg="mod">
          <ac:chgData name="Eclair Chen" userId="bee3a08289d85a0e" providerId="LiveId" clId="{06E24916-5441-43F0-A69B-4CDFA8D2B2D3}" dt="2024-11-17T03:33:16.117" v="247" actId="14100"/>
          <ac:spMkLst>
            <pc:docMk/>
            <pc:sldMk cId="0" sldId="305"/>
            <ac:spMk id="579588" creationId="{5AA4FEB1-5E63-47FE-A732-9B9CF824F3AC}"/>
          </ac:spMkLst>
        </pc:spChg>
        <pc:spChg chg="mod">
          <ac:chgData name="Eclair Chen" userId="bee3a08289d85a0e" providerId="LiveId" clId="{06E24916-5441-43F0-A69B-4CDFA8D2B2D3}" dt="2024-11-17T03:34:52.379" v="270" actId="208"/>
          <ac:spMkLst>
            <pc:docMk/>
            <pc:sldMk cId="0" sldId="305"/>
            <ac:spMk id="579589" creationId="{F77B5575-BBB0-4AE0-A59C-FB2977D1AE56}"/>
          </ac:spMkLst>
        </pc:spChg>
        <pc:picChg chg="add del mod">
          <ac:chgData name="Eclair Chen" userId="bee3a08289d85a0e" providerId="LiveId" clId="{06E24916-5441-43F0-A69B-4CDFA8D2B2D3}" dt="2024-11-17T03:31:10.195" v="241" actId="478"/>
          <ac:picMkLst>
            <pc:docMk/>
            <pc:sldMk cId="0" sldId="305"/>
            <ac:picMk id="2" creationId="{DDE9B14F-F752-4E85-9118-5439F2E8DEB5}"/>
          </ac:picMkLst>
        </pc:picChg>
        <pc:picChg chg="add mod">
          <ac:chgData name="Eclair Chen" userId="bee3a08289d85a0e" providerId="LiveId" clId="{06E24916-5441-43F0-A69B-4CDFA8D2B2D3}" dt="2024-11-17T03:33:19.717" v="248" actId="1076"/>
          <ac:picMkLst>
            <pc:docMk/>
            <pc:sldMk cId="0" sldId="305"/>
            <ac:picMk id="3" creationId="{FA26B413-39F4-45A6-A357-6FDA518923EB}"/>
          </ac:picMkLst>
        </pc:picChg>
      </pc:sldChg>
      <pc:sldChg chg="modSp del mod">
        <pc:chgData name="Eclair Chen" userId="bee3a08289d85a0e" providerId="LiveId" clId="{06E24916-5441-43F0-A69B-4CDFA8D2B2D3}" dt="2024-11-17T03:38:36.404" v="292" actId="2696"/>
        <pc:sldMkLst>
          <pc:docMk/>
          <pc:sldMk cId="0" sldId="307"/>
        </pc:sldMkLst>
        <pc:spChg chg="mod">
          <ac:chgData name="Eclair Chen" userId="bee3a08289d85a0e" providerId="LiveId" clId="{06E24916-5441-43F0-A69B-4CDFA8D2B2D3}" dt="2024-11-13T14:13:17.441" v="1" actId="20577"/>
          <ac:spMkLst>
            <pc:docMk/>
            <pc:sldMk cId="0" sldId="307"/>
            <ac:spMk id="581636" creationId="{604B1ED5-6D34-4BA7-BAC3-AE67316BB6F7}"/>
          </ac:spMkLst>
        </pc:spChg>
        <pc:spChg chg="mod">
          <ac:chgData name="Eclair Chen" userId="bee3a08289d85a0e" providerId="LiveId" clId="{06E24916-5441-43F0-A69B-4CDFA8D2B2D3}" dt="2024-11-17T03:38:13.266" v="289" actId="20577"/>
          <ac:spMkLst>
            <pc:docMk/>
            <pc:sldMk cId="0" sldId="307"/>
            <ac:spMk id="581650" creationId="{4D25FE4E-DEF9-4567-9BE4-B7E470CD2537}"/>
          </ac:spMkLst>
        </pc:spChg>
      </pc:sldChg>
      <pc:sldChg chg="addSp delSp modSp del mod">
        <pc:chgData name="Eclair Chen" userId="bee3a08289d85a0e" providerId="LiveId" clId="{06E24916-5441-43F0-A69B-4CDFA8D2B2D3}" dt="2024-11-17T03:56:08.595" v="335" actId="2696"/>
        <pc:sldMkLst>
          <pc:docMk/>
          <pc:sldMk cId="0" sldId="308"/>
        </pc:sldMkLst>
        <pc:picChg chg="add mod">
          <ac:chgData name="Eclair Chen" userId="bee3a08289d85a0e" providerId="LiveId" clId="{06E24916-5441-43F0-A69B-4CDFA8D2B2D3}" dt="2024-11-17T03:39:28.866" v="296" actId="1076"/>
          <ac:picMkLst>
            <pc:docMk/>
            <pc:sldMk cId="0" sldId="308"/>
            <ac:picMk id="2" creationId="{5F73E61D-2A87-4FC6-9A70-49F16C6C8D1C}"/>
          </ac:picMkLst>
        </pc:picChg>
        <pc:picChg chg="del">
          <ac:chgData name="Eclair Chen" userId="bee3a08289d85a0e" providerId="LiveId" clId="{06E24916-5441-43F0-A69B-4CDFA8D2B2D3}" dt="2024-11-17T03:39:24.744" v="293" actId="478"/>
          <ac:picMkLst>
            <pc:docMk/>
            <pc:sldMk cId="0" sldId="308"/>
            <ac:picMk id="582691" creationId="{ECAD7D0A-B773-4E52-B60B-E8ABE33D1F37}"/>
          </ac:picMkLst>
        </pc:picChg>
      </pc:sldChg>
      <pc:sldChg chg="del">
        <pc:chgData name="Eclair Chen" userId="bee3a08289d85a0e" providerId="LiveId" clId="{06E24916-5441-43F0-A69B-4CDFA8D2B2D3}" dt="2024-11-17T03:41:06.777" v="309" actId="2696"/>
        <pc:sldMkLst>
          <pc:docMk/>
          <pc:sldMk cId="0" sldId="309"/>
        </pc:sldMkLst>
      </pc:sldChg>
      <pc:sldChg chg="addSp delSp modSp mod">
        <pc:chgData name="Eclair Chen" userId="bee3a08289d85a0e" providerId="LiveId" clId="{06E24916-5441-43F0-A69B-4CDFA8D2B2D3}" dt="2024-11-17T04:18:07.959" v="531" actId="20577"/>
        <pc:sldMkLst>
          <pc:docMk/>
          <pc:sldMk cId="0" sldId="310"/>
        </pc:sldMkLst>
        <pc:spChg chg="add mod">
          <ac:chgData name="Eclair Chen" userId="bee3a08289d85a0e" providerId="LiveId" clId="{06E24916-5441-43F0-A69B-4CDFA8D2B2D3}" dt="2024-11-17T04:07:02.546" v="455"/>
          <ac:spMkLst>
            <pc:docMk/>
            <pc:sldMk cId="0" sldId="310"/>
            <ac:spMk id="8" creationId="{66C31652-2A01-480A-8ED7-5D84C1F3EDC3}"/>
          </ac:spMkLst>
        </pc:spChg>
        <pc:spChg chg="mod">
          <ac:chgData name="Eclair Chen" userId="bee3a08289d85a0e" providerId="LiveId" clId="{06E24916-5441-43F0-A69B-4CDFA8D2B2D3}" dt="2024-11-17T04:18:07.959" v="531" actId="20577"/>
          <ac:spMkLst>
            <pc:docMk/>
            <pc:sldMk cId="0" sldId="310"/>
            <ac:spMk id="584708" creationId="{02B8BD90-9BAB-4E05-924E-AB848E85CFDB}"/>
          </ac:spMkLst>
        </pc:spChg>
        <pc:spChg chg="mod">
          <ac:chgData name="Eclair Chen" userId="bee3a08289d85a0e" providerId="LiveId" clId="{06E24916-5441-43F0-A69B-4CDFA8D2B2D3}" dt="2024-11-17T04:10:07.408" v="502" actId="6549"/>
          <ac:spMkLst>
            <pc:docMk/>
            <pc:sldMk cId="0" sldId="310"/>
            <ac:spMk id="584716" creationId="{8C1B4121-F0EF-4015-9CBB-EB49C1C781D4}"/>
          </ac:spMkLst>
        </pc:spChg>
        <pc:spChg chg="del">
          <ac:chgData name="Eclair Chen" userId="bee3a08289d85a0e" providerId="LiveId" clId="{06E24916-5441-43F0-A69B-4CDFA8D2B2D3}" dt="2024-11-17T04:07:02.268" v="454" actId="478"/>
          <ac:spMkLst>
            <pc:docMk/>
            <pc:sldMk cId="0" sldId="310"/>
            <ac:spMk id="584723" creationId="{B37D316B-5E43-4FF5-BDE0-8B076CAD67EE}"/>
          </ac:spMkLst>
        </pc:spChg>
        <pc:picChg chg="add mod ord">
          <ac:chgData name="Eclair Chen" userId="bee3a08289d85a0e" providerId="LiveId" clId="{06E24916-5441-43F0-A69B-4CDFA8D2B2D3}" dt="2024-11-17T04:10:35.466" v="510" actId="14100"/>
          <ac:picMkLst>
            <pc:docMk/>
            <pc:sldMk cId="0" sldId="310"/>
            <ac:picMk id="2" creationId="{B8044C1B-85EA-478E-BD45-57032DAE1A7F}"/>
          </ac:picMkLst>
        </pc:picChg>
        <pc:picChg chg="add mod ord">
          <ac:chgData name="Eclair Chen" userId="bee3a08289d85a0e" providerId="LiveId" clId="{06E24916-5441-43F0-A69B-4CDFA8D2B2D3}" dt="2024-11-17T04:10:43.565" v="513" actId="1076"/>
          <ac:picMkLst>
            <pc:docMk/>
            <pc:sldMk cId="0" sldId="310"/>
            <ac:picMk id="3" creationId="{8385B256-1E54-40D6-A552-E44AC3B97E52}"/>
          </ac:picMkLst>
        </pc:picChg>
        <pc:picChg chg="del">
          <ac:chgData name="Eclair Chen" userId="bee3a08289d85a0e" providerId="LiveId" clId="{06E24916-5441-43F0-A69B-4CDFA8D2B2D3}" dt="2024-11-17T04:08:52.616" v="492" actId="478"/>
          <ac:picMkLst>
            <pc:docMk/>
            <pc:sldMk cId="0" sldId="310"/>
            <ac:picMk id="584724" creationId="{4309AC96-2C79-4908-8722-D667F121687F}"/>
          </ac:picMkLst>
        </pc:picChg>
      </pc:sldChg>
      <pc:sldChg chg="del">
        <pc:chgData name="Eclair Chen" userId="bee3a08289d85a0e" providerId="LiveId" clId="{06E24916-5441-43F0-A69B-4CDFA8D2B2D3}" dt="2024-11-17T04:10:52.856" v="514" actId="2696"/>
        <pc:sldMkLst>
          <pc:docMk/>
          <pc:sldMk cId="0" sldId="311"/>
        </pc:sldMkLst>
      </pc:sldChg>
      <pc:sldChg chg="addSp delSp modSp mod">
        <pc:chgData name="Eclair Chen" userId="bee3a08289d85a0e" providerId="LiveId" clId="{06E24916-5441-43F0-A69B-4CDFA8D2B2D3}" dt="2024-11-17T04:33:50.584" v="641" actId="14100"/>
        <pc:sldMkLst>
          <pc:docMk/>
          <pc:sldMk cId="0" sldId="312"/>
        </pc:sldMkLst>
        <pc:spChg chg="add mod">
          <ac:chgData name="Eclair Chen" userId="bee3a08289d85a0e" providerId="LiveId" clId="{06E24916-5441-43F0-A69B-4CDFA8D2B2D3}" dt="2024-11-17T04:26:40.382" v="563" actId="14100"/>
          <ac:spMkLst>
            <pc:docMk/>
            <pc:sldMk cId="0" sldId="312"/>
            <ac:spMk id="4" creationId="{ABE7ED2F-8351-4671-B43D-5B622ED79356}"/>
          </ac:spMkLst>
        </pc:spChg>
        <pc:spChg chg="add mod">
          <ac:chgData name="Eclair Chen" userId="bee3a08289d85a0e" providerId="LiveId" clId="{06E24916-5441-43F0-A69B-4CDFA8D2B2D3}" dt="2024-11-17T04:18:17.200" v="535"/>
          <ac:spMkLst>
            <pc:docMk/>
            <pc:sldMk cId="0" sldId="312"/>
            <ac:spMk id="10" creationId="{D5524DD0-FB3E-48AA-9A42-BDF4C86E573B}"/>
          </ac:spMkLst>
        </pc:spChg>
        <pc:spChg chg="add mod">
          <ac:chgData name="Eclair Chen" userId="bee3a08289d85a0e" providerId="LiveId" clId="{06E24916-5441-43F0-A69B-4CDFA8D2B2D3}" dt="2024-11-17T04:27:00.277" v="567" actId="208"/>
          <ac:spMkLst>
            <pc:docMk/>
            <pc:sldMk cId="0" sldId="312"/>
            <ac:spMk id="12" creationId="{B6CFA6F2-014D-45DD-B961-DE47E31A6EE6}"/>
          </ac:spMkLst>
        </pc:spChg>
        <pc:spChg chg="add mod">
          <ac:chgData name="Eclair Chen" userId="bee3a08289d85a0e" providerId="LiveId" clId="{06E24916-5441-43F0-A69B-4CDFA8D2B2D3}" dt="2024-11-17T04:33:32.044" v="638" actId="14100"/>
          <ac:spMkLst>
            <pc:docMk/>
            <pc:sldMk cId="0" sldId="312"/>
            <ac:spMk id="13" creationId="{002B8672-8359-4FE6-BEBE-ECFB9E607B30}"/>
          </ac:spMkLst>
        </pc:spChg>
        <pc:spChg chg="add mod">
          <ac:chgData name="Eclair Chen" userId="bee3a08289d85a0e" providerId="LiveId" clId="{06E24916-5441-43F0-A69B-4CDFA8D2B2D3}" dt="2024-11-17T04:33:07.811" v="636" actId="1076"/>
          <ac:spMkLst>
            <pc:docMk/>
            <pc:sldMk cId="0" sldId="312"/>
            <ac:spMk id="20" creationId="{F2FB9448-C247-4C43-8CFF-74E12553388A}"/>
          </ac:spMkLst>
        </pc:spChg>
        <pc:spChg chg="mod">
          <ac:chgData name="Eclair Chen" userId="bee3a08289d85a0e" providerId="LiveId" clId="{06E24916-5441-43F0-A69B-4CDFA8D2B2D3}" dt="2024-11-17T04:18:23.727" v="536" actId="14100"/>
          <ac:spMkLst>
            <pc:docMk/>
            <pc:sldMk cId="0" sldId="312"/>
            <ac:spMk id="586756" creationId="{3BA42C6F-9441-49AB-A15F-ADDE67F1A167}"/>
          </ac:spMkLst>
        </pc:spChg>
        <pc:spChg chg="mod">
          <ac:chgData name="Eclair Chen" userId="bee3a08289d85a0e" providerId="LiveId" clId="{06E24916-5441-43F0-A69B-4CDFA8D2B2D3}" dt="2024-11-17T04:20:52.674" v="554" actId="1076"/>
          <ac:spMkLst>
            <pc:docMk/>
            <pc:sldMk cId="0" sldId="312"/>
            <ac:spMk id="586778" creationId="{9EEE88D9-24A7-4C18-9A30-E46474E16D2E}"/>
          </ac:spMkLst>
        </pc:spChg>
        <pc:spChg chg="del">
          <ac:chgData name="Eclair Chen" userId="bee3a08289d85a0e" providerId="LiveId" clId="{06E24916-5441-43F0-A69B-4CDFA8D2B2D3}" dt="2024-11-17T04:18:16.839" v="534" actId="478"/>
          <ac:spMkLst>
            <pc:docMk/>
            <pc:sldMk cId="0" sldId="312"/>
            <ac:spMk id="586788" creationId="{91EECBF5-02A3-4BBB-807B-274A135CCC99}"/>
          </ac:spMkLst>
        </pc:spChg>
        <pc:picChg chg="add mod ord">
          <ac:chgData name="Eclair Chen" userId="bee3a08289d85a0e" providerId="LiveId" clId="{06E24916-5441-43F0-A69B-4CDFA8D2B2D3}" dt="2024-11-17T04:20:10.501" v="547" actId="14100"/>
          <ac:picMkLst>
            <pc:docMk/>
            <pc:sldMk cId="0" sldId="312"/>
            <ac:picMk id="2" creationId="{ADA31669-B22B-4222-BD85-9751EA9C1967}"/>
          </ac:picMkLst>
        </pc:picChg>
        <pc:picChg chg="add mod ord">
          <ac:chgData name="Eclair Chen" userId="bee3a08289d85a0e" providerId="LiveId" clId="{06E24916-5441-43F0-A69B-4CDFA8D2B2D3}" dt="2024-11-17T04:18:37.136" v="540" actId="1076"/>
          <ac:picMkLst>
            <pc:docMk/>
            <pc:sldMk cId="0" sldId="312"/>
            <ac:picMk id="3" creationId="{798F9D6C-7181-4339-BFBB-F7BD0233E36A}"/>
          </ac:picMkLst>
        </pc:picChg>
        <pc:picChg chg="del">
          <ac:chgData name="Eclair Chen" userId="bee3a08289d85a0e" providerId="LiveId" clId="{06E24916-5441-43F0-A69B-4CDFA8D2B2D3}" dt="2024-11-17T04:13:29.531" v="515" actId="478"/>
          <ac:picMkLst>
            <pc:docMk/>
            <pc:sldMk cId="0" sldId="312"/>
            <ac:picMk id="586789" creationId="{47831741-AAA5-4951-B602-1E99EAFF51DE}"/>
          </ac:picMkLst>
        </pc:picChg>
        <pc:picChg chg="del">
          <ac:chgData name="Eclair Chen" userId="bee3a08289d85a0e" providerId="LiveId" clId="{06E24916-5441-43F0-A69B-4CDFA8D2B2D3}" dt="2024-11-17T04:13:31.179" v="516" actId="478"/>
          <ac:picMkLst>
            <pc:docMk/>
            <pc:sldMk cId="0" sldId="312"/>
            <ac:picMk id="586790" creationId="{37632866-4CCC-4B39-B94E-C367F7CDDCBB}"/>
          </ac:picMkLst>
        </pc:picChg>
        <pc:cxnChg chg="add mod">
          <ac:chgData name="Eclair Chen" userId="bee3a08289d85a0e" providerId="LiveId" clId="{06E24916-5441-43F0-A69B-4CDFA8D2B2D3}" dt="2024-11-17T04:33:50.584" v="641" actId="14100"/>
          <ac:cxnSpMkLst>
            <pc:docMk/>
            <pc:sldMk cId="0" sldId="312"/>
            <ac:cxnSpMk id="6" creationId="{3F428F64-3CCE-4173-9E06-F50776C43EDC}"/>
          </ac:cxnSpMkLst>
        </pc:cxnChg>
        <pc:cxnChg chg="add mod">
          <ac:chgData name="Eclair Chen" userId="bee3a08289d85a0e" providerId="LiveId" clId="{06E24916-5441-43F0-A69B-4CDFA8D2B2D3}" dt="2024-11-17T04:33:07.811" v="636" actId="1076"/>
          <ac:cxnSpMkLst>
            <pc:docMk/>
            <pc:sldMk cId="0" sldId="312"/>
            <ac:cxnSpMk id="21" creationId="{C34B0AF1-AF88-4254-AEB7-95F064EC35D9}"/>
          </ac:cxnSpMkLst>
        </pc:cxnChg>
      </pc:sldChg>
      <pc:sldChg chg="addSp delSp modSp mod">
        <pc:chgData name="Eclair Chen" userId="bee3a08289d85a0e" providerId="LiveId" clId="{06E24916-5441-43F0-A69B-4CDFA8D2B2D3}" dt="2024-11-17T04:05:43.196" v="452" actId="1076"/>
        <pc:sldMkLst>
          <pc:docMk/>
          <pc:sldMk cId="0" sldId="342"/>
        </pc:sldMkLst>
        <pc:spChg chg="add del mod">
          <ac:chgData name="Eclair Chen" userId="bee3a08289d85a0e" providerId="LiveId" clId="{06E24916-5441-43F0-A69B-4CDFA8D2B2D3}" dt="2024-11-17T03:56:33.265" v="343" actId="478"/>
          <ac:spMkLst>
            <pc:docMk/>
            <pc:sldMk cId="0" sldId="342"/>
            <ac:spMk id="3" creationId="{DB4CCC12-09AA-47FF-AD65-9AD740796EF5}"/>
          </ac:spMkLst>
        </pc:spChg>
        <pc:spChg chg="add mod">
          <ac:chgData name="Eclair Chen" userId="bee3a08289d85a0e" providerId="LiveId" clId="{06E24916-5441-43F0-A69B-4CDFA8D2B2D3}" dt="2024-11-17T03:56:42.220" v="346"/>
          <ac:spMkLst>
            <pc:docMk/>
            <pc:sldMk cId="0" sldId="342"/>
            <ac:spMk id="10" creationId="{C9B99BCE-6C1B-4622-9D95-BB3903C3A303}"/>
          </ac:spMkLst>
        </pc:spChg>
        <pc:spChg chg="add mod">
          <ac:chgData name="Eclair Chen" userId="bee3a08289d85a0e" providerId="LiveId" clId="{06E24916-5441-43F0-A69B-4CDFA8D2B2D3}" dt="2024-11-17T04:01:15.686" v="412" actId="1076"/>
          <ac:spMkLst>
            <pc:docMk/>
            <pc:sldMk cId="0" sldId="342"/>
            <ac:spMk id="14" creationId="{A44288F7-CAC5-41BB-8F07-F5E7F2518B80}"/>
          </ac:spMkLst>
        </pc:spChg>
        <pc:spChg chg="add mod">
          <ac:chgData name="Eclair Chen" userId="bee3a08289d85a0e" providerId="LiveId" clId="{06E24916-5441-43F0-A69B-4CDFA8D2B2D3}" dt="2024-11-17T04:02:36.041" v="423" actId="207"/>
          <ac:spMkLst>
            <pc:docMk/>
            <pc:sldMk cId="0" sldId="342"/>
            <ac:spMk id="15" creationId="{7BFB0F61-2E8E-4FA1-B95A-7B14B4E8BD46}"/>
          </ac:spMkLst>
        </pc:spChg>
        <pc:spChg chg="mod">
          <ac:chgData name="Eclair Chen" userId="bee3a08289d85a0e" providerId="LiveId" clId="{06E24916-5441-43F0-A69B-4CDFA8D2B2D3}" dt="2024-11-17T03:56:49.608" v="348" actId="1076"/>
          <ac:spMkLst>
            <pc:docMk/>
            <pc:sldMk cId="0" sldId="342"/>
            <ac:spMk id="679938" creationId="{570D94B3-C5BE-4171-B0C3-56C4BD9FD76C}"/>
          </ac:spMkLst>
        </pc:spChg>
        <pc:spChg chg="del mod">
          <ac:chgData name="Eclair Chen" userId="bee3a08289d85a0e" providerId="LiveId" clId="{06E24916-5441-43F0-A69B-4CDFA8D2B2D3}" dt="2024-11-17T03:56:29.695" v="342" actId="478"/>
          <ac:spMkLst>
            <pc:docMk/>
            <pc:sldMk cId="0" sldId="342"/>
            <ac:spMk id="679939" creationId="{F9AC5E93-7B1D-4E1D-A935-B6734727CF54}"/>
          </ac:spMkLst>
        </pc:spChg>
        <pc:spChg chg="del">
          <ac:chgData name="Eclair Chen" userId="bee3a08289d85a0e" providerId="LiveId" clId="{06E24916-5441-43F0-A69B-4CDFA8D2B2D3}" dt="2024-11-17T03:56:41.885" v="345" actId="478"/>
          <ac:spMkLst>
            <pc:docMk/>
            <pc:sldMk cId="0" sldId="342"/>
            <ac:spMk id="679945" creationId="{D0BCBB67-056E-450B-AD88-148F91E91661}"/>
          </ac:spMkLst>
        </pc:spChg>
        <pc:picChg chg="add mod ord">
          <ac:chgData name="Eclair Chen" userId="bee3a08289d85a0e" providerId="LiveId" clId="{06E24916-5441-43F0-A69B-4CDFA8D2B2D3}" dt="2024-11-17T04:05:11.459" v="447" actId="1076"/>
          <ac:picMkLst>
            <pc:docMk/>
            <pc:sldMk cId="0" sldId="342"/>
            <ac:picMk id="2" creationId="{7745772D-4C6E-4B09-B89D-F0EFDAFD1CAC}"/>
          </ac:picMkLst>
        </pc:picChg>
        <pc:picChg chg="add mod">
          <ac:chgData name="Eclair Chen" userId="bee3a08289d85a0e" providerId="LiveId" clId="{06E24916-5441-43F0-A69B-4CDFA8D2B2D3}" dt="2024-11-17T04:05:43.196" v="452" actId="1076"/>
          <ac:picMkLst>
            <pc:docMk/>
            <pc:sldMk cId="0" sldId="342"/>
            <ac:picMk id="11" creationId="{1102A4A2-418B-49DD-9627-FBB0CF4FAEE2}"/>
          </ac:picMkLst>
        </pc:picChg>
        <pc:picChg chg="add del mod">
          <ac:chgData name="Eclair Chen" userId="bee3a08289d85a0e" providerId="LiveId" clId="{06E24916-5441-43F0-A69B-4CDFA8D2B2D3}" dt="2024-11-17T04:04:46.555" v="445" actId="692"/>
          <ac:picMkLst>
            <pc:docMk/>
            <pc:sldMk cId="0" sldId="342"/>
            <ac:picMk id="12" creationId="{42F661EE-6C56-4373-8913-24CF6E624DA5}"/>
          </ac:picMkLst>
        </pc:picChg>
        <pc:picChg chg="add mod">
          <ac:chgData name="Eclair Chen" userId="bee3a08289d85a0e" providerId="LiveId" clId="{06E24916-5441-43F0-A69B-4CDFA8D2B2D3}" dt="2024-11-17T04:05:32.676" v="451" actId="14100"/>
          <ac:picMkLst>
            <pc:docMk/>
            <pc:sldMk cId="0" sldId="342"/>
            <ac:picMk id="13" creationId="{073E835C-BC0A-4570-9B4C-ADDCCC9EDE20}"/>
          </ac:picMkLst>
        </pc:picChg>
        <pc:picChg chg="del">
          <ac:chgData name="Eclair Chen" userId="bee3a08289d85a0e" providerId="LiveId" clId="{06E24916-5441-43F0-A69B-4CDFA8D2B2D3}" dt="2024-11-17T03:40:16.700" v="297" actId="478"/>
          <ac:picMkLst>
            <pc:docMk/>
            <pc:sldMk cId="0" sldId="342"/>
            <ac:picMk id="679946" creationId="{CF01D759-521A-4431-9FBE-2227F60A8173}"/>
          </ac:picMkLst>
        </pc:picChg>
        <pc:picChg chg="del">
          <ac:chgData name="Eclair Chen" userId="bee3a08289d85a0e" providerId="LiveId" clId="{06E24916-5441-43F0-A69B-4CDFA8D2B2D3}" dt="2024-11-17T03:40:19.375" v="298" actId="478"/>
          <ac:picMkLst>
            <pc:docMk/>
            <pc:sldMk cId="0" sldId="342"/>
            <ac:picMk id="679947" creationId="{30F7AF9B-D669-4373-9E4F-B1E0EBBE6B4E}"/>
          </ac:picMkLst>
        </pc:picChg>
      </pc:sldChg>
      <pc:sldChg chg="del">
        <pc:chgData name="Eclair Chen" userId="bee3a08289d85a0e" providerId="LiveId" clId="{06E24916-5441-43F0-A69B-4CDFA8D2B2D3}" dt="2024-11-17T04:17:17.816" v="525" actId="2696"/>
        <pc:sldMkLst>
          <pc:docMk/>
          <pc:sldMk cId="0" sldId="343"/>
        </pc:sldMkLst>
      </pc:sldChg>
      <pc:sldChg chg="del">
        <pc:chgData name="Eclair Chen" userId="bee3a08289d85a0e" providerId="LiveId" clId="{06E24916-5441-43F0-A69B-4CDFA8D2B2D3}" dt="2024-11-17T04:17:25.866" v="526" actId="2696"/>
        <pc:sldMkLst>
          <pc:docMk/>
          <pc:sldMk cId="0" sldId="344"/>
        </pc:sldMkLst>
      </pc:sldChg>
      <pc:sldChg chg="del">
        <pc:chgData name="Eclair Chen" userId="bee3a08289d85a0e" providerId="LiveId" clId="{06E24916-5441-43F0-A69B-4CDFA8D2B2D3}" dt="2024-11-17T04:34:53.247" v="642" actId="47"/>
        <pc:sldMkLst>
          <pc:docMk/>
          <pc:sldMk cId="0" sldId="345"/>
        </pc:sldMkLst>
      </pc:sldChg>
      <pc:sldChg chg="del">
        <pc:chgData name="Eclair Chen" userId="bee3a08289d85a0e" providerId="LiveId" clId="{06E24916-5441-43F0-A69B-4CDFA8D2B2D3}" dt="2024-11-17T04:35:01.311" v="643" actId="47"/>
        <pc:sldMkLst>
          <pc:docMk/>
          <pc:sldMk cId="0" sldId="346"/>
        </pc:sldMkLst>
      </pc:sldChg>
      <pc:sldChg chg="del">
        <pc:chgData name="Eclair Chen" userId="bee3a08289d85a0e" providerId="LiveId" clId="{06E24916-5441-43F0-A69B-4CDFA8D2B2D3}" dt="2024-11-17T04:35:02.798" v="644" actId="47"/>
        <pc:sldMkLst>
          <pc:docMk/>
          <pc:sldMk cId="0" sldId="347"/>
        </pc:sldMkLst>
      </pc:sldChg>
      <pc:sldChg chg="del">
        <pc:chgData name="Eclair Chen" userId="bee3a08289d85a0e" providerId="LiveId" clId="{06E24916-5441-43F0-A69B-4CDFA8D2B2D3}" dt="2024-11-17T04:52:30.471" v="688" actId="2696"/>
        <pc:sldMkLst>
          <pc:docMk/>
          <pc:sldMk cId="0" sldId="349"/>
        </pc:sldMkLst>
      </pc:sldChg>
      <pc:sldChg chg="addSp delSp modSp mod">
        <pc:chgData name="Eclair Chen" userId="bee3a08289d85a0e" providerId="LiveId" clId="{06E24916-5441-43F0-A69B-4CDFA8D2B2D3}" dt="2024-11-17T05:08:00.196" v="804" actId="20577"/>
        <pc:sldMkLst>
          <pc:docMk/>
          <pc:sldMk cId="0" sldId="350"/>
        </pc:sldMkLst>
        <pc:spChg chg="add mod">
          <ac:chgData name="Eclair Chen" userId="bee3a08289d85a0e" providerId="LiveId" clId="{06E24916-5441-43F0-A69B-4CDFA8D2B2D3}" dt="2024-11-17T05:06:00.276" v="785" actId="1076"/>
          <ac:spMkLst>
            <pc:docMk/>
            <pc:sldMk cId="0" sldId="350"/>
            <ac:spMk id="11" creationId="{88D600FB-AB63-4CEE-B927-34C1EDBF4470}"/>
          </ac:spMkLst>
        </pc:spChg>
        <pc:spChg chg="mod">
          <ac:chgData name="Eclair Chen" userId="bee3a08289d85a0e" providerId="LiveId" clId="{06E24916-5441-43F0-A69B-4CDFA8D2B2D3}" dt="2024-11-17T05:08:00.196" v="804" actId="20577"/>
          <ac:spMkLst>
            <pc:docMk/>
            <pc:sldMk cId="0" sldId="350"/>
            <ac:spMk id="688130" creationId="{FD3CEF28-95C1-4176-916E-4FAE7D207FF2}"/>
          </ac:spMkLst>
        </pc:spChg>
        <pc:spChg chg="mod">
          <ac:chgData name="Eclair Chen" userId="bee3a08289d85a0e" providerId="LiveId" clId="{06E24916-5441-43F0-A69B-4CDFA8D2B2D3}" dt="2024-11-17T05:02:01.505" v="762" actId="1076"/>
          <ac:spMkLst>
            <pc:docMk/>
            <pc:sldMk cId="0" sldId="350"/>
            <ac:spMk id="688131" creationId="{B31B58D7-09CE-4206-95AA-42F460951D83}"/>
          </ac:spMkLst>
        </pc:spChg>
        <pc:picChg chg="add del mod">
          <ac:chgData name="Eclair Chen" userId="bee3a08289d85a0e" providerId="LiveId" clId="{06E24916-5441-43F0-A69B-4CDFA8D2B2D3}" dt="2024-11-17T05:05:47.469" v="782" actId="1076"/>
          <ac:picMkLst>
            <pc:docMk/>
            <pc:sldMk cId="0" sldId="350"/>
            <ac:picMk id="2" creationId="{FA98CB56-1D83-4730-B305-4D8B1D0BA986}"/>
          </ac:picMkLst>
        </pc:picChg>
        <pc:picChg chg="add del mod">
          <ac:chgData name="Eclair Chen" userId="bee3a08289d85a0e" providerId="LiveId" clId="{06E24916-5441-43F0-A69B-4CDFA8D2B2D3}" dt="2024-11-17T05:05:10.468" v="766" actId="478"/>
          <ac:picMkLst>
            <pc:docMk/>
            <pc:sldMk cId="0" sldId="350"/>
            <ac:picMk id="3" creationId="{14BE1EB7-0AB0-41D3-A706-D9876EA18CB1}"/>
          </ac:picMkLst>
        </pc:picChg>
        <pc:picChg chg="add mod">
          <ac:chgData name="Eclair Chen" userId="bee3a08289d85a0e" providerId="LiveId" clId="{06E24916-5441-43F0-A69B-4CDFA8D2B2D3}" dt="2024-11-17T05:06:03.701" v="786" actId="1076"/>
          <ac:picMkLst>
            <pc:docMk/>
            <pc:sldMk cId="0" sldId="350"/>
            <ac:picMk id="4" creationId="{3B31DED5-DF2D-4FA2-B986-32059AA74CBE}"/>
          </ac:picMkLst>
        </pc:picChg>
        <pc:picChg chg="add mod ord">
          <ac:chgData name="Eclair Chen" userId="bee3a08289d85a0e" providerId="LiveId" clId="{06E24916-5441-43F0-A69B-4CDFA8D2B2D3}" dt="2024-11-17T05:05:57.741" v="784" actId="1076"/>
          <ac:picMkLst>
            <pc:docMk/>
            <pc:sldMk cId="0" sldId="350"/>
            <ac:picMk id="5" creationId="{69E6EC4E-D031-4457-A703-A95C262B1B58}"/>
          </ac:picMkLst>
        </pc:picChg>
        <pc:picChg chg="add del">
          <ac:chgData name="Eclair Chen" userId="bee3a08289d85a0e" providerId="LiveId" clId="{06E24916-5441-43F0-A69B-4CDFA8D2B2D3}" dt="2024-11-17T04:58:34.762" v="720" actId="478"/>
          <ac:picMkLst>
            <pc:docMk/>
            <pc:sldMk cId="0" sldId="350"/>
            <ac:picMk id="688134" creationId="{92D6804E-9EB4-4D4A-A932-3C3E27FD3C4E}"/>
          </ac:picMkLst>
        </pc:picChg>
        <pc:picChg chg="add del">
          <ac:chgData name="Eclair Chen" userId="bee3a08289d85a0e" providerId="LiveId" clId="{06E24916-5441-43F0-A69B-4CDFA8D2B2D3}" dt="2024-11-17T04:58:31.526" v="716" actId="478"/>
          <ac:picMkLst>
            <pc:docMk/>
            <pc:sldMk cId="0" sldId="350"/>
            <ac:picMk id="688135" creationId="{7BD2466A-BC71-4B6F-8DE1-E8622186CA0A}"/>
          </ac:picMkLst>
        </pc:picChg>
      </pc:sldChg>
      <pc:sldChg chg="del">
        <pc:chgData name="Eclair Chen" userId="bee3a08289d85a0e" providerId="LiveId" clId="{06E24916-5441-43F0-A69B-4CDFA8D2B2D3}" dt="2024-11-17T05:10:29.604" v="819" actId="2696"/>
        <pc:sldMkLst>
          <pc:docMk/>
          <pc:sldMk cId="0" sldId="351"/>
        </pc:sldMkLst>
      </pc:sldChg>
      <pc:sldChg chg="addSp delSp modSp mod">
        <pc:chgData name="Eclair Chen" userId="bee3a08289d85a0e" providerId="LiveId" clId="{06E24916-5441-43F0-A69B-4CDFA8D2B2D3}" dt="2024-11-17T05:33:55.913" v="956" actId="1076"/>
        <pc:sldMkLst>
          <pc:docMk/>
          <pc:sldMk cId="0" sldId="354"/>
        </pc:sldMkLst>
        <pc:spChg chg="mod">
          <ac:chgData name="Eclair Chen" userId="bee3a08289d85a0e" providerId="LiveId" clId="{06E24916-5441-43F0-A69B-4CDFA8D2B2D3}" dt="2024-11-17T05:33:49.736" v="955" actId="14100"/>
          <ac:spMkLst>
            <pc:docMk/>
            <pc:sldMk cId="0" sldId="354"/>
            <ac:spMk id="692226" creationId="{764F8CCB-E85D-4501-B05B-8EBD9BD53F24}"/>
          </ac:spMkLst>
        </pc:spChg>
        <pc:spChg chg="mod">
          <ac:chgData name="Eclair Chen" userId="bee3a08289d85a0e" providerId="LiveId" clId="{06E24916-5441-43F0-A69B-4CDFA8D2B2D3}" dt="2024-11-17T05:33:55.913" v="956" actId="1076"/>
          <ac:spMkLst>
            <pc:docMk/>
            <pc:sldMk cId="0" sldId="354"/>
            <ac:spMk id="692229" creationId="{5096A3E2-77A8-42BF-ADEF-89537978FB88}"/>
          </ac:spMkLst>
        </pc:spChg>
        <pc:picChg chg="add mod ord">
          <ac:chgData name="Eclair Chen" userId="bee3a08289d85a0e" providerId="LiveId" clId="{06E24916-5441-43F0-A69B-4CDFA8D2B2D3}" dt="2024-11-17T05:33:46.166" v="954" actId="1076"/>
          <ac:picMkLst>
            <pc:docMk/>
            <pc:sldMk cId="0" sldId="354"/>
            <ac:picMk id="2" creationId="{747A2EFC-8406-4CF3-9ED6-BF80ABE417A9}"/>
          </ac:picMkLst>
        </pc:picChg>
        <pc:picChg chg="add mod ord">
          <ac:chgData name="Eclair Chen" userId="bee3a08289d85a0e" providerId="LiveId" clId="{06E24916-5441-43F0-A69B-4CDFA8D2B2D3}" dt="2024-11-17T05:24:25.212" v="857" actId="1076"/>
          <ac:picMkLst>
            <pc:docMk/>
            <pc:sldMk cId="0" sldId="354"/>
            <ac:picMk id="3" creationId="{35CB2AB1-463D-40D8-B2E9-93D2A91BBA6A}"/>
          </ac:picMkLst>
        </pc:picChg>
        <pc:picChg chg="del">
          <ac:chgData name="Eclair Chen" userId="bee3a08289d85a0e" providerId="LiveId" clId="{06E24916-5441-43F0-A69B-4CDFA8D2B2D3}" dt="2024-11-17T05:14:55.237" v="820" actId="478"/>
          <ac:picMkLst>
            <pc:docMk/>
            <pc:sldMk cId="0" sldId="354"/>
            <ac:picMk id="692230" creationId="{4919D78A-BDA2-41FA-A7C0-743A63D05DBD}"/>
          </ac:picMkLst>
        </pc:picChg>
        <pc:picChg chg="del">
          <ac:chgData name="Eclair Chen" userId="bee3a08289d85a0e" providerId="LiveId" clId="{06E24916-5441-43F0-A69B-4CDFA8D2B2D3}" dt="2024-11-17T05:15:03.645" v="823" actId="478"/>
          <ac:picMkLst>
            <pc:docMk/>
            <pc:sldMk cId="0" sldId="354"/>
            <ac:picMk id="692232" creationId="{8044FF06-A187-46EB-A14D-A86B132CD5C0}"/>
          </ac:picMkLst>
        </pc:picChg>
      </pc:sldChg>
      <pc:sldChg chg="del">
        <pc:chgData name="Eclair Chen" userId="bee3a08289d85a0e" providerId="LiveId" clId="{06E24916-5441-43F0-A69B-4CDFA8D2B2D3}" dt="2024-11-17T05:25:02.129" v="866" actId="2696"/>
        <pc:sldMkLst>
          <pc:docMk/>
          <pc:sldMk cId="0" sldId="355"/>
        </pc:sldMkLst>
      </pc:sldChg>
      <pc:sldChg chg="del">
        <pc:chgData name="Eclair Chen" userId="bee3a08289d85a0e" providerId="LiveId" clId="{06E24916-5441-43F0-A69B-4CDFA8D2B2D3}" dt="2024-11-17T05:25:07.516" v="867" actId="2696"/>
        <pc:sldMkLst>
          <pc:docMk/>
          <pc:sldMk cId="0" sldId="356"/>
        </pc:sldMkLst>
      </pc:sldChg>
      <pc:sldChg chg="addSp delSp modSp mod">
        <pc:chgData name="Eclair Chen" userId="bee3a08289d85a0e" providerId="LiveId" clId="{06E24916-5441-43F0-A69B-4CDFA8D2B2D3}" dt="2024-11-17T05:34:03.538" v="958" actId="20577"/>
        <pc:sldMkLst>
          <pc:docMk/>
          <pc:sldMk cId="0" sldId="357"/>
        </pc:sldMkLst>
        <pc:spChg chg="add mod">
          <ac:chgData name="Eclair Chen" userId="bee3a08289d85a0e" providerId="LiveId" clId="{06E24916-5441-43F0-A69B-4CDFA8D2B2D3}" dt="2024-11-17T05:30:18.236" v="929" actId="1076"/>
          <ac:spMkLst>
            <pc:docMk/>
            <pc:sldMk cId="0" sldId="357"/>
            <ac:spMk id="11" creationId="{B13734FE-1AD5-472C-947B-A2B0CD0BE751}"/>
          </ac:spMkLst>
        </pc:spChg>
        <pc:spChg chg="mod">
          <ac:chgData name="Eclair Chen" userId="bee3a08289d85a0e" providerId="LiveId" clId="{06E24916-5441-43F0-A69B-4CDFA8D2B2D3}" dt="2024-11-17T05:34:03.538" v="958" actId="20577"/>
          <ac:spMkLst>
            <pc:docMk/>
            <pc:sldMk cId="0" sldId="357"/>
            <ac:spMk id="695298" creationId="{3F2BA568-242D-4A3B-A678-498F56DA8036}"/>
          </ac:spMkLst>
        </pc:spChg>
        <pc:spChg chg="mod">
          <ac:chgData name="Eclair Chen" userId="bee3a08289d85a0e" providerId="LiveId" clId="{06E24916-5441-43F0-A69B-4CDFA8D2B2D3}" dt="2024-11-17T05:30:21.109" v="930" actId="1076"/>
          <ac:spMkLst>
            <pc:docMk/>
            <pc:sldMk cId="0" sldId="357"/>
            <ac:spMk id="695299" creationId="{B213AC15-9A78-4CFB-AF5D-83104DB789ED}"/>
          </ac:spMkLst>
        </pc:spChg>
        <pc:picChg chg="add mod">
          <ac:chgData name="Eclair Chen" userId="bee3a08289d85a0e" providerId="LiveId" clId="{06E24916-5441-43F0-A69B-4CDFA8D2B2D3}" dt="2024-11-17T05:30:23.753" v="931" actId="1076"/>
          <ac:picMkLst>
            <pc:docMk/>
            <pc:sldMk cId="0" sldId="357"/>
            <ac:picMk id="2" creationId="{511765FC-5C87-4B34-9326-0FBD3F4DA3BA}"/>
          </ac:picMkLst>
        </pc:picChg>
        <pc:picChg chg="add mod">
          <ac:chgData name="Eclair Chen" userId="bee3a08289d85a0e" providerId="LiveId" clId="{06E24916-5441-43F0-A69B-4CDFA8D2B2D3}" dt="2024-11-17T05:30:14.843" v="928" actId="1076"/>
          <ac:picMkLst>
            <pc:docMk/>
            <pc:sldMk cId="0" sldId="357"/>
            <ac:picMk id="3" creationId="{25BD80D8-1742-4890-A1D7-D9AAAC003814}"/>
          </ac:picMkLst>
        </pc:picChg>
        <pc:picChg chg="add mod modCrop">
          <ac:chgData name="Eclair Chen" userId="bee3a08289d85a0e" providerId="LiveId" clId="{06E24916-5441-43F0-A69B-4CDFA8D2B2D3}" dt="2024-11-17T05:32:39.447" v="951" actId="1076"/>
          <ac:picMkLst>
            <pc:docMk/>
            <pc:sldMk cId="0" sldId="357"/>
            <ac:picMk id="4" creationId="{8D5F1D12-24BA-4D2B-9FF6-4B1F6EFAB8C6}"/>
          </ac:picMkLst>
        </pc:picChg>
        <pc:picChg chg="del">
          <ac:chgData name="Eclair Chen" userId="bee3a08289d85a0e" providerId="LiveId" clId="{06E24916-5441-43F0-A69B-4CDFA8D2B2D3}" dt="2024-11-17T05:26:41.338" v="881" actId="478"/>
          <ac:picMkLst>
            <pc:docMk/>
            <pc:sldMk cId="0" sldId="357"/>
            <ac:picMk id="695301" creationId="{E6DE0C48-FAB3-4080-BDCB-9719845D2A3C}"/>
          </ac:picMkLst>
        </pc:picChg>
        <pc:picChg chg="del">
          <ac:chgData name="Eclair Chen" userId="bee3a08289d85a0e" providerId="LiveId" clId="{06E24916-5441-43F0-A69B-4CDFA8D2B2D3}" dt="2024-11-17T05:26:11.116" v="875" actId="478"/>
          <ac:picMkLst>
            <pc:docMk/>
            <pc:sldMk cId="0" sldId="357"/>
            <ac:picMk id="695302" creationId="{7DCFBA72-D5EB-4595-B167-BEB0FC893C94}"/>
          </ac:picMkLst>
        </pc:picChg>
      </pc:sldChg>
      <pc:sldChg chg="addSp delSp modSp mod">
        <pc:chgData name="Eclair Chen" userId="bee3a08289d85a0e" providerId="LiveId" clId="{06E24916-5441-43F0-A69B-4CDFA8D2B2D3}" dt="2024-11-18T14:56:45.054" v="963" actId="1076"/>
        <pc:sldMkLst>
          <pc:docMk/>
          <pc:sldMk cId="0" sldId="358"/>
        </pc:sldMkLst>
        <pc:spChg chg="mod">
          <ac:chgData name="Eclair Chen" userId="bee3a08289d85a0e" providerId="LiveId" clId="{06E24916-5441-43F0-A69B-4CDFA8D2B2D3}" dt="2024-11-17T05:34:12.559" v="961" actId="14100"/>
          <ac:spMkLst>
            <pc:docMk/>
            <pc:sldMk cId="0" sldId="358"/>
            <ac:spMk id="696322" creationId="{CE52D570-74D8-49D7-965B-777D5A11D0DE}"/>
          </ac:spMkLst>
        </pc:spChg>
        <pc:spChg chg="mod">
          <ac:chgData name="Eclair Chen" userId="bee3a08289d85a0e" providerId="LiveId" clId="{06E24916-5441-43F0-A69B-4CDFA8D2B2D3}" dt="2024-11-17T05:34:18.142" v="962" actId="1076"/>
          <ac:spMkLst>
            <pc:docMk/>
            <pc:sldMk cId="0" sldId="358"/>
            <ac:spMk id="696323" creationId="{0F6D3D4C-C903-4303-832C-B2CBA57CA0DE}"/>
          </ac:spMkLst>
        </pc:spChg>
        <pc:picChg chg="add mod">
          <ac:chgData name="Eclair Chen" userId="bee3a08289d85a0e" providerId="LiveId" clId="{06E24916-5441-43F0-A69B-4CDFA8D2B2D3}" dt="2024-11-18T14:56:45.054" v="963" actId="1076"/>
          <ac:picMkLst>
            <pc:docMk/>
            <pc:sldMk cId="0" sldId="358"/>
            <ac:picMk id="2" creationId="{3F11187C-DA99-49E1-966B-10214964B2E3}"/>
          </ac:picMkLst>
        </pc:picChg>
        <pc:picChg chg="add mod">
          <ac:chgData name="Eclair Chen" userId="bee3a08289d85a0e" providerId="LiveId" clId="{06E24916-5441-43F0-A69B-4CDFA8D2B2D3}" dt="2024-11-17T05:34:18.142" v="962" actId="1076"/>
          <ac:picMkLst>
            <pc:docMk/>
            <pc:sldMk cId="0" sldId="358"/>
            <ac:picMk id="3" creationId="{0C17F15E-6BD3-4209-99C9-27DDD72CF1F1}"/>
          </ac:picMkLst>
        </pc:picChg>
        <pc:picChg chg="del">
          <ac:chgData name="Eclair Chen" userId="bee3a08289d85a0e" providerId="LiveId" clId="{06E24916-5441-43F0-A69B-4CDFA8D2B2D3}" dt="2024-11-17T05:31:15.966" v="935" actId="478"/>
          <ac:picMkLst>
            <pc:docMk/>
            <pc:sldMk cId="0" sldId="358"/>
            <ac:picMk id="696325" creationId="{9FC48513-8AD2-435C-800D-63BE455A39C8}"/>
          </ac:picMkLst>
        </pc:picChg>
        <pc:picChg chg="del">
          <ac:chgData name="Eclair Chen" userId="bee3a08289d85a0e" providerId="LiveId" clId="{06E24916-5441-43F0-A69B-4CDFA8D2B2D3}" dt="2024-11-17T05:31:14.066" v="934" actId="478"/>
          <ac:picMkLst>
            <pc:docMk/>
            <pc:sldMk cId="0" sldId="358"/>
            <ac:picMk id="696326" creationId="{915CC4D6-EEF8-416F-B135-B31FC92F3A24}"/>
          </ac:picMkLst>
        </pc:picChg>
      </pc:sldChg>
      <pc:sldChg chg="del">
        <pc:chgData name="Eclair Chen" userId="bee3a08289d85a0e" providerId="LiveId" clId="{06E24916-5441-43F0-A69B-4CDFA8D2B2D3}" dt="2024-11-17T05:33:35.869" v="952" actId="2696"/>
        <pc:sldMkLst>
          <pc:docMk/>
          <pc:sldMk cId="0" sldId="359"/>
        </pc:sldMkLst>
      </pc:sldChg>
      <pc:sldChg chg="addSp delSp modSp mod">
        <pc:chgData name="Eclair Chen" userId="bee3a08289d85a0e" providerId="LiveId" clId="{06E24916-5441-43F0-A69B-4CDFA8D2B2D3}" dt="2024-11-18T15:54:38.017" v="1347" actId="207"/>
        <pc:sldMkLst>
          <pc:docMk/>
          <pc:sldMk cId="0" sldId="360"/>
        </pc:sldMkLst>
        <pc:spChg chg="add mod">
          <ac:chgData name="Eclair Chen" userId="bee3a08289d85a0e" providerId="LiveId" clId="{06E24916-5441-43F0-A69B-4CDFA8D2B2D3}" dt="2024-11-18T15:47:38.277" v="1312" actId="1076"/>
          <ac:spMkLst>
            <pc:docMk/>
            <pc:sldMk cId="0" sldId="360"/>
            <ac:spMk id="9" creationId="{E2194FF5-D775-4DA1-AAB8-502ED56D9FB7}"/>
          </ac:spMkLst>
        </pc:spChg>
        <pc:spChg chg="mod">
          <ac:chgData name="Eclair Chen" userId="bee3a08289d85a0e" providerId="LiveId" clId="{06E24916-5441-43F0-A69B-4CDFA8D2B2D3}" dt="2024-11-18T15:46:35.737" v="1299" actId="6549"/>
          <ac:spMkLst>
            <pc:docMk/>
            <pc:sldMk cId="0" sldId="360"/>
            <ac:spMk id="698370" creationId="{B20CBE0B-9D2E-4351-AF53-C7055980F3E5}"/>
          </ac:spMkLst>
        </pc:spChg>
        <pc:spChg chg="mod">
          <ac:chgData name="Eclair Chen" userId="bee3a08289d85a0e" providerId="LiveId" clId="{06E24916-5441-43F0-A69B-4CDFA8D2B2D3}" dt="2024-11-18T15:54:38.017" v="1347" actId="207"/>
          <ac:spMkLst>
            <pc:docMk/>
            <pc:sldMk cId="0" sldId="360"/>
            <ac:spMk id="698371" creationId="{FB794FDF-EA8C-4C60-806A-B36FD808F184}"/>
          </ac:spMkLst>
        </pc:spChg>
        <pc:picChg chg="add mod ord">
          <ac:chgData name="Eclair Chen" userId="bee3a08289d85a0e" providerId="LiveId" clId="{06E24916-5441-43F0-A69B-4CDFA8D2B2D3}" dt="2024-11-18T15:47:46.611" v="1313" actId="1076"/>
          <ac:picMkLst>
            <pc:docMk/>
            <pc:sldMk cId="0" sldId="360"/>
            <ac:picMk id="2" creationId="{B5E7F513-63E0-4103-AC3A-C05EC9FF3654}"/>
          </ac:picMkLst>
        </pc:picChg>
        <pc:picChg chg="add mod">
          <ac:chgData name="Eclair Chen" userId="bee3a08289d85a0e" providerId="LiveId" clId="{06E24916-5441-43F0-A69B-4CDFA8D2B2D3}" dt="2024-11-18T15:47:38.277" v="1312" actId="1076"/>
          <ac:picMkLst>
            <pc:docMk/>
            <pc:sldMk cId="0" sldId="360"/>
            <ac:picMk id="3" creationId="{75C862C9-B10E-428E-96E9-B58204196595}"/>
          </ac:picMkLst>
        </pc:picChg>
        <pc:picChg chg="del">
          <ac:chgData name="Eclair Chen" userId="bee3a08289d85a0e" providerId="LiveId" clId="{06E24916-5441-43F0-A69B-4CDFA8D2B2D3}" dt="2024-11-18T15:38:12.089" v="1226" actId="478"/>
          <ac:picMkLst>
            <pc:docMk/>
            <pc:sldMk cId="0" sldId="360"/>
            <ac:picMk id="698373" creationId="{D3FB5B7B-0100-477F-B82B-EFA4F8A9B172}"/>
          </ac:picMkLst>
        </pc:picChg>
      </pc:sldChg>
      <pc:sldChg chg="modSp del">
        <pc:chgData name="Eclair Chen" userId="bee3a08289d85a0e" providerId="LiveId" clId="{06E24916-5441-43F0-A69B-4CDFA8D2B2D3}" dt="2024-11-18T15:48:00.166" v="1314" actId="2696"/>
        <pc:sldMkLst>
          <pc:docMk/>
          <pc:sldMk cId="0" sldId="361"/>
        </pc:sldMkLst>
        <pc:spChg chg="mod">
          <ac:chgData name="Eclair Chen" userId="bee3a08289d85a0e" providerId="LiveId" clId="{06E24916-5441-43F0-A69B-4CDFA8D2B2D3}" dt="2024-11-18T15:46:49.260" v="1301" actId="14100"/>
          <ac:spMkLst>
            <pc:docMk/>
            <pc:sldMk cId="0" sldId="361"/>
            <ac:spMk id="699395" creationId="{4C2D36CB-9ABB-4A34-A20C-AA24A0B11EBF}"/>
          </ac:spMkLst>
        </pc:spChg>
      </pc:sldChg>
      <pc:sldChg chg="addSp delSp modSp mod">
        <pc:chgData name="Eclair Chen" userId="bee3a08289d85a0e" providerId="LiveId" clId="{06E24916-5441-43F0-A69B-4CDFA8D2B2D3}" dt="2024-11-18T15:54:21.495" v="1345" actId="478"/>
        <pc:sldMkLst>
          <pc:docMk/>
          <pc:sldMk cId="0" sldId="362"/>
        </pc:sldMkLst>
        <pc:spChg chg="add del mod">
          <ac:chgData name="Eclair Chen" userId="bee3a08289d85a0e" providerId="LiveId" clId="{06E24916-5441-43F0-A69B-4CDFA8D2B2D3}" dt="2024-11-18T15:54:21.495" v="1345" actId="478"/>
          <ac:spMkLst>
            <pc:docMk/>
            <pc:sldMk cId="0" sldId="362"/>
            <ac:spMk id="4" creationId="{A6D0A701-A41D-4EAE-B873-46FE83819752}"/>
          </ac:spMkLst>
        </pc:spChg>
        <pc:spChg chg="mod">
          <ac:chgData name="Eclair Chen" userId="bee3a08289d85a0e" providerId="LiveId" clId="{06E24916-5441-43F0-A69B-4CDFA8D2B2D3}" dt="2024-11-18T15:54:09.382" v="1342" actId="255"/>
          <ac:spMkLst>
            <pc:docMk/>
            <pc:sldMk cId="0" sldId="362"/>
            <ac:spMk id="700418" creationId="{97C27B02-B266-44A8-B5BF-14A96B66CA80}"/>
          </ac:spMkLst>
        </pc:spChg>
        <pc:spChg chg="del mod">
          <ac:chgData name="Eclair Chen" userId="bee3a08289d85a0e" providerId="LiveId" clId="{06E24916-5441-43F0-A69B-4CDFA8D2B2D3}" dt="2024-11-18T15:54:18.711" v="1344" actId="478"/>
          <ac:spMkLst>
            <pc:docMk/>
            <pc:sldMk cId="0" sldId="362"/>
            <ac:spMk id="700419" creationId="{F2E3721F-954C-4DC1-A991-84725D47ECB6}"/>
          </ac:spMkLst>
        </pc:spChg>
        <pc:picChg chg="add mod ord">
          <ac:chgData name="Eclair Chen" userId="bee3a08289d85a0e" providerId="LiveId" clId="{06E24916-5441-43F0-A69B-4CDFA8D2B2D3}" dt="2024-11-18T15:54:13.142" v="1343" actId="1076"/>
          <ac:picMkLst>
            <pc:docMk/>
            <pc:sldMk cId="0" sldId="362"/>
            <ac:picMk id="2" creationId="{57E56165-F641-4880-817F-A210A7ABA3DE}"/>
          </ac:picMkLst>
        </pc:picChg>
        <pc:picChg chg="add mod ord">
          <ac:chgData name="Eclair Chen" userId="bee3a08289d85a0e" providerId="LiveId" clId="{06E24916-5441-43F0-A69B-4CDFA8D2B2D3}" dt="2024-11-18T15:52:36.979" v="1331" actId="14100"/>
          <ac:picMkLst>
            <pc:docMk/>
            <pc:sldMk cId="0" sldId="362"/>
            <ac:picMk id="3" creationId="{F9C41432-1261-4962-ACE0-B88181860FCF}"/>
          </ac:picMkLst>
        </pc:picChg>
        <pc:picChg chg="del">
          <ac:chgData name="Eclair Chen" userId="bee3a08289d85a0e" providerId="LiveId" clId="{06E24916-5441-43F0-A69B-4CDFA8D2B2D3}" dt="2024-11-18T15:50:34.512" v="1315" actId="478"/>
          <ac:picMkLst>
            <pc:docMk/>
            <pc:sldMk cId="0" sldId="362"/>
            <ac:picMk id="700421" creationId="{ED8E504D-E81D-4BDC-ABE7-61CEFC36FED2}"/>
          </ac:picMkLst>
        </pc:picChg>
      </pc:sldChg>
      <pc:sldChg chg="addSp delSp modSp mod">
        <pc:chgData name="Eclair Chen" userId="bee3a08289d85a0e" providerId="LiveId" clId="{06E24916-5441-43F0-A69B-4CDFA8D2B2D3}" dt="2024-11-17T05:08:33.221" v="811" actId="1076"/>
        <pc:sldMkLst>
          <pc:docMk/>
          <pc:sldMk cId="0" sldId="363"/>
        </pc:sldMkLst>
        <pc:spChg chg="mod">
          <ac:chgData name="Eclair Chen" userId="bee3a08289d85a0e" providerId="LiveId" clId="{06E24916-5441-43F0-A69B-4CDFA8D2B2D3}" dt="2024-11-17T05:08:12.857" v="809" actId="14100"/>
          <ac:spMkLst>
            <pc:docMk/>
            <pc:sldMk cId="0" sldId="363"/>
            <ac:spMk id="701442" creationId="{C74A1F70-1052-4F02-AB20-A45E2498B975}"/>
          </ac:spMkLst>
        </pc:spChg>
        <pc:spChg chg="mod">
          <ac:chgData name="Eclair Chen" userId="bee3a08289d85a0e" providerId="LiveId" clId="{06E24916-5441-43F0-A69B-4CDFA8D2B2D3}" dt="2024-11-17T04:52:20.437" v="686" actId="208"/>
          <ac:spMkLst>
            <pc:docMk/>
            <pc:sldMk cId="0" sldId="363"/>
            <ac:spMk id="701443" creationId="{06866E4D-51D0-4D37-8080-44024D38F2C0}"/>
          </ac:spMkLst>
        </pc:spChg>
        <pc:picChg chg="add mod ord">
          <ac:chgData name="Eclair Chen" userId="bee3a08289d85a0e" providerId="LiveId" clId="{06E24916-5441-43F0-A69B-4CDFA8D2B2D3}" dt="2024-11-17T05:08:09.721" v="808" actId="1076"/>
          <ac:picMkLst>
            <pc:docMk/>
            <pc:sldMk cId="0" sldId="363"/>
            <ac:picMk id="2" creationId="{7055C377-9A7B-4F68-9E93-3B5360E08BB3}"/>
          </ac:picMkLst>
        </pc:picChg>
        <pc:picChg chg="add mod ord">
          <ac:chgData name="Eclair Chen" userId="bee3a08289d85a0e" providerId="LiveId" clId="{06E24916-5441-43F0-A69B-4CDFA8D2B2D3}" dt="2024-11-17T05:08:33.221" v="811" actId="1076"/>
          <ac:picMkLst>
            <pc:docMk/>
            <pc:sldMk cId="0" sldId="363"/>
            <ac:picMk id="3" creationId="{3C7404E2-2A0A-47CC-82F0-FA560D7B08C6}"/>
          </ac:picMkLst>
        </pc:picChg>
        <pc:picChg chg="del">
          <ac:chgData name="Eclair Chen" userId="bee3a08289d85a0e" providerId="LiveId" clId="{06E24916-5441-43F0-A69B-4CDFA8D2B2D3}" dt="2024-11-17T04:42:07.431" v="645" actId="478"/>
          <ac:picMkLst>
            <pc:docMk/>
            <pc:sldMk cId="0" sldId="363"/>
            <ac:picMk id="701445" creationId="{98EDE3EB-6341-45BA-BA69-1C7AF14CF336}"/>
          </ac:picMkLst>
        </pc:picChg>
      </pc:sldChg>
      <pc:sldChg chg="del">
        <pc:chgData name="Eclair Chen" userId="bee3a08289d85a0e" providerId="LiveId" clId="{06E24916-5441-43F0-A69B-4CDFA8D2B2D3}" dt="2024-11-17T04:52:27.645" v="687" actId="2696"/>
        <pc:sldMkLst>
          <pc:docMk/>
          <pc:sldMk cId="0" sldId="364"/>
        </pc:sldMkLst>
      </pc:sldChg>
      <pc:sldChg chg="addSp delSp modSp mod">
        <pc:chgData name="Eclair Chen" userId="bee3a08289d85a0e" providerId="LiveId" clId="{06E24916-5441-43F0-A69B-4CDFA8D2B2D3}" dt="2024-11-17T05:09:52.876" v="818" actId="1076"/>
        <pc:sldMkLst>
          <pc:docMk/>
          <pc:sldMk cId="0" sldId="365"/>
        </pc:sldMkLst>
        <pc:spChg chg="mod">
          <ac:chgData name="Eclair Chen" userId="bee3a08289d85a0e" providerId="LiveId" clId="{06E24916-5441-43F0-A69B-4CDFA8D2B2D3}" dt="2024-11-17T05:08:46.956" v="814" actId="14100"/>
          <ac:spMkLst>
            <pc:docMk/>
            <pc:sldMk cId="0" sldId="365"/>
            <ac:spMk id="703490" creationId="{4576F4BA-1855-4E85-9CA3-9F736A1A2BD8}"/>
          </ac:spMkLst>
        </pc:spChg>
        <pc:spChg chg="mod">
          <ac:chgData name="Eclair Chen" userId="bee3a08289d85a0e" providerId="LiveId" clId="{06E24916-5441-43F0-A69B-4CDFA8D2B2D3}" dt="2024-11-17T05:08:56.555" v="815" actId="1076"/>
          <ac:spMkLst>
            <pc:docMk/>
            <pc:sldMk cId="0" sldId="365"/>
            <ac:spMk id="703491" creationId="{C08C3A22-D28D-4B65-87AF-2CD3456290DC}"/>
          </ac:spMkLst>
        </pc:spChg>
        <pc:picChg chg="add mod">
          <ac:chgData name="Eclair Chen" userId="bee3a08289d85a0e" providerId="LiveId" clId="{06E24916-5441-43F0-A69B-4CDFA8D2B2D3}" dt="2024-11-17T05:09:49.978" v="817" actId="1076"/>
          <ac:picMkLst>
            <pc:docMk/>
            <pc:sldMk cId="0" sldId="365"/>
            <ac:picMk id="2" creationId="{BE5DF3B9-D03A-4F32-919F-4A955582068D}"/>
          </ac:picMkLst>
        </pc:picChg>
        <pc:picChg chg="add mod">
          <ac:chgData name="Eclair Chen" userId="bee3a08289d85a0e" providerId="LiveId" clId="{06E24916-5441-43F0-A69B-4CDFA8D2B2D3}" dt="2024-11-17T05:09:52.876" v="818" actId="1076"/>
          <ac:picMkLst>
            <pc:docMk/>
            <pc:sldMk cId="0" sldId="365"/>
            <ac:picMk id="9" creationId="{68285B3C-1459-427C-B328-3336D5535669}"/>
          </ac:picMkLst>
        </pc:picChg>
        <pc:picChg chg="del">
          <ac:chgData name="Eclair Chen" userId="bee3a08289d85a0e" providerId="LiveId" clId="{06E24916-5441-43F0-A69B-4CDFA8D2B2D3}" dt="2024-11-17T05:07:07.231" v="793" actId="478"/>
          <ac:picMkLst>
            <pc:docMk/>
            <pc:sldMk cId="0" sldId="365"/>
            <ac:picMk id="703493" creationId="{4D3BD8A8-6981-477B-91C2-93EE0B386E55}"/>
          </ac:picMkLst>
        </pc:picChg>
        <pc:picChg chg="del">
          <ac:chgData name="Eclair Chen" userId="bee3a08289d85a0e" providerId="LiveId" clId="{06E24916-5441-43F0-A69B-4CDFA8D2B2D3}" dt="2024-11-17T05:06:57.575" v="787" actId="478"/>
          <ac:picMkLst>
            <pc:docMk/>
            <pc:sldMk cId="0" sldId="365"/>
            <ac:picMk id="703495" creationId="{4D75DF61-ABB5-48E2-9B75-290481B2825F}"/>
          </ac:picMkLst>
        </pc:picChg>
      </pc:sldChg>
      <pc:sldChg chg="del">
        <pc:chgData name="Eclair Chen" userId="bee3a08289d85a0e" providerId="LiveId" clId="{06E24916-5441-43F0-A69B-4CDFA8D2B2D3}" dt="2024-11-18T15:52:47.639" v="1332" actId="2696"/>
        <pc:sldMkLst>
          <pc:docMk/>
          <pc:sldMk cId="0" sldId="366"/>
        </pc:sldMkLst>
      </pc:sldChg>
      <pc:sldChg chg="del">
        <pc:chgData name="Eclair Chen" userId="bee3a08289d85a0e" providerId="LiveId" clId="{06E24916-5441-43F0-A69B-4CDFA8D2B2D3}" dt="2024-11-18T15:52:52.416" v="1333" actId="2696"/>
        <pc:sldMkLst>
          <pc:docMk/>
          <pc:sldMk cId="0" sldId="367"/>
        </pc:sldMkLst>
      </pc:sldChg>
      <pc:sldChg chg="delSp modSp add mod">
        <pc:chgData name="Eclair Chen" userId="bee3a08289d85a0e" providerId="LiveId" clId="{06E24916-5441-43F0-A69B-4CDFA8D2B2D3}" dt="2024-11-18T15:57:21.072" v="1361" actId="207"/>
        <pc:sldMkLst>
          <pc:docMk/>
          <pc:sldMk cId="1326313337" sldId="368"/>
        </pc:sldMkLst>
        <pc:spChg chg="mod">
          <ac:chgData name="Eclair Chen" userId="bee3a08289d85a0e" providerId="LiveId" clId="{06E24916-5441-43F0-A69B-4CDFA8D2B2D3}" dt="2024-11-18T14:59:01.371" v="976" actId="14100"/>
          <ac:spMkLst>
            <pc:docMk/>
            <pc:sldMk cId="1326313337" sldId="368"/>
            <ac:spMk id="696322" creationId="{CE52D570-74D8-49D7-965B-777D5A11D0DE}"/>
          </ac:spMkLst>
        </pc:spChg>
        <pc:spChg chg="mod">
          <ac:chgData name="Eclair Chen" userId="bee3a08289d85a0e" providerId="LiveId" clId="{06E24916-5441-43F0-A69B-4CDFA8D2B2D3}" dt="2024-11-18T15:57:21.072" v="1361" actId="207"/>
          <ac:spMkLst>
            <pc:docMk/>
            <pc:sldMk cId="1326313337" sldId="368"/>
            <ac:spMk id="696323" creationId="{0F6D3D4C-C903-4303-832C-B2CBA57CA0DE}"/>
          </ac:spMkLst>
        </pc:spChg>
        <pc:picChg chg="del">
          <ac:chgData name="Eclair Chen" userId="bee3a08289d85a0e" providerId="LiveId" clId="{06E24916-5441-43F0-A69B-4CDFA8D2B2D3}" dt="2024-11-18T14:59:46.124" v="978" actId="478"/>
          <ac:picMkLst>
            <pc:docMk/>
            <pc:sldMk cId="1326313337" sldId="368"/>
            <ac:picMk id="2" creationId="{3F11187C-DA99-49E1-966B-10214964B2E3}"/>
          </ac:picMkLst>
        </pc:picChg>
        <pc:picChg chg="del">
          <ac:chgData name="Eclair Chen" userId="bee3a08289d85a0e" providerId="LiveId" clId="{06E24916-5441-43F0-A69B-4CDFA8D2B2D3}" dt="2024-11-18T14:59:48.231" v="979" actId="478"/>
          <ac:picMkLst>
            <pc:docMk/>
            <pc:sldMk cId="1326313337" sldId="368"/>
            <ac:picMk id="3" creationId="{0C17F15E-6BD3-4209-99C9-27DDD72CF1F1}"/>
          </ac:picMkLst>
        </pc:picChg>
      </pc:sldChg>
      <pc:sldChg chg="addSp delSp modSp add del mod">
        <pc:chgData name="Eclair Chen" userId="bee3a08289d85a0e" providerId="LiveId" clId="{06E24916-5441-43F0-A69B-4CDFA8D2B2D3}" dt="2024-11-17T04:05:48.861" v="453" actId="2696"/>
        <pc:sldMkLst>
          <pc:docMk/>
          <pc:sldMk cId="3615400937" sldId="368"/>
        </pc:sldMkLst>
        <pc:spChg chg="add mod">
          <ac:chgData name="Eclair Chen" userId="bee3a08289d85a0e" providerId="LiveId" clId="{06E24916-5441-43F0-A69B-4CDFA8D2B2D3}" dt="2024-11-17T03:38:29.436" v="291"/>
          <ac:spMkLst>
            <pc:docMk/>
            <pc:sldMk cId="3615400937" sldId="368"/>
            <ac:spMk id="9" creationId="{EB6FD780-8A53-441F-A153-A177BFD71BB5}"/>
          </ac:spMkLst>
        </pc:spChg>
        <pc:spChg chg="add mod">
          <ac:chgData name="Eclair Chen" userId="bee3a08289d85a0e" providerId="LiveId" clId="{06E24916-5441-43F0-A69B-4CDFA8D2B2D3}" dt="2024-11-17T04:01:37.846" v="416" actId="14100"/>
          <ac:spMkLst>
            <pc:docMk/>
            <pc:sldMk cId="3615400937" sldId="368"/>
            <ac:spMk id="12" creationId="{A4070390-DB6A-45E5-90E8-7E9349CB0C94}"/>
          </ac:spMkLst>
        </pc:spChg>
        <pc:spChg chg="del">
          <ac:chgData name="Eclair Chen" userId="bee3a08289d85a0e" providerId="LiveId" clId="{06E24916-5441-43F0-A69B-4CDFA8D2B2D3}" dt="2024-11-17T03:38:29.187" v="290" actId="478"/>
          <ac:spMkLst>
            <pc:docMk/>
            <pc:sldMk cId="3615400937" sldId="368"/>
            <ac:spMk id="581650" creationId="{4D25FE4E-DEF9-4567-9BE4-B7E470CD2537}"/>
          </ac:spMkLst>
        </pc:spChg>
        <pc:spChg chg="mod">
          <ac:chgData name="Eclair Chen" userId="bee3a08289d85a0e" providerId="LiveId" clId="{06E24916-5441-43F0-A69B-4CDFA8D2B2D3}" dt="2024-11-17T03:59:57.626" v="402" actId="14100"/>
          <ac:spMkLst>
            <pc:docMk/>
            <pc:sldMk cId="3615400937" sldId="368"/>
            <ac:spMk id="581651" creationId="{182B8633-BEC6-43CA-B1E1-56FEAA6DB1AA}"/>
          </ac:spMkLst>
        </pc:spChg>
        <pc:picChg chg="add mod">
          <ac:chgData name="Eclair Chen" userId="bee3a08289d85a0e" providerId="LiveId" clId="{06E24916-5441-43F0-A69B-4CDFA8D2B2D3}" dt="2024-11-17T03:54:34.067" v="317" actId="1076"/>
          <ac:picMkLst>
            <pc:docMk/>
            <pc:sldMk cId="3615400937" sldId="368"/>
            <ac:picMk id="2" creationId="{7E214EA1-C28F-4906-8576-A7B99F0A0E46}"/>
          </ac:picMkLst>
        </pc:picChg>
        <pc:picChg chg="add del mod ord">
          <ac:chgData name="Eclair Chen" userId="bee3a08289d85a0e" providerId="LiveId" clId="{06E24916-5441-43F0-A69B-4CDFA8D2B2D3}" dt="2024-11-17T03:59:16.546" v="364" actId="478"/>
          <ac:picMkLst>
            <pc:docMk/>
            <pc:sldMk cId="3615400937" sldId="368"/>
            <ac:picMk id="10" creationId="{CB49EF68-E71B-4027-B946-4B564B1A07A6}"/>
          </ac:picMkLst>
        </pc:picChg>
        <pc:picChg chg="add del mod">
          <ac:chgData name="Eclair Chen" userId="bee3a08289d85a0e" providerId="LiveId" clId="{06E24916-5441-43F0-A69B-4CDFA8D2B2D3}" dt="2024-11-17T03:59:21.612" v="367" actId="478"/>
          <ac:picMkLst>
            <pc:docMk/>
            <pc:sldMk cId="3615400937" sldId="368"/>
            <ac:picMk id="11" creationId="{5092262B-7430-4BD4-B50B-E2EB5F01852D}"/>
          </ac:picMkLst>
        </pc:picChg>
        <pc:picChg chg="del">
          <ac:chgData name="Eclair Chen" userId="bee3a08289d85a0e" providerId="LiveId" clId="{06E24916-5441-43F0-A69B-4CDFA8D2B2D3}" dt="2024-11-17T03:54:13.203" v="310" actId="478"/>
          <ac:picMkLst>
            <pc:docMk/>
            <pc:sldMk cId="3615400937" sldId="368"/>
            <ac:picMk id="581652" creationId="{9C7AC572-D091-4B35-8BDB-65A5EE84B476}"/>
          </ac:picMkLst>
        </pc:picChg>
        <pc:picChg chg="mod">
          <ac:chgData name="Eclair Chen" userId="bee3a08289d85a0e" providerId="LiveId" clId="{06E24916-5441-43F0-A69B-4CDFA8D2B2D3}" dt="2024-11-17T03:55:48.016" v="331" actId="1076"/>
          <ac:picMkLst>
            <pc:docMk/>
            <pc:sldMk cId="3615400937" sldId="368"/>
            <ac:picMk id="581653" creationId="{EED5353D-1576-4FF6-81AB-94867D1D30CA}"/>
          </ac:picMkLst>
        </pc:picChg>
      </pc:sldChg>
      <pc:sldChg chg="addSp delSp modSp add mod">
        <pc:chgData name="Eclair Chen" userId="bee3a08289d85a0e" providerId="LiveId" clId="{06E24916-5441-43F0-A69B-4CDFA8D2B2D3}" dt="2024-11-18T15:25:05.771" v="1160" actId="14100"/>
        <pc:sldMkLst>
          <pc:docMk/>
          <pc:sldMk cId="2373095560" sldId="369"/>
        </pc:sldMkLst>
        <pc:spChg chg="add del mod">
          <ac:chgData name="Eclair Chen" userId="bee3a08289d85a0e" providerId="LiveId" clId="{06E24916-5441-43F0-A69B-4CDFA8D2B2D3}" dt="2024-11-18T15:16:03.956" v="1070" actId="478"/>
          <ac:spMkLst>
            <pc:docMk/>
            <pc:sldMk cId="2373095560" sldId="369"/>
            <ac:spMk id="2" creationId="{01D720A3-43CA-4F19-86BC-FC045F52E8D5}"/>
          </ac:spMkLst>
        </pc:spChg>
        <pc:spChg chg="mod">
          <ac:chgData name="Eclair Chen" userId="bee3a08289d85a0e" providerId="LiveId" clId="{06E24916-5441-43F0-A69B-4CDFA8D2B2D3}" dt="2024-11-18T15:25:05.771" v="1160" actId="14100"/>
          <ac:spMkLst>
            <pc:docMk/>
            <pc:sldMk cId="2373095560" sldId="369"/>
            <ac:spMk id="696322" creationId="{CE52D570-74D8-49D7-965B-777D5A11D0DE}"/>
          </ac:spMkLst>
        </pc:spChg>
        <pc:spChg chg="del">
          <ac:chgData name="Eclair Chen" userId="bee3a08289d85a0e" providerId="LiveId" clId="{06E24916-5441-43F0-A69B-4CDFA8D2B2D3}" dt="2024-11-18T15:16:02.125" v="1069" actId="478"/>
          <ac:spMkLst>
            <pc:docMk/>
            <pc:sldMk cId="2373095560" sldId="369"/>
            <ac:spMk id="696323" creationId="{0F6D3D4C-C903-4303-832C-B2CBA57CA0DE}"/>
          </ac:spMkLst>
        </pc:spChg>
        <pc:spChg chg="mod">
          <ac:chgData name="Eclair Chen" userId="bee3a08289d85a0e" providerId="LiveId" clId="{06E24916-5441-43F0-A69B-4CDFA8D2B2D3}" dt="2024-11-18T15:21:06.964" v="1143" actId="1076"/>
          <ac:spMkLst>
            <pc:docMk/>
            <pc:sldMk cId="2373095560" sldId="369"/>
            <ac:spMk id="696324" creationId="{C4BE5B78-44EC-4836-9F8B-1315DB6CFF8C}"/>
          </ac:spMkLst>
        </pc:spChg>
        <pc:picChg chg="add mod ord">
          <ac:chgData name="Eclair Chen" userId="bee3a08289d85a0e" providerId="LiveId" clId="{06E24916-5441-43F0-A69B-4CDFA8D2B2D3}" dt="2024-11-18T15:24:56.771" v="1158" actId="1076"/>
          <ac:picMkLst>
            <pc:docMk/>
            <pc:sldMk cId="2373095560" sldId="369"/>
            <ac:picMk id="3" creationId="{115785DB-FE5E-4885-AB67-65C7C6F9CC0F}"/>
          </ac:picMkLst>
        </pc:picChg>
        <pc:picChg chg="add mod ord">
          <ac:chgData name="Eclair Chen" userId="bee3a08289d85a0e" providerId="LiveId" clId="{06E24916-5441-43F0-A69B-4CDFA8D2B2D3}" dt="2024-11-18T15:21:27.052" v="1145" actId="1076"/>
          <ac:picMkLst>
            <pc:docMk/>
            <pc:sldMk cId="2373095560" sldId="369"/>
            <ac:picMk id="4" creationId="{56DF0618-669E-4C86-B808-0FCE00938346}"/>
          </ac:picMkLst>
        </pc:picChg>
      </pc:sldChg>
      <pc:sldChg chg="addSp delSp modSp add mod ord">
        <pc:chgData name="Eclair Chen" userId="bee3a08289d85a0e" providerId="LiveId" clId="{06E24916-5441-43F0-A69B-4CDFA8D2B2D3}" dt="2024-11-18T15:29:16.165" v="1188" actId="692"/>
        <pc:sldMkLst>
          <pc:docMk/>
          <pc:sldMk cId="2672657461" sldId="370"/>
        </pc:sldMkLst>
        <pc:spChg chg="add del mod">
          <ac:chgData name="Eclair Chen" userId="bee3a08289d85a0e" providerId="LiveId" clId="{06E24916-5441-43F0-A69B-4CDFA8D2B2D3}" dt="2024-11-18T15:25:16.870" v="1163" actId="478"/>
          <ac:spMkLst>
            <pc:docMk/>
            <pc:sldMk cId="2672657461" sldId="370"/>
            <ac:spMk id="5" creationId="{8F5E13EA-539F-42B4-ADF7-1D4DFBD24215}"/>
          </ac:spMkLst>
        </pc:spChg>
        <pc:spChg chg="add mod">
          <ac:chgData name="Eclair Chen" userId="bee3a08289d85a0e" providerId="LiveId" clId="{06E24916-5441-43F0-A69B-4CDFA8D2B2D3}" dt="2024-11-18T15:25:19.976" v="1164" actId="20577"/>
          <ac:spMkLst>
            <pc:docMk/>
            <pc:sldMk cId="2672657461" sldId="370"/>
            <ac:spMk id="12" creationId="{79A3BD55-85C9-4DD8-86B6-B29B7B970019}"/>
          </ac:spMkLst>
        </pc:spChg>
        <pc:spChg chg="del">
          <ac:chgData name="Eclair Chen" userId="bee3a08289d85a0e" providerId="LiveId" clId="{06E24916-5441-43F0-A69B-4CDFA8D2B2D3}" dt="2024-11-18T15:25:13.928" v="1161" actId="478"/>
          <ac:spMkLst>
            <pc:docMk/>
            <pc:sldMk cId="2672657461" sldId="370"/>
            <ac:spMk id="695298" creationId="{3F2BA568-242D-4A3B-A678-498F56DA8036}"/>
          </ac:spMkLst>
        </pc:spChg>
        <pc:picChg chg="del">
          <ac:chgData name="Eclair Chen" userId="bee3a08289d85a0e" providerId="LiveId" clId="{06E24916-5441-43F0-A69B-4CDFA8D2B2D3}" dt="2024-11-18T15:26:14.138" v="1165" actId="478"/>
          <ac:picMkLst>
            <pc:docMk/>
            <pc:sldMk cId="2672657461" sldId="370"/>
            <ac:picMk id="2" creationId="{511765FC-5C87-4B34-9326-0FBD3F4DA3BA}"/>
          </ac:picMkLst>
        </pc:picChg>
        <pc:picChg chg="del">
          <ac:chgData name="Eclair Chen" userId="bee3a08289d85a0e" providerId="LiveId" clId="{06E24916-5441-43F0-A69B-4CDFA8D2B2D3}" dt="2024-11-18T15:26:56.819" v="1170" actId="478"/>
          <ac:picMkLst>
            <pc:docMk/>
            <pc:sldMk cId="2672657461" sldId="370"/>
            <ac:picMk id="3" creationId="{25BD80D8-1742-4890-A1D7-D9AAAC003814}"/>
          </ac:picMkLst>
        </pc:picChg>
        <pc:picChg chg="del">
          <ac:chgData name="Eclair Chen" userId="bee3a08289d85a0e" providerId="LiveId" clId="{06E24916-5441-43F0-A69B-4CDFA8D2B2D3}" dt="2024-11-18T15:28:43.347" v="1182" actId="478"/>
          <ac:picMkLst>
            <pc:docMk/>
            <pc:sldMk cId="2672657461" sldId="370"/>
            <ac:picMk id="4" creationId="{8D5F1D12-24BA-4D2B-9FF6-4B1F6EFAB8C6}"/>
          </ac:picMkLst>
        </pc:picChg>
        <pc:picChg chg="add mod">
          <ac:chgData name="Eclair Chen" userId="bee3a08289d85a0e" providerId="LiveId" clId="{06E24916-5441-43F0-A69B-4CDFA8D2B2D3}" dt="2024-11-18T15:28:01.257" v="1181" actId="14100"/>
          <ac:picMkLst>
            <pc:docMk/>
            <pc:sldMk cId="2672657461" sldId="370"/>
            <ac:picMk id="6" creationId="{33852ED1-4AD8-420E-98B4-A15FE23000AB}"/>
          </ac:picMkLst>
        </pc:picChg>
        <pc:picChg chg="add mod">
          <ac:chgData name="Eclair Chen" userId="bee3a08289d85a0e" providerId="LiveId" clId="{06E24916-5441-43F0-A69B-4CDFA8D2B2D3}" dt="2024-11-18T15:27:59.046" v="1180" actId="14100"/>
          <ac:picMkLst>
            <pc:docMk/>
            <pc:sldMk cId="2672657461" sldId="370"/>
            <ac:picMk id="7" creationId="{55ED594A-BEB6-4E36-BFEB-D63A18BA1FCB}"/>
          </ac:picMkLst>
        </pc:picChg>
        <pc:picChg chg="add mod">
          <ac:chgData name="Eclair Chen" userId="bee3a08289d85a0e" providerId="LiveId" clId="{06E24916-5441-43F0-A69B-4CDFA8D2B2D3}" dt="2024-11-18T15:29:16.165" v="1188" actId="692"/>
          <ac:picMkLst>
            <pc:docMk/>
            <pc:sldMk cId="2672657461" sldId="370"/>
            <ac:picMk id="9" creationId="{117BFBBC-5BE3-44E4-9125-88AC71B9C651}"/>
          </ac:picMkLst>
        </pc:picChg>
      </pc:sldChg>
      <pc:sldChg chg="addSp delSp modSp add mod ord">
        <pc:chgData name="Eclair Chen" userId="bee3a08289d85a0e" providerId="LiveId" clId="{06E24916-5441-43F0-A69B-4CDFA8D2B2D3}" dt="2024-11-18T15:36:58.551" v="1225" actId="20577"/>
        <pc:sldMkLst>
          <pc:docMk/>
          <pc:sldMk cId="2557182332" sldId="371"/>
        </pc:sldMkLst>
        <pc:spChg chg="add del mod">
          <ac:chgData name="Eclair Chen" userId="bee3a08289d85a0e" providerId="LiveId" clId="{06E24916-5441-43F0-A69B-4CDFA8D2B2D3}" dt="2024-11-18T15:29:51.133" v="1194" actId="478"/>
          <ac:spMkLst>
            <pc:docMk/>
            <pc:sldMk cId="2557182332" sldId="371"/>
            <ac:spMk id="4" creationId="{212BE76E-F1D1-499E-BE65-9FD83DAF84FD}"/>
          </ac:spMkLst>
        </pc:spChg>
        <pc:spChg chg="add mod">
          <ac:chgData name="Eclair Chen" userId="bee3a08289d85a0e" providerId="LiveId" clId="{06E24916-5441-43F0-A69B-4CDFA8D2B2D3}" dt="2024-11-18T15:36:58.551" v="1225" actId="20577"/>
          <ac:spMkLst>
            <pc:docMk/>
            <pc:sldMk cId="2557182332" sldId="371"/>
            <ac:spMk id="9" creationId="{3BF2BA80-620F-453B-BC54-6E8695E241CC}"/>
          </ac:spMkLst>
        </pc:spChg>
        <pc:spChg chg="del">
          <ac:chgData name="Eclair Chen" userId="bee3a08289d85a0e" providerId="LiveId" clId="{06E24916-5441-43F0-A69B-4CDFA8D2B2D3}" dt="2024-11-18T15:29:48.243" v="1192" actId="478"/>
          <ac:spMkLst>
            <pc:docMk/>
            <pc:sldMk cId="2557182332" sldId="371"/>
            <ac:spMk id="696322" creationId="{CE52D570-74D8-49D7-965B-777D5A11D0DE}"/>
          </ac:spMkLst>
        </pc:spChg>
        <pc:picChg chg="del">
          <ac:chgData name="Eclair Chen" userId="bee3a08289d85a0e" providerId="LiveId" clId="{06E24916-5441-43F0-A69B-4CDFA8D2B2D3}" dt="2024-11-18T15:32:18.586" v="1195" actId="478"/>
          <ac:picMkLst>
            <pc:docMk/>
            <pc:sldMk cId="2557182332" sldId="371"/>
            <ac:picMk id="2" creationId="{3F11187C-DA99-49E1-966B-10214964B2E3}"/>
          </ac:picMkLst>
        </pc:picChg>
        <pc:picChg chg="del">
          <ac:chgData name="Eclair Chen" userId="bee3a08289d85a0e" providerId="LiveId" clId="{06E24916-5441-43F0-A69B-4CDFA8D2B2D3}" dt="2024-11-18T15:32:19.513" v="1196" actId="478"/>
          <ac:picMkLst>
            <pc:docMk/>
            <pc:sldMk cId="2557182332" sldId="371"/>
            <ac:picMk id="3" creationId="{0C17F15E-6BD3-4209-99C9-27DDD72CF1F1}"/>
          </ac:picMkLst>
        </pc:picChg>
        <pc:picChg chg="add mod">
          <ac:chgData name="Eclair Chen" userId="bee3a08289d85a0e" providerId="LiveId" clId="{06E24916-5441-43F0-A69B-4CDFA8D2B2D3}" dt="2024-11-18T15:32:37.033" v="1204" actId="1076"/>
          <ac:picMkLst>
            <pc:docMk/>
            <pc:sldMk cId="2557182332" sldId="371"/>
            <ac:picMk id="5" creationId="{913B0C6D-C799-49F2-9677-E01EF760B7FD}"/>
          </ac:picMkLst>
        </pc:picChg>
        <pc:picChg chg="add mod">
          <ac:chgData name="Eclair Chen" userId="bee3a08289d85a0e" providerId="LiveId" clId="{06E24916-5441-43F0-A69B-4CDFA8D2B2D3}" dt="2024-11-18T15:33:39.177" v="1211" actId="1076"/>
          <ac:picMkLst>
            <pc:docMk/>
            <pc:sldMk cId="2557182332" sldId="371"/>
            <ac:picMk id="6" creationId="{1A4789B9-8219-466C-AFDF-86710FBDBF2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7530B6FF-E35F-4C04-9219-0880451C353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52A5184D-1502-473C-8DC5-F58FB48786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3481C2D2-5F05-476E-A5CF-982DFFB166C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6207FBCC-0E99-4871-829B-2107CF8B7F6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EDEDDE34-DAC9-4428-8A8D-F691BDD58B6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0DF127A8-4602-4193-AA82-BC902691AA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6BD605D5-81AA-4292-B8F6-7104BAE06A6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262EA760-CBCC-4686-980A-548E7837E2A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>
            <a:extLst>
              <a:ext uri="{FF2B5EF4-FFF2-40B4-BE49-F238E27FC236}">
                <a16:creationId xmlns:a16="http://schemas.microsoft.com/office/drawing/2014/main" id="{C87D37EB-02EF-4450-9A0D-9E773D8C85B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>
            <a:extLst>
              <a:ext uri="{FF2B5EF4-FFF2-40B4-BE49-F238E27FC236}">
                <a16:creationId xmlns:a16="http://schemas.microsoft.com/office/drawing/2014/main" id="{58C92BD1-2A41-4D65-9F8E-4444BA9BC2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71" name="Rectangle 7">
            <a:extLst>
              <a:ext uri="{FF2B5EF4-FFF2-40B4-BE49-F238E27FC236}">
                <a16:creationId xmlns:a16="http://schemas.microsoft.com/office/drawing/2014/main" id="{D6181640-6438-4B2E-B73B-AD5915B9F9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35011119-5002-45FC-B3B0-979308E5D62D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B722219-E33A-42B2-993D-23DEFC31A4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3B9EB0-0B10-4BE3-BADC-0D80E73E024A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388098" name="Rectangle 2">
            <a:extLst>
              <a:ext uri="{FF2B5EF4-FFF2-40B4-BE49-F238E27FC236}">
                <a16:creationId xmlns:a16="http://schemas.microsoft.com/office/drawing/2014/main" id="{A4BE5043-315D-4537-8FC6-9157583F76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C91B364C-722A-490B-8926-DE9CCC84F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>
            <a:extLst>
              <a:ext uri="{FF2B5EF4-FFF2-40B4-BE49-F238E27FC236}">
                <a16:creationId xmlns:a16="http://schemas.microsoft.com/office/drawing/2014/main" id="{63889B4C-0AEA-41A3-B674-5598DE22A2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E1E8F38D-066E-4FFC-88E3-3B115E8258B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BD3AD13A-3555-4947-A8E6-073CFCEE16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>
            <a:extLst>
              <a:ext uri="{FF2B5EF4-FFF2-40B4-BE49-F238E27FC236}">
                <a16:creationId xmlns:a16="http://schemas.microsoft.com/office/drawing/2014/main" id="{1EE162C6-2160-4E4B-919E-C8BF6CC89F6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>
            <a:extLst>
              <a:ext uri="{FF2B5EF4-FFF2-40B4-BE49-F238E27FC236}">
                <a16:creationId xmlns:a16="http://schemas.microsoft.com/office/drawing/2014/main" id="{FDA8ABB6-E8B1-4834-ADA3-4CC15E4D0B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>
            <a:extLst>
              <a:ext uri="{FF2B5EF4-FFF2-40B4-BE49-F238E27FC236}">
                <a16:creationId xmlns:a16="http://schemas.microsoft.com/office/drawing/2014/main" id="{6873C456-79B9-4442-9186-18D2B90D72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3D4DF46-852D-4D8B-A431-4F2818273725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>
            <a:extLst>
              <a:ext uri="{FF2B5EF4-FFF2-40B4-BE49-F238E27FC236}">
                <a16:creationId xmlns:a16="http://schemas.microsoft.com/office/drawing/2014/main" id="{0202DA09-2DBF-4589-9DAD-1BA13D161539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>
              <a:extLst>
                <a:ext uri="{FF2B5EF4-FFF2-40B4-BE49-F238E27FC236}">
                  <a16:creationId xmlns:a16="http://schemas.microsoft.com/office/drawing/2014/main" id="{2C2CBE65-3ADE-4EA4-842D-4C45E149E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>
              <a:extLst>
                <a:ext uri="{FF2B5EF4-FFF2-40B4-BE49-F238E27FC236}">
                  <a16:creationId xmlns:a16="http://schemas.microsoft.com/office/drawing/2014/main" id="{63E44469-EF83-4D68-94FD-A7A48F7E7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>
              <a:extLst>
                <a:ext uri="{FF2B5EF4-FFF2-40B4-BE49-F238E27FC236}">
                  <a16:creationId xmlns:a16="http://schemas.microsoft.com/office/drawing/2014/main" id="{97628231-7719-43B9-955B-3B2235634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>
              <a:extLst>
                <a:ext uri="{FF2B5EF4-FFF2-40B4-BE49-F238E27FC236}">
                  <a16:creationId xmlns:a16="http://schemas.microsoft.com/office/drawing/2014/main" id="{1FF2BBD9-FF1C-49B6-8A26-178704CED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>
              <a:extLst>
                <a:ext uri="{FF2B5EF4-FFF2-40B4-BE49-F238E27FC236}">
                  <a16:creationId xmlns:a16="http://schemas.microsoft.com/office/drawing/2014/main" id="{D696EBDA-9965-4B9E-B19F-B283D8B6E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>
              <a:extLst>
                <a:ext uri="{FF2B5EF4-FFF2-40B4-BE49-F238E27FC236}">
                  <a16:creationId xmlns:a16="http://schemas.microsoft.com/office/drawing/2014/main" id="{B4767CCA-03D0-4E08-AC32-DF0BD502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>
              <a:extLst>
                <a:ext uri="{FF2B5EF4-FFF2-40B4-BE49-F238E27FC236}">
                  <a16:creationId xmlns:a16="http://schemas.microsoft.com/office/drawing/2014/main" id="{D6180121-313B-4E3D-887E-A5B6FD9A1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>
              <a:extLst>
                <a:ext uri="{FF2B5EF4-FFF2-40B4-BE49-F238E27FC236}">
                  <a16:creationId xmlns:a16="http://schemas.microsoft.com/office/drawing/2014/main" id="{80E96AB1-87DD-4DE1-ADBC-A1D9ADFD5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>
              <a:extLst>
                <a:ext uri="{FF2B5EF4-FFF2-40B4-BE49-F238E27FC236}">
                  <a16:creationId xmlns:a16="http://schemas.microsoft.com/office/drawing/2014/main" id="{69662729-7B39-4C11-B9E9-21CEEFBC0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>
              <a:extLst>
                <a:ext uri="{FF2B5EF4-FFF2-40B4-BE49-F238E27FC236}">
                  <a16:creationId xmlns:a16="http://schemas.microsoft.com/office/drawing/2014/main" id="{7BF0507E-F631-4311-91F1-CA44CA950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>
              <a:extLst>
                <a:ext uri="{FF2B5EF4-FFF2-40B4-BE49-F238E27FC236}">
                  <a16:creationId xmlns:a16="http://schemas.microsoft.com/office/drawing/2014/main" id="{B5334FA4-8996-41B7-AFA4-23875C9A7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>
              <a:extLst>
                <a:ext uri="{FF2B5EF4-FFF2-40B4-BE49-F238E27FC236}">
                  <a16:creationId xmlns:a16="http://schemas.microsoft.com/office/drawing/2014/main" id="{47473094-7137-47BB-A706-28761EB63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>
              <a:extLst>
                <a:ext uri="{FF2B5EF4-FFF2-40B4-BE49-F238E27FC236}">
                  <a16:creationId xmlns:a16="http://schemas.microsoft.com/office/drawing/2014/main" id="{2C3AC754-536F-4EA8-81ED-526B1A467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>
              <a:extLst>
                <a:ext uri="{FF2B5EF4-FFF2-40B4-BE49-F238E27FC236}">
                  <a16:creationId xmlns:a16="http://schemas.microsoft.com/office/drawing/2014/main" id="{F5FE00DD-0007-4DD3-9408-E306913C2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>
              <a:extLst>
                <a:ext uri="{FF2B5EF4-FFF2-40B4-BE49-F238E27FC236}">
                  <a16:creationId xmlns:a16="http://schemas.microsoft.com/office/drawing/2014/main" id="{D0B98377-A7EF-4E9A-B5D2-73E00B3B1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>
              <a:extLst>
                <a:ext uri="{FF2B5EF4-FFF2-40B4-BE49-F238E27FC236}">
                  <a16:creationId xmlns:a16="http://schemas.microsoft.com/office/drawing/2014/main" id="{C9F9389A-5003-4F90-8103-A997FCF1F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>
              <a:extLst>
                <a:ext uri="{FF2B5EF4-FFF2-40B4-BE49-F238E27FC236}">
                  <a16:creationId xmlns:a16="http://schemas.microsoft.com/office/drawing/2014/main" id="{50843672-EFA7-4009-962B-4B5AE56C8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>
              <a:extLst>
                <a:ext uri="{FF2B5EF4-FFF2-40B4-BE49-F238E27FC236}">
                  <a16:creationId xmlns:a16="http://schemas.microsoft.com/office/drawing/2014/main" id="{C4B047EB-B544-434F-B0F0-7973990B5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>
              <a:extLst>
                <a:ext uri="{FF2B5EF4-FFF2-40B4-BE49-F238E27FC236}">
                  <a16:creationId xmlns:a16="http://schemas.microsoft.com/office/drawing/2014/main" id="{BCB146EE-ED22-4FF0-8E2E-A6A27A305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>
              <a:extLst>
                <a:ext uri="{FF2B5EF4-FFF2-40B4-BE49-F238E27FC236}">
                  <a16:creationId xmlns:a16="http://schemas.microsoft.com/office/drawing/2014/main" id="{8ED054F1-6BDF-47A6-8556-FE293BA0B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>
              <a:extLst>
                <a:ext uri="{FF2B5EF4-FFF2-40B4-BE49-F238E27FC236}">
                  <a16:creationId xmlns:a16="http://schemas.microsoft.com/office/drawing/2014/main" id="{D0ACAEEC-86B2-49CF-BAC4-0B28677AE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>
              <a:extLst>
                <a:ext uri="{FF2B5EF4-FFF2-40B4-BE49-F238E27FC236}">
                  <a16:creationId xmlns:a16="http://schemas.microsoft.com/office/drawing/2014/main" id="{95466977-A03C-4C0F-B8B2-1AAA6E3C5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>
              <a:extLst>
                <a:ext uri="{FF2B5EF4-FFF2-40B4-BE49-F238E27FC236}">
                  <a16:creationId xmlns:a16="http://schemas.microsoft.com/office/drawing/2014/main" id="{0509E20B-C5B7-4540-8F8A-3B2F300BC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>
              <a:extLst>
                <a:ext uri="{FF2B5EF4-FFF2-40B4-BE49-F238E27FC236}">
                  <a16:creationId xmlns:a16="http://schemas.microsoft.com/office/drawing/2014/main" id="{EBE380F3-7B38-4BC6-9A26-1373BF15B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>
              <a:extLst>
                <a:ext uri="{FF2B5EF4-FFF2-40B4-BE49-F238E27FC236}">
                  <a16:creationId xmlns:a16="http://schemas.microsoft.com/office/drawing/2014/main" id="{CF014AC2-D817-453F-B29A-594F1EA2A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>
              <a:extLst>
                <a:ext uri="{FF2B5EF4-FFF2-40B4-BE49-F238E27FC236}">
                  <a16:creationId xmlns:a16="http://schemas.microsoft.com/office/drawing/2014/main" id="{B1F42C26-6C0E-40A7-84C7-15C669FCA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>
              <a:extLst>
                <a:ext uri="{FF2B5EF4-FFF2-40B4-BE49-F238E27FC236}">
                  <a16:creationId xmlns:a16="http://schemas.microsoft.com/office/drawing/2014/main" id="{F2EFDEFE-B2CA-45F4-A908-D297D408C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>
              <a:extLst>
                <a:ext uri="{FF2B5EF4-FFF2-40B4-BE49-F238E27FC236}">
                  <a16:creationId xmlns:a16="http://schemas.microsoft.com/office/drawing/2014/main" id="{6AED2C84-16B4-4D92-80CF-2E01E3D57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>
              <a:extLst>
                <a:ext uri="{FF2B5EF4-FFF2-40B4-BE49-F238E27FC236}">
                  <a16:creationId xmlns:a16="http://schemas.microsoft.com/office/drawing/2014/main" id="{E4969B35-586A-44F9-91CE-DE362F11E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>
              <a:extLst>
                <a:ext uri="{FF2B5EF4-FFF2-40B4-BE49-F238E27FC236}">
                  <a16:creationId xmlns:a16="http://schemas.microsoft.com/office/drawing/2014/main" id="{BDC44FED-AD2F-4A10-842C-0714C3D66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>
              <a:extLst>
                <a:ext uri="{FF2B5EF4-FFF2-40B4-BE49-F238E27FC236}">
                  <a16:creationId xmlns:a16="http://schemas.microsoft.com/office/drawing/2014/main" id="{67747A1C-CA4A-4CD6-BC60-A6B154B2C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>
            <a:extLst>
              <a:ext uri="{FF2B5EF4-FFF2-40B4-BE49-F238E27FC236}">
                <a16:creationId xmlns:a16="http://schemas.microsoft.com/office/drawing/2014/main" id="{7B74F439-96C2-41FA-88FF-50FFC7978F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79A08B-EE14-4490-8F01-CDFAADF1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6E3B85-6AF4-414E-BFD3-AF9FEA551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810A32-3497-479A-BE5B-C991673F7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0EAD2E-BA3A-41AB-9C9F-9F399E902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9D5FD7-4E7F-40B4-BDB3-B99BC3DEA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A92E9F-3603-4EC2-94BC-7CA51E33573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1279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179AF1-C574-468C-95F8-664D6A94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D80E6F-9C61-4568-A1FB-166B2F0B7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E6C274-171E-4446-964C-DB7C89AA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860E7F-1571-4CBE-841D-11E71CD7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170B18-54D3-4AB9-A48E-B7482BDC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4D26E-0F05-4107-A4C1-19B0D9201E8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27588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360FC7-C0C2-43E8-9138-D900E832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200B87-96F6-4963-94CD-C53E91E2B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D1D9531-8B2B-4380-9878-D7C93D098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417FA9-147F-4FB9-B579-BE5A0A16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FDB06FB-48DB-44E6-BF9F-DBBEBA6D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C6D451E-BBD1-44E9-9A92-74371C1C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A30570-B2AA-4874-A02D-3B4D387C93C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4735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965302-6F22-434F-99E7-8A502BD27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E82D2E-E7AE-4657-BE81-63FF98393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D5B6E8-3434-4FCB-AF7F-53074A39B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F2A677C-198E-421B-8593-F0390AFDA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4280BCC-A8EC-4CD3-9813-FE35D790C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411F253-87C6-43E8-91C6-D7687273F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4CD9EBB-DF65-4E86-9D53-5F43AFB5B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ABF8952-BBBF-4A67-B643-85482647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9B1224-CBF1-4BFF-83DC-0483082B66F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7038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0297A5-44CB-4DDF-82A1-D09FDD7E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CFD6081-9411-40E4-A4F3-5059A030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0313F69-C0A0-4B92-AC0A-9D8D1DD6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B83B66-70B6-4EB7-8739-08BB0926F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9D9F87-EE2D-4EFC-81C5-B672580F6B2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4521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6A50A1C-D54D-43BE-9A72-C35F75E59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7E9BF9E-BD31-49F7-A43B-422E5CC2B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8F94DA-CB26-4A8E-BA80-AEBFAF6EE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8CE590-649E-4053-8A15-F8A073E799F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1614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550C33-5A60-44C4-8657-1337CECD6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70153A-A0AE-4676-85C5-178AD30F0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207E4E7-3871-4639-BC41-366DA1912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6D010F-134D-41DA-9579-1808A9C5B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A8EB6C-6C79-4ABC-A742-7BAE2AEA2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B69EF70-ACE3-4F05-AB37-08F23544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4E9AB9-7963-470B-8CA5-40F73389596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28404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86F9E-075B-4B00-83DA-191810C04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7AD3951-D895-4DA6-81B5-DFC99C1FC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40658A-6E1E-4EA1-A5A3-A28864D2D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029554-2B23-41A4-82D0-6E15893F9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982EB54-080E-4248-932A-E21D0C7C3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57E0DE-8211-45E8-8160-9B87F3C33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A1C4E6-62C8-41C1-AD83-F3FB69E6AA9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955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17BB2C-7AF4-4E92-94F8-64D888D9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32EA1B1-828C-4B69-823A-151F63A8D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B90293-B339-4F9E-9EAD-5AE95857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2E06E1-D1DD-40FB-8146-B00313963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0E3550-8B15-4667-BD48-64855916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ADD8C0-D3FE-4D03-A58D-2A97D67127F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329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1287F77-A2D5-4572-93C8-18A1FA722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C8A8BD-B041-4DE1-8E30-C2C0466DD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6D3E21-D493-4A85-A0FD-50446C2F8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D88D7A-43E8-4AA1-8ED0-FEE10C2A1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B6E32F-2673-4435-97B9-63224B96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7EEF03-77D3-4E34-A0CB-2A60E3C1CE7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30589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56191A-2966-40CF-A83F-C9B8F75A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B0A27F-AD4E-48C4-9BAC-54EB48828DC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A3B526-CC80-46AE-8EC8-E9D8B7CD0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73B4195-1C25-423B-A24D-91D75029F4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F082A4-B609-43B9-91B9-0884E904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235A540-A300-4BED-97AD-8770E8A2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53D6D16-ABDF-4C84-A8F4-9CD7C9EE1B1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8684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>
            <a:extLst>
              <a:ext uri="{FF2B5EF4-FFF2-40B4-BE49-F238E27FC236}">
                <a16:creationId xmlns:a16="http://schemas.microsoft.com/office/drawing/2014/main" id="{5659A18E-CDB9-415B-9F0A-3176539BB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7A1CA9A1-F76A-4C75-AE61-E84AD054C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>
            <a:extLst>
              <a:ext uri="{FF2B5EF4-FFF2-40B4-BE49-F238E27FC236}">
                <a16:creationId xmlns:a16="http://schemas.microsoft.com/office/drawing/2014/main" id="{14C76617-A125-43C6-96CB-784FA9ACB3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>
            <a:extLst>
              <a:ext uri="{FF2B5EF4-FFF2-40B4-BE49-F238E27FC236}">
                <a16:creationId xmlns:a16="http://schemas.microsoft.com/office/drawing/2014/main" id="{C476D64E-7531-4A8F-82F1-C2A51106C8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8" name="Rectangle 6">
            <a:extLst>
              <a:ext uri="{FF2B5EF4-FFF2-40B4-BE49-F238E27FC236}">
                <a16:creationId xmlns:a16="http://schemas.microsoft.com/office/drawing/2014/main" id="{A9FAD1E7-CA26-4460-AEF4-8FBEFF7CC27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9" name="Rectangle 7">
            <a:extLst>
              <a:ext uri="{FF2B5EF4-FFF2-40B4-BE49-F238E27FC236}">
                <a16:creationId xmlns:a16="http://schemas.microsoft.com/office/drawing/2014/main" id="{CEBDCC07-4B97-45BA-91B5-194C54CD82E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4CA0798C-9AA4-468B-85AF-3D6295105CF4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>
            <a:extLst>
              <a:ext uri="{FF2B5EF4-FFF2-40B4-BE49-F238E27FC236}">
                <a16:creationId xmlns:a16="http://schemas.microsoft.com/office/drawing/2014/main" id="{537287DB-9F27-421F-8BBB-27C8F7CE0089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>
              <a:extLst>
                <a:ext uri="{FF2B5EF4-FFF2-40B4-BE49-F238E27FC236}">
                  <a16:creationId xmlns:a16="http://schemas.microsoft.com/office/drawing/2014/main" id="{A922DAC5-CC2C-4D15-AF4C-235F46815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>
              <a:extLst>
                <a:ext uri="{FF2B5EF4-FFF2-40B4-BE49-F238E27FC236}">
                  <a16:creationId xmlns:a16="http://schemas.microsoft.com/office/drawing/2014/main" id="{8ACB1BDA-0BEF-41B4-93F3-F30813665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>
              <a:extLst>
                <a:ext uri="{FF2B5EF4-FFF2-40B4-BE49-F238E27FC236}">
                  <a16:creationId xmlns:a16="http://schemas.microsoft.com/office/drawing/2014/main" id="{B2166C64-3D1F-4BC5-B2C2-53A6546AF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>
              <a:extLst>
                <a:ext uri="{FF2B5EF4-FFF2-40B4-BE49-F238E27FC236}">
                  <a16:creationId xmlns:a16="http://schemas.microsoft.com/office/drawing/2014/main" id="{935DD87A-5878-4687-9518-74B2209CE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>
              <a:extLst>
                <a:ext uri="{FF2B5EF4-FFF2-40B4-BE49-F238E27FC236}">
                  <a16:creationId xmlns:a16="http://schemas.microsoft.com/office/drawing/2014/main" id="{9D1F53F2-45CA-4775-B38A-3A5D74A22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>
              <a:extLst>
                <a:ext uri="{FF2B5EF4-FFF2-40B4-BE49-F238E27FC236}">
                  <a16:creationId xmlns:a16="http://schemas.microsoft.com/office/drawing/2014/main" id="{BD7709CF-F2D3-4D24-8DA4-BF2EE6502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>
              <a:extLst>
                <a:ext uri="{FF2B5EF4-FFF2-40B4-BE49-F238E27FC236}">
                  <a16:creationId xmlns:a16="http://schemas.microsoft.com/office/drawing/2014/main" id="{1EF6E720-0682-478C-8410-0FAF815C7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>
              <a:extLst>
                <a:ext uri="{FF2B5EF4-FFF2-40B4-BE49-F238E27FC236}">
                  <a16:creationId xmlns:a16="http://schemas.microsoft.com/office/drawing/2014/main" id="{818EDD7D-0DB0-48A3-94B6-179690FB6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>
              <a:extLst>
                <a:ext uri="{FF2B5EF4-FFF2-40B4-BE49-F238E27FC236}">
                  <a16:creationId xmlns:a16="http://schemas.microsoft.com/office/drawing/2014/main" id="{AF408F85-F65F-4382-80B7-8D13980C4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>
              <a:extLst>
                <a:ext uri="{FF2B5EF4-FFF2-40B4-BE49-F238E27FC236}">
                  <a16:creationId xmlns:a16="http://schemas.microsoft.com/office/drawing/2014/main" id="{319125C3-2B3C-4C25-B3B5-882FCBDE7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>
              <a:extLst>
                <a:ext uri="{FF2B5EF4-FFF2-40B4-BE49-F238E27FC236}">
                  <a16:creationId xmlns:a16="http://schemas.microsoft.com/office/drawing/2014/main" id="{8ADE612D-1163-4F11-A931-902DEB482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>
              <a:extLst>
                <a:ext uri="{FF2B5EF4-FFF2-40B4-BE49-F238E27FC236}">
                  <a16:creationId xmlns:a16="http://schemas.microsoft.com/office/drawing/2014/main" id="{82756D58-27AE-4EFA-9B86-C69C52CFB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>
              <a:extLst>
                <a:ext uri="{FF2B5EF4-FFF2-40B4-BE49-F238E27FC236}">
                  <a16:creationId xmlns:a16="http://schemas.microsoft.com/office/drawing/2014/main" id="{D598B62A-B422-4A0F-A500-02581AE53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>
              <a:extLst>
                <a:ext uri="{FF2B5EF4-FFF2-40B4-BE49-F238E27FC236}">
                  <a16:creationId xmlns:a16="http://schemas.microsoft.com/office/drawing/2014/main" id="{89F6A0C7-1EA6-43D7-95AD-0AF0B4835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>
              <a:extLst>
                <a:ext uri="{FF2B5EF4-FFF2-40B4-BE49-F238E27FC236}">
                  <a16:creationId xmlns:a16="http://schemas.microsoft.com/office/drawing/2014/main" id="{DF12F506-6AD5-44E2-8140-06BF567E2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>
              <a:extLst>
                <a:ext uri="{FF2B5EF4-FFF2-40B4-BE49-F238E27FC236}">
                  <a16:creationId xmlns:a16="http://schemas.microsoft.com/office/drawing/2014/main" id="{51475B1F-02B4-4653-9AD1-8E914C6E5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>
              <a:extLst>
                <a:ext uri="{FF2B5EF4-FFF2-40B4-BE49-F238E27FC236}">
                  <a16:creationId xmlns:a16="http://schemas.microsoft.com/office/drawing/2014/main" id="{F27599A6-3E89-4793-9873-ED969E245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>
              <a:extLst>
                <a:ext uri="{FF2B5EF4-FFF2-40B4-BE49-F238E27FC236}">
                  <a16:creationId xmlns:a16="http://schemas.microsoft.com/office/drawing/2014/main" id="{83E9A346-956D-493A-B2D6-E6BAD2115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>
              <a:extLst>
                <a:ext uri="{FF2B5EF4-FFF2-40B4-BE49-F238E27FC236}">
                  <a16:creationId xmlns:a16="http://schemas.microsoft.com/office/drawing/2014/main" id="{05B84EDC-5F40-4DA0-AC2E-F589C7D6B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>
              <a:extLst>
                <a:ext uri="{FF2B5EF4-FFF2-40B4-BE49-F238E27FC236}">
                  <a16:creationId xmlns:a16="http://schemas.microsoft.com/office/drawing/2014/main" id="{92C17E7D-55DA-4DED-8B2B-F168AC9F7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>
              <a:extLst>
                <a:ext uri="{FF2B5EF4-FFF2-40B4-BE49-F238E27FC236}">
                  <a16:creationId xmlns:a16="http://schemas.microsoft.com/office/drawing/2014/main" id="{7501DDEF-94CE-49F0-A756-62631E3AA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>
              <a:extLst>
                <a:ext uri="{FF2B5EF4-FFF2-40B4-BE49-F238E27FC236}">
                  <a16:creationId xmlns:a16="http://schemas.microsoft.com/office/drawing/2014/main" id="{F20B1970-8559-4A4A-A4D2-9EB3F9AC4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>
              <a:extLst>
                <a:ext uri="{FF2B5EF4-FFF2-40B4-BE49-F238E27FC236}">
                  <a16:creationId xmlns:a16="http://schemas.microsoft.com/office/drawing/2014/main" id="{4C3008CA-B4B6-4F28-9AA7-B654AA7F8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>
              <a:extLst>
                <a:ext uri="{FF2B5EF4-FFF2-40B4-BE49-F238E27FC236}">
                  <a16:creationId xmlns:a16="http://schemas.microsoft.com/office/drawing/2014/main" id="{517F566A-C9CA-4819-83B7-B8B424C24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>
              <a:extLst>
                <a:ext uri="{FF2B5EF4-FFF2-40B4-BE49-F238E27FC236}">
                  <a16:creationId xmlns:a16="http://schemas.microsoft.com/office/drawing/2014/main" id="{51C71DA9-4F98-4178-ADA7-B8D7B9B0D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>
              <a:extLst>
                <a:ext uri="{FF2B5EF4-FFF2-40B4-BE49-F238E27FC236}">
                  <a16:creationId xmlns:a16="http://schemas.microsoft.com/office/drawing/2014/main" id="{D0119335-2A1A-4C43-801B-DE4CA1480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>
              <a:extLst>
                <a:ext uri="{FF2B5EF4-FFF2-40B4-BE49-F238E27FC236}">
                  <a16:creationId xmlns:a16="http://schemas.microsoft.com/office/drawing/2014/main" id="{9B697792-2D35-4254-B142-6AD3F2E5C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>
              <a:extLst>
                <a:ext uri="{FF2B5EF4-FFF2-40B4-BE49-F238E27FC236}">
                  <a16:creationId xmlns:a16="http://schemas.microsoft.com/office/drawing/2014/main" id="{917C0E61-B0A4-454B-BD20-A5050C577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>
              <a:extLst>
                <a:ext uri="{FF2B5EF4-FFF2-40B4-BE49-F238E27FC236}">
                  <a16:creationId xmlns:a16="http://schemas.microsoft.com/office/drawing/2014/main" id="{068C21AF-F373-4695-9B00-2043E9A40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>
              <a:extLst>
                <a:ext uri="{FF2B5EF4-FFF2-40B4-BE49-F238E27FC236}">
                  <a16:creationId xmlns:a16="http://schemas.microsoft.com/office/drawing/2014/main" id="{E986E6C3-248F-471C-9D02-8EE778548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>
              <a:extLst>
                <a:ext uri="{FF2B5EF4-FFF2-40B4-BE49-F238E27FC236}">
                  <a16:creationId xmlns:a16="http://schemas.microsoft.com/office/drawing/2014/main" id="{B698DAA5-B11D-485E-B888-979FA79F1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49F8AA9-970A-4291-A02A-0E79B3D56A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55958513-09C7-4400-A16B-20696D73A81E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C762089B-6763-4D8B-AB44-C320E6A3ED1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第十五章</a:t>
            </a:r>
            <a:b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運算子的多載</a:t>
            </a:r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7F34503-D8A2-4D78-8FD8-FAAE903C93A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574925"/>
          </a:xfrm>
        </p:spPr>
        <p:txBody>
          <a:bodyPr/>
          <a:lstStyle/>
          <a:p>
            <a:r>
              <a:rPr lang="zh-TW" altLang="en-US" sz="2800" dirty="0"/>
              <a:t>認識運算子的多載</a:t>
            </a:r>
          </a:p>
          <a:p>
            <a:r>
              <a:rPr lang="zh-TW" altLang="en-US" sz="2800" dirty="0"/>
              <a:t>學習「</a:t>
            </a:r>
            <a:r>
              <a:rPr lang="en-US" altLang="zh-TW" sz="2800" dirty="0"/>
              <a:t>+</a:t>
            </a:r>
            <a:r>
              <a:rPr lang="zh-TW" altLang="en-US" sz="2800" dirty="0"/>
              <a:t>」的多載</a:t>
            </a:r>
            <a:endParaRPr lang="en-US" altLang="zh-TW" sz="2800" dirty="0"/>
          </a:p>
          <a:p>
            <a:r>
              <a:rPr lang="zh-TW" altLang="en-US" sz="2800" dirty="0"/>
              <a:t>學習「</a:t>
            </a:r>
            <a:r>
              <a:rPr lang="en-US" altLang="zh-TW" sz="2800" dirty="0"/>
              <a:t>&gt;</a:t>
            </a:r>
            <a:r>
              <a:rPr lang="zh-TW" altLang="en-US" sz="2800" dirty="0"/>
              <a:t>」的多載</a:t>
            </a:r>
            <a:endParaRPr lang="en-US" altLang="zh-TW" sz="2800" dirty="0"/>
          </a:p>
          <a:p>
            <a:r>
              <a:rPr lang="zh-TW" altLang="en-US" sz="2800" dirty="0"/>
              <a:t>熟悉「</a:t>
            </a:r>
            <a:r>
              <a:rPr lang="en-US" altLang="zh-TW" sz="2800" dirty="0"/>
              <a:t>=</a:t>
            </a:r>
            <a:r>
              <a:rPr lang="zh-TW" altLang="en-US" sz="2800" dirty="0"/>
              <a:t>」的多載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701CAC3-596D-4CB1-8855-422E1A1FF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4" y="4081819"/>
            <a:ext cx="4864495" cy="2668523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BE86620-BBDD-4CB8-B029-F3CD0572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1B3F-7AB3-44C2-8EC2-BD8C70DB19D9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78564" name="Rectangle 4">
            <a:extLst>
              <a:ext uri="{FF2B5EF4-FFF2-40B4-BE49-F238E27FC236}">
                <a16:creationId xmlns:a16="http://schemas.microsoft.com/office/drawing/2014/main" id="{D7C3BFD3-DAA3-45BE-A13F-B6A477207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30498"/>
          </a:xfrm>
        </p:spPr>
        <p:txBody>
          <a:bodyPr/>
          <a:lstStyle/>
          <a:p>
            <a:r>
              <a:rPr lang="zh-TW" altLang="en-US" dirty="0"/>
              <a:t>運算子的多載 </a:t>
            </a:r>
            <a:r>
              <a:rPr lang="en-US" altLang="zh-TW" dirty="0"/>
              <a:t>(1/2)</a:t>
            </a:r>
          </a:p>
        </p:txBody>
      </p:sp>
      <p:sp>
        <p:nvSpPr>
          <p:cNvPr id="578565" name="Rectangle 5">
            <a:extLst>
              <a:ext uri="{FF2B5EF4-FFF2-40B4-BE49-F238E27FC236}">
                <a16:creationId xmlns:a16="http://schemas.microsoft.com/office/drawing/2014/main" id="{4BF6F9A9-BB1C-415F-B25F-63F86384688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6405" y="1214083"/>
            <a:ext cx="7524595" cy="1714067"/>
          </a:xfrm>
        </p:spPr>
        <p:txBody>
          <a:bodyPr/>
          <a:lstStyle/>
          <a:p>
            <a:r>
              <a:rPr lang="zh-TW" altLang="en-US" sz="2600" dirty="0"/>
              <a:t>運算子的多載，是指同一運算子在不同的時機，可進行不同的工作</a:t>
            </a:r>
          </a:p>
          <a:p>
            <a:r>
              <a:rPr lang="zh-TW" altLang="en-US" sz="2600" dirty="0"/>
              <a:t> 兩個</a:t>
            </a:r>
            <a:r>
              <a:rPr lang="en-US" altLang="zh-TW" sz="2600" dirty="0" err="1"/>
              <a:t>Cwin</a:t>
            </a:r>
            <a:r>
              <a:rPr lang="zh-TW" altLang="en-US" sz="2600" dirty="0"/>
              <a:t>物件相加的運算 </a:t>
            </a:r>
          </a:p>
          <a:p>
            <a:endParaRPr lang="zh-TW" altLang="en-US" sz="2600" dirty="0"/>
          </a:p>
          <a:p>
            <a:endParaRPr lang="en-US" altLang="zh-TW" sz="2600" dirty="0"/>
          </a:p>
        </p:txBody>
      </p:sp>
      <p:sp>
        <p:nvSpPr>
          <p:cNvPr id="578567" name="AutoShape 7">
            <a:extLst>
              <a:ext uri="{FF2B5EF4-FFF2-40B4-BE49-F238E27FC236}">
                <a16:creationId xmlns:a16="http://schemas.microsoft.com/office/drawing/2014/main" id="{CB87C6FB-FDA5-4E7A-A19D-FB5BA7008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60350"/>
            <a:ext cx="280828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認識運算子的多載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96D0D7E-8CF6-4640-85EC-D9E29618B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2810728"/>
            <a:ext cx="4320480" cy="1268356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27296F89-0639-4668-9203-9280CF589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087" y="2423497"/>
            <a:ext cx="3696363" cy="1905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lvl="1" algn="just"/>
            <a:r>
              <a:rPr lang="zh-TW" altLang="en-US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透過多載「</a:t>
            </a:r>
            <a:r>
              <a:rPr lang="en-US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+</a:t>
            </a:r>
            <a:r>
              <a:rPr lang="zh-TW" altLang="en-US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」運算子，使其能對自定義類別</a:t>
            </a:r>
            <a:r>
              <a:rPr lang="en-US" altLang="zh-TW" sz="1400" dirty="0" err="1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CWin</a:t>
            </a:r>
            <a:r>
              <a:rPr lang="zh-TW" altLang="en-US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物件進行加法操作，並傳回新的物件</a:t>
            </a:r>
            <a:endParaRPr lang="en-US" altLang="zh-TW" sz="1400" dirty="0">
              <a:effectLst/>
              <a:latin typeface="Times New Roman" panose="02020603050405020304" pitchFamily="18" charset="0"/>
              <a:ea typeface="華康細圓體(P)" panose="020F0300000000000000" pitchFamily="34" charset="-120"/>
              <a:cs typeface="Times New Roman" panose="02020603050405020304" pitchFamily="18" charset="0"/>
            </a:endParaRPr>
          </a:p>
          <a:p>
            <a:pPr marL="357188" lvl="1" algn="just"/>
            <a:r>
              <a:rPr lang="zh-TW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相加後</a:t>
            </a:r>
            <a:r>
              <a:rPr lang="zh-TW" altLang="en-US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的結果：</a:t>
            </a:r>
            <a:r>
              <a:rPr lang="zh-TW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取出</a:t>
            </a:r>
            <a:r>
              <a:rPr lang="en-US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win2</a:t>
            </a:r>
            <a:r>
              <a:rPr lang="zh-TW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width</a:t>
            </a:r>
            <a:r>
              <a:rPr lang="zh-TW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win1</a:t>
            </a:r>
            <a:r>
              <a:rPr lang="zh-TW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height</a:t>
            </a:r>
            <a:r>
              <a:rPr lang="zh-TW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，</a:t>
            </a:r>
            <a:r>
              <a:rPr lang="zh-TW" altLang="en-US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做為</a:t>
            </a:r>
            <a:r>
              <a:rPr lang="en-US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win3</a:t>
            </a:r>
            <a:r>
              <a:rPr lang="zh-TW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width</a:t>
            </a:r>
            <a:r>
              <a:rPr lang="zh-TW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height</a:t>
            </a:r>
            <a:r>
              <a:rPr lang="zh-TW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成員</a:t>
            </a:r>
            <a:endParaRPr lang="en-US" altLang="zh-TW" sz="1400" dirty="0">
              <a:effectLst/>
              <a:latin typeface="Times New Roman" panose="02020603050405020304" pitchFamily="18" charset="0"/>
              <a:ea typeface="華康細圓體(P)" panose="020F0300000000000000" pitchFamily="34" charset="-120"/>
              <a:cs typeface="Times New Roman" panose="02020603050405020304" pitchFamily="18" charset="0"/>
            </a:endParaRPr>
          </a:p>
          <a:p>
            <a:pPr marL="357188" lvl="1" algn="just"/>
            <a:r>
              <a:rPr lang="zh-TW" altLang="en-US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原始語法：</a:t>
            </a:r>
            <a:r>
              <a:rPr lang="en-US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win3 = </a:t>
            </a:r>
            <a:r>
              <a:rPr lang="en-US" altLang="zh-TW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win1.operator</a:t>
            </a:r>
            <a:r>
              <a:rPr lang="en-US" altLang="zh-TW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+(win2);</a:t>
            </a:r>
            <a:r>
              <a:rPr lang="zh-TW" altLang="en-US" sz="1400" dirty="0"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簡化語法：</a:t>
            </a:r>
            <a:r>
              <a:rPr lang="en-US" altLang="zh-TW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華康細圓體(P)" panose="020F0300000000000000" pitchFamily="34" charset="-120"/>
                <a:cs typeface="Times New Roman" panose="02020603050405020304" pitchFamily="18" charset="0"/>
              </a:rPr>
              <a:t>win3 = win1 + win2;</a:t>
            </a:r>
          </a:p>
          <a:p>
            <a:pPr marL="357188" lvl="1" algn="just"/>
            <a:endParaRPr lang="en-US" altLang="zh-TW" sz="1400" dirty="0">
              <a:effectLst/>
              <a:latin typeface="Times New Roman" panose="02020603050405020304" pitchFamily="18" charset="0"/>
              <a:ea typeface="華康細圓體(P)" panose="020F0300000000000000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DF238EE-B1B3-48A5-9BF1-F919641BC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987" y="4583737"/>
            <a:ext cx="4394464" cy="1123269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6">
            <a:extLst>
              <a:ext uri="{FF2B5EF4-FFF2-40B4-BE49-F238E27FC236}">
                <a16:creationId xmlns:a16="http://schemas.microsoft.com/office/drawing/2014/main" id="{C8144442-AD20-4EF9-85DD-F2CCACEC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16FC7-A31C-422D-B45B-580945BA790D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79589" name="Rectangle 5">
            <a:extLst>
              <a:ext uri="{FF2B5EF4-FFF2-40B4-BE49-F238E27FC236}">
                <a16:creationId xmlns:a16="http://schemas.microsoft.com/office/drawing/2014/main" id="{F77B5575-BBB0-4AE0-A59C-FB2977D1AE5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436096" y="1834562"/>
            <a:ext cx="2808313" cy="2052227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pPr algn="just"/>
            <a:r>
              <a:rPr lang="zh-TW" altLang="en-US" sz="2000" dirty="0"/>
              <a:t>不能多載的運算子 </a:t>
            </a:r>
          </a:p>
          <a:p>
            <a:pPr lvl="1" algn="just"/>
            <a:r>
              <a:rPr lang="en-US" altLang="zh-TW" sz="1600" dirty="0"/>
              <a:t>::	</a:t>
            </a:r>
            <a:r>
              <a:rPr lang="zh-TW" altLang="en-US" sz="1600" dirty="0"/>
              <a:t>範籌解析運算子</a:t>
            </a:r>
          </a:p>
          <a:p>
            <a:pPr lvl="1" algn="just"/>
            <a:r>
              <a:rPr lang="en-US" altLang="zh-TW" sz="1600" dirty="0"/>
              <a:t>?:</a:t>
            </a:r>
            <a:r>
              <a:rPr lang="zh-TW" altLang="en-US" sz="1600" dirty="0"/>
              <a:t>條件運算子</a:t>
            </a:r>
            <a:endParaRPr lang="en-US" altLang="zh-TW" sz="1600" dirty="0"/>
          </a:p>
          <a:p>
            <a:pPr lvl="1" algn="just"/>
            <a:r>
              <a:rPr lang="en-US" altLang="zh-TW" sz="1600" dirty="0"/>
              <a:t>. </a:t>
            </a:r>
            <a:r>
              <a:rPr lang="zh-TW" altLang="en-US" sz="1600" dirty="0"/>
              <a:t>成員存取運算子</a:t>
            </a:r>
          </a:p>
          <a:p>
            <a:pPr lvl="1" algn="just"/>
            <a:r>
              <a:rPr lang="en-US" altLang="zh-TW" sz="1600" dirty="0" err="1"/>
              <a:t>sizeof</a:t>
            </a:r>
            <a:r>
              <a:rPr lang="zh-TW" altLang="en-US" sz="1600" dirty="0"/>
              <a:t>運算子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TW" sz="2600" dirty="0"/>
          </a:p>
        </p:txBody>
      </p:sp>
      <p:sp>
        <p:nvSpPr>
          <p:cNvPr id="579588" name="Rectangle 4">
            <a:extLst>
              <a:ext uri="{FF2B5EF4-FFF2-40B4-BE49-F238E27FC236}">
                <a16:creationId xmlns:a16="http://schemas.microsoft.com/office/drawing/2014/main" id="{5AA4FEB1-5E63-47FE-A732-9B9CF824F3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41851"/>
          </a:xfrm>
        </p:spPr>
        <p:txBody>
          <a:bodyPr/>
          <a:lstStyle/>
          <a:p>
            <a:r>
              <a:rPr lang="zh-TW" altLang="en-US" dirty="0"/>
              <a:t>運算子的多載 </a:t>
            </a:r>
            <a:r>
              <a:rPr lang="en-US" altLang="zh-TW" dirty="0"/>
              <a:t>(2/2)</a:t>
            </a:r>
          </a:p>
        </p:txBody>
      </p:sp>
      <p:sp>
        <p:nvSpPr>
          <p:cNvPr id="579622" name="AutoShape 38">
            <a:extLst>
              <a:ext uri="{FF2B5EF4-FFF2-40B4-BE49-F238E27FC236}">
                <a16:creationId xmlns:a16="http://schemas.microsoft.com/office/drawing/2014/main" id="{A7729EDD-C4C0-4F35-AD10-4807FA93C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60350"/>
            <a:ext cx="28082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認識運算子的多載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A26B413-39F4-45A6-A357-6FDA51892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21" y="1062527"/>
            <a:ext cx="4455759" cy="56430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745772D-4C6E-4B09-B89D-F0EFDAFD1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5" y="1134906"/>
            <a:ext cx="4829247" cy="5570694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2EB6196B-8642-4E9A-B083-ECCA04D23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8882-7D4A-45A3-A825-032A74808987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679938" name="Rectangle 2">
            <a:extLst>
              <a:ext uri="{FF2B5EF4-FFF2-40B4-BE49-F238E27FC236}">
                <a16:creationId xmlns:a16="http://schemas.microsoft.com/office/drawing/2014/main" id="{570D94B3-C5BE-4171-B0C3-56C4BD9FD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1548" y="368300"/>
            <a:ext cx="6599076" cy="665163"/>
          </a:xfrm>
        </p:spPr>
        <p:txBody>
          <a:bodyPr/>
          <a:lstStyle/>
          <a:p>
            <a:r>
              <a:rPr lang="zh-TW" altLang="en-US" dirty="0"/>
              <a:t>「</a:t>
            </a:r>
            <a:r>
              <a:rPr lang="en-US" altLang="zh-TW" dirty="0"/>
              <a:t>&gt;</a:t>
            </a:r>
            <a:r>
              <a:rPr lang="zh-TW" altLang="en-US" dirty="0"/>
              <a:t>」運算子的多載 </a:t>
            </a:r>
            <a:endParaRPr lang="en-US" altLang="zh-TW" dirty="0"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C9B99BCE-6C1B-4622-9D95-BB3903C3A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012" y="260350"/>
            <a:ext cx="3132076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大於運算子「</a:t>
            </a:r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&gt;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102A4A2-418B-49DD-9627-FBB0CF4FA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796" y="1590037"/>
            <a:ext cx="5320415" cy="709762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21">
            <a:extLst>
              <a:ext uri="{FF2B5EF4-FFF2-40B4-BE49-F238E27FC236}">
                <a16:creationId xmlns:a16="http://schemas.microsoft.com/office/drawing/2014/main" id="{42F661EE-6C56-4373-8913-24CF6E624D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790" b="-6087"/>
          <a:stretch/>
        </p:blipFill>
        <p:spPr bwMode="auto">
          <a:xfrm>
            <a:off x="5692347" y="3013755"/>
            <a:ext cx="2056653" cy="483813"/>
          </a:xfrm>
          <a:prstGeom prst="rect">
            <a:avLst/>
          </a:prstGeom>
          <a:noFill/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073E835C-BC0A-4570-9B4C-ADDCCC9EDE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2169" y="3813717"/>
            <a:ext cx="4871796" cy="2340373"/>
          </a:xfrm>
          <a:prstGeom prst="rect">
            <a:avLst/>
          </a:prstGeom>
          <a:ln>
            <a:solidFill>
              <a:srgbClr val="CC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19">
            <a:extLst>
              <a:ext uri="{FF2B5EF4-FFF2-40B4-BE49-F238E27FC236}">
                <a16:creationId xmlns:a16="http://schemas.microsoft.com/office/drawing/2014/main" id="{A44288F7-CAC5-41BB-8F07-F5E7F2518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5176" y="1221038"/>
            <a:ext cx="2675636" cy="413604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>
                <a:effectLst/>
              </a:rPr>
              <a:t>定義運算子的多載函數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7BFB0F61-2E8E-4FA1-B95A-7B14B4E8B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097" y="2521409"/>
            <a:ext cx="2381054" cy="398036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>
                <a:effectLst/>
              </a:rPr>
              <a:t>呼叫</a:t>
            </a:r>
            <a:r>
              <a:rPr lang="en-US" altLang="zh-TW" sz="1600" dirty="0">
                <a:effectLst/>
              </a:rPr>
              <a:t>operator&gt;() </a:t>
            </a:r>
            <a:r>
              <a:rPr lang="zh-TW" altLang="en-US" sz="1600" dirty="0">
                <a:effectLst/>
              </a:rPr>
              <a:t>函數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385B256-1E54-40D6-A552-E44AC3B97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4177256"/>
            <a:ext cx="6158053" cy="2526672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B8044C1B-85EA-478E-BD45-57032DAE1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148" y="3281437"/>
            <a:ext cx="3170620" cy="1191679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7C71285-17B6-4459-AD26-C3FC9E49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0D5E5-739E-41AC-9DDE-8BBC5448D8BE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584716" name="Rectangle 12">
            <a:extLst>
              <a:ext uri="{FF2B5EF4-FFF2-40B4-BE49-F238E27FC236}">
                <a16:creationId xmlns:a16="http://schemas.microsoft.com/office/drawing/2014/main" id="{8C1B4121-F0EF-4015-9CBB-EB49C1C781D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736725"/>
            <a:ext cx="8208714" cy="3529013"/>
          </a:xfrm>
          <a:noFill/>
          <a:ln/>
        </p:spPr>
        <p:txBody>
          <a:bodyPr/>
          <a:lstStyle/>
          <a:p>
            <a:r>
              <a:rPr lang="en-US" altLang="zh-TW" sz="2600" dirty="0"/>
              <a:t>Ch15_2</a:t>
            </a:r>
            <a:r>
              <a:rPr lang="zh-TW" altLang="en-US" sz="2600" dirty="0"/>
              <a:t>裡不能在</a:t>
            </a:r>
            <a:r>
              <a:rPr lang="en-US" altLang="zh-TW" sz="2600" dirty="0"/>
              <a:t>main() </a:t>
            </a:r>
            <a:r>
              <a:rPr lang="zh-TW" altLang="en-US" sz="2600" dirty="0"/>
              <a:t>裡撰寫下面兩種敘述</a:t>
            </a:r>
            <a:endParaRPr lang="en-US" altLang="zh-TW" sz="2600" dirty="0"/>
          </a:p>
          <a:p>
            <a:pPr lvl="1">
              <a:buNone/>
            </a:pPr>
            <a:r>
              <a:rPr lang="en-US" altLang="zh-TW" sz="2000" dirty="0"/>
              <a:t>(1)  win1 &gt; 7000;   // </a:t>
            </a:r>
            <a:r>
              <a:rPr lang="zh-TW" altLang="en-US" sz="2000" dirty="0"/>
              <a:t>在</a:t>
            </a:r>
            <a:r>
              <a:rPr lang="en-US" altLang="zh-TW" sz="2000" dirty="0"/>
              <a:t>Ch15_1</a:t>
            </a:r>
            <a:r>
              <a:rPr lang="zh-TW" altLang="en-US" sz="2000" dirty="0"/>
              <a:t>裡，不能比較面積與常數的大小</a:t>
            </a:r>
          </a:p>
          <a:p>
            <a:pPr>
              <a:buNone/>
            </a:pPr>
            <a:r>
              <a:rPr lang="zh-TW" altLang="en-US" sz="2000" dirty="0"/>
              <a:t>	</a:t>
            </a:r>
            <a:r>
              <a:rPr lang="en-US" altLang="zh-TW" sz="2000" dirty="0"/>
              <a:t>(2)  7000 &gt; win1;   // </a:t>
            </a:r>
            <a:r>
              <a:rPr lang="zh-TW" altLang="en-US" sz="2000" dirty="0"/>
              <a:t>同上，但整數是置於「</a:t>
            </a:r>
            <a:r>
              <a:rPr lang="en-US" altLang="zh-TW" sz="2000" dirty="0"/>
              <a:t>&gt;</a:t>
            </a:r>
            <a:r>
              <a:rPr lang="zh-TW" altLang="en-US" sz="2000" dirty="0"/>
              <a:t>」符號的前面</a:t>
            </a:r>
          </a:p>
          <a:p>
            <a:r>
              <a:rPr lang="zh-TW" altLang="en-US" sz="2600" dirty="0"/>
              <a:t>解決的方式：再定義一個</a:t>
            </a:r>
            <a:r>
              <a:rPr lang="en-US" altLang="zh-TW" sz="2600" dirty="0"/>
              <a:t>operator() </a:t>
            </a:r>
            <a:r>
              <a:rPr lang="zh-TW" altLang="en-US" sz="2600" dirty="0"/>
              <a:t>函數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TW" altLang="en-US" sz="2600" dirty="0"/>
              <a:t>	</a:t>
            </a:r>
          </a:p>
          <a:p>
            <a:pPr>
              <a:buFont typeface="Wingdings" panose="05000000000000000000" pitchFamily="2" charset="2"/>
              <a:buNone/>
            </a:pPr>
            <a:r>
              <a:rPr lang="zh-TW" altLang="en-US" sz="2600" dirty="0"/>
              <a:t>	</a:t>
            </a:r>
          </a:p>
        </p:txBody>
      </p:sp>
      <p:sp>
        <p:nvSpPr>
          <p:cNvPr id="584708" name="Rectangle 4">
            <a:extLst>
              <a:ext uri="{FF2B5EF4-FFF2-40B4-BE49-F238E27FC236}">
                <a16:creationId xmlns:a16="http://schemas.microsoft.com/office/drawing/2014/main" id="{02B8BD90-9BAB-4E05-924E-AB848E85CF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再把</a:t>
            </a:r>
            <a:r>
              <a:rPr lang="en-US" altLang="zh-TW" dirty="0"/>
              <a:t>operator&gt;()</a:t>
            </a:r>
            <a:r>
              <a:rPr lang="zh-TW" altLang="en-US" dirty="0"/>
              <a:t>函數多載 </a:t>
            </a:r>
            <a:r>
              <a:rPr lang="en-US" altLang="zh-TW" dirty="0"/>
              <a:t>(1/2)</a:t>
            </a:r>
          </a:p>
        </p:txBody>
      </p:sp>
      <p:sp>
        <p:nvSpPr>
          <p:cNvPr id="8" name="AutoShape 18">
            <a:extLst>
              <a:ext uri="{FF2B5EF4-FFF2-40B4-BE49-F238E27FC236}">
                <a16:creationId xmlns:a16="http://schemas.microsoft.com/office/drawing/2014/main" id="{66C31652-2A01-480A-8ED7-5D84C1F3E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012" y="260350"/>
            <a:ext cx="3132076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大於運算子「</a:t>
            </a:r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&gt;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98F9D6C-7181-4339-BFBB-F7BD0233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761" y="2276871"/>
            <a:ext cx="3939633" cy="4540687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ADA31669-B22B-4222-BD85-9751EA9C1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8" y="1437306"/>
            <a:ext cx="4960135" cy="4603488"/>
          </a:xfrm>
          <a:prstGeom prst="rect">
            <a:avLst/>
          </a:prstGeom>
        </p:spPr>
      </p:pic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40B94A0C-3BA2-4433-A87E-53FF0EA7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007F-5A0F-414C-A6A1-1BC7C284277F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586756" name="Rectangle 4">
            <a:extLst>
              <a:ext uri="{FF2B5EF4-FFF2-40B4-BE49-F238E27FC236}">
                <a16:creationId xmlns:a16="http://schemas.microsoft.com/office/drawing/2014/main" id="{3BA42C6F-9441-49AB-A15F-ADDE67F1A1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218530"/>
          </a:xfrm>
        </p:spPr>
        <p:txBody>
          <a:bodyPr/>
          <a:lstStyle/>
          <a:p>
            <a:r>
              <a:rPr lang="zh-TW" altLang="en-US" dirty="0"/>
              <a:t>再把</a:t>
            </a:r>
            <a:r>
              <a:rPr lang="en-US" altLang="zh-TW" dirty="0"/>
              <a:t>operator&gt;()</a:t>
            </a:r>
            <a:r>
              <a:rPr lang="zh-TW" altLang="en-US" dirty="0"/>
              <a:t>函數多載 </a:t>
            </a:r>
            <a:r>
              <a:rPr lang="en-US" altLang="zh-TW" dirty="0"/>
              <a:t>(2/2)</a:t>
            </a:r>
          </a:p>
        </p:txBody>
      </p:sp>
      <p:sp>
        <p:nvSpPr>
          <p:cNvPr id="586778" name="Rectangle 26">
            <a:extLst>
              <a:ext uri="{FF2B5EF4-FFF2-40B4-BE49-F238E27FC236}">
                <a16:creationId xmlns:a16="http://schemas.microsoft.com/office/drawing/2014/main" id="{9EEE88D9-24A7-4C18-9A30-E46474E16D2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831987" y="1739264"/>
            <a:ext cx="3721213" cy="425649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1800" dirty="0"/>
              <a:t>使用</a:t>
            </a:r>
            <a:r>
              <a:rPr lang="en-US" altLang="zh-TW" sz="1800" dirty="0"/>
              <a:t>operator&gt;() </a:t>
            </a:r>
            <a:r>
              <a:rPr lang="zh-TW" altLang="en-US" sz="1800" dirty="0"/>
              <a:t>函數的完整範例 </a:t>
            </a:r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D5524DD0-FB3E-48AA-9A42-BDF4C86E5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012" y="260350"/>
            <a:ext cx="3132076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大於運算子「</a:t>
            </a:r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&gt;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BE7ED2F-8351-4671-B43D-5B622ED79356}"/>
              </a:ext>
            </a:extLst>
          </p:cNvPr>
          <p:cNvSpPr/>
          <p:nvPr/>
        </p:nvSpPr>
        <p:spPr bwMode="auto">
          <a:xfrm>
            <a:off x="5544108" y="3032956"/>
            <a:ext cx="1044116" cy="216024"/>
          </a:xfrm>
          <a:prstGeom prst="roundRect">
            <a:avLst/>
          </a:prstGeom>
          <a:noFill/>
          <a:ln w="9525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chemeClr val="bg1">
                      <a:lumMod val="200000"/>
                      <a:satMod val="200000"/>
                    </a:schemeClr>
                  </a:outerShdw>
                </a:cont>
                <a:cont type="tree" name="">
                  <a:effect ref="fillLine"/>
                  <a:outerShdw dist="38100" dir="2700000" algn="tl">
                    <a:schemeClr val="bg1">
                      <a:lumMod val="60000"/>
                      <a:satMod val="60000"/>
                    </a:schemeClr>
                  </a:outerShdw>
                </a:cont>
                <a:effect ref="fillLine"/>
              </a:effectDag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6CFA6F2-014D-45DD-B961-DE47E31A6EE6}"/>
              </a:ext>
            </a:extLst>
          </p:cNvPr>
          <p:cNvSpPr/>
          <p:nvPr/>
        </p:nvSpPr>
        <p:spPr bwMode="auto">
          <a:xfrm>
            <a:off x="5580185" y="3968262"/>
            <a:ext cx="1060860" cy="228600"/>
          </a:xfrm>
          <a:prstGeom prst="roundRect">
            <a:avLst/>
          </a:prstGeom>
          <a:noFill/>
          <a:ln w="9525" cap="flat" cmpd="sng" algn="ctr">
            <a:solidFill>
              <a:srgbClr val="9900CC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chemeClr val="bg1">
                      <a:lumMod val="200000"/>
                      <a:satMod val="200000"/>
                    </a:schemeClr>
                  </a:outerShdw>
                </a:cont>
                <a:cont type="tree" name="">
                  <a:effect ref="fillLine"/>
                  <a:outerShdw dist="38100" dir="2700000" algn="tl">
                    <a:schemeClr val="bg1">
                      <a:lumMod val="60000"/>
                      <a:satMod val="60000"/>
                    </a:schemeClr>
                  </a:outerShdw>
                </a:cont>
                <a:effect ref="fillLine"/>
              </a:effectDag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02B8672-8359-4FE6-BEBE-ECFB9E607B30}"/>
              </a:ext>
            </a:extLst>
          </p:cNvPr>
          <p:cNvSpPr/>
          <p:nvPr/>
        </p:nvSpPr>
        <p:spPr bwMode="auto">
          <a:xfrm>
            <a:off x="3095836" y="2350868"/>
            <a:ext cx="1743486" cy="394941"/>
          </a:xfrm>
          <a:prstGeom prst="roundRect">
            <a:avLst/>
          </a:prstGeom>
          <a:solidFill>
            <a:srgbClr val="FFCCCC"/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可改寫成</a:t>
            </a:r>
            <a:r>
              <a:rPr kumimoji="1" lang="en-US" altLang="zh-TW" sz="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if(win1.operator&gt;(win2)</a:t>
            </a:r>
            <a:endParaRPr kumimoji="1" lang="zh-TW" altLang="en-US" sz="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接點: 弧形 5">
            <a:extLst>
              <a:ext uri="{FF2B5EF4-FFF2-40B4-BE49-F238E27FC236}">
                <a16:creationId xmlns:a16="http://schemas.microsoft.com/office/drawing/2014/main" id="{3F428F64-3CCE-4173-9E06-F50776C43EDC}"/>
              </a:ext>
            </a:extLst>
          </p:cNvPr>
          <p:cNvCxnSpPr>
            <a:cxnSpLocks/>
            <a:stCxn id="4" idx="1"/>
            <a:endCxn id="13" idx="3"/>
          </p:cNvCxnSpPr>
          <p:nvPr/>
        </p:nvCxnSpPr>
        <p:spPr bwMode="auto">
          <a:xfrm rot="10800000">
            <a:off x="4839322" y="2548340"/>
            <a:ext cx="704786" cy="592629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2FB9448-C247-4C43-8CFF-74E12553388A}"/>
              </a:ext>
            </a:extLst>
          </p:cNvPr>
          <p:cNvSpPr/>
          <p:nvPr/>
        </p:nvSpPr>
        <p:spPr bwMode="auto">
          <a:xfrm>
            <a:off x="3193795" y="4693088"/>
            <a:ext cx="1843948" cy="394941"/>
          </a:xfrm>
          <a:prstGeom prst="roundRect">
            <a:avLst/>
          </a:prstGeom>
          <a:solidFill>
            <a:srgbClr val="CCCCFF"/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可改寫成</a:t>
            </a:r>
            <a:r>
              <a:rPr kumimoji="1" lang="en-US" altLang="zh-TW" sz="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if(win1.operator&gt;(7000))</a:t>
            </a:r>
            <a:endParaRPr kumimoji="1" lang="zh-TW" altLang="en-US" sz="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接點: 弧形 20">
            <a:extLst>
              <a:ext uri="{FF2B5EF4-FFF2-40B4-BE49-F238E27FC236}">
                <a16:creationId xmlns:a16="http://schemas.microsoft.com/office/drawing/2014/main" id="{C34B0AF1-AF88-4254-AEB7-95F064EC35D9}"/>
              </a:ext>
            </a:extLst>
          </p:cNvPr>
          <p:cNvCxnSpPr>
            <a:cxnSpLocks/>
            <a:stCxn id="12" idx="1"/>
            <a:endCxn id="20" idx="0"/>
          </p:cNvCxnSpPr>
          <p:nvPr/>
        </p:nvCxnSpPr>
        <p:spPr bwMode="auto">
          <a:xfrm rot="10800000" flipV="1">
            <a:off x="4115769" y="4082562"/>
            <a:ext cx="1464416" cy="610526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rgbClr val="9900CC"/>
            </a:solidFill>
            <a:prstDash val="dash"/>
            <a:round/>
            <a:headEnd type="none" w="med" len="med"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055C377-9A7B-4F68-9E93-3B5360E08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09" y="1176797"/>
            <a:ext cx="4800940" cy="473974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C7404E2-2A0A-47CC-82F0-FA560D7B0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973" y="2031961"/>
            <a:ext cx="4044361" cy="4717494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9A8B33DA-CEFE-4FC9-83D0-2C2DDF524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DB83C-94C0-4BB9-BD50-8F19644E7CC8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701442" name="Rectangle 2">
            <a:extLst>
              <a:ext uri="{FF2B5EF4-FFF2-40B4-BE49-F238E27FC236}">
                <a16:creationId xmlns:a16="http://schemas.microsoft.com/office/drawing/2014/main" id="{C74A1F70-1052-4F02-AB20-A45E2498B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7"/>
            <a:ext cx="7543800" cy="819219"/>
          </a:xfrm>
        </p:spPr>
        <p:txBody>
          <a:bodyPr/>
          <a:lstStyle/>
          <a:p>
            <a:r>
              <a:rPr lang="zh-TW" altLang="en-US" dirty="0"/>
              <a:t>簡單的範例 </a:t>
            </a:r>
            <a:r>
              <a:rPr lang="en-US" altLang="zh-TW" dirty="0"/>
              <a:t>(1/3)</a:t>
            </a:r>
          </a:p>
        </p:txBody>
      </p:sp>
      <p:sp>
        <p:nvSpPr>
          <p:cNvPr id="701443" name="Rectangle 3">
            <a:extLst>
              <a:ext uri="{FF2B5EF4-FFF2-40B4-BE49-F238E27FC236}">
                <a16:creationId xmlns:a16="http://schemas.microsoft.com/office/drawing/2014/main" id="{06866E4D-51D0-4D37-8080-44024D38F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62655" y="941457"/>
            <a:ext cx="3826768" cy="905447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1600" dirty="0"/>
              <a:t>物件成員包含有指標，或是以動態記憶體方式配置變數時，使用預設的設定運算子「</a:t>
            </a:r>
            <a:r>
              <a:rPr lang="en-US" altLang="zh-TW" sz="1600" dirty="0"/>
              <a:t>=</a:t>
            </a:r>
            <a:r>
              <a:rPr lang="zh-TW" altLang="en-US" sz="1600" dirty="0"/>
              <a:t>」可能會發生錯誤 </a:t>
            </a:r>
          </a:p>
        </p:txBody>
      </p:sp>
      <p:sp>
        <p:nvSpPr>
          <p:cNvPr id="701444" name="AutoShape 4">
            <a:extLst>
              <a:ext uri="{FF2B5EF4-FFF2-40B4-BE49-F238E27FC236}">
                <a16:creationId xmlns:a16="http://schemas.microsoft.com/office/drawing/2014/main" id="{229D38E1-C4DC-448A-B044-8A38E9966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設定運算子「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=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9E6EC4E-D031-4457-A703-A95C262B1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63" y="4286013"/>
            <a:ext cx="4937350" cy="2481439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E5FE7B08-774D-462B-929C-DF5B4B008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8DE6F-CDDA-40D5-BB01-436E928FDBEA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688130" name="Rectangle 2">
            <a:extLst>
              <a:ext uri="{FF2B5EF4-FFF2-40B4-BE49-F238E27FC236}">
                <a16:creationId xmlns:a16="http://schemas.microsoft.com/office/drawing/2014/main" id="{FD3CEF28-95C1-4176-916E-4FAE7D207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86482"/>
          </a:xfrm>
        </p:spPr>
        <p:txBody>
          <a:bodyPr/>
          <a:lstStyle/>
          <a:p>
            <a:r>
              <a:rPr lang="zh-TW" altLang="en-US" dirty="0"/>
              <a:t>簡單的範例 </a:t>
            </a:r>
            <a:r>
              <a:rPr lang="en-US" altLang="zh-TW" dirty="0"/>
              <a:t>(2/3)</a:t>
            </a:r>
          </a:p>
        </p:txBody>
      </p:sp>
      <p:sp>
        <p:nvSpPr>
          <p:cNvPr id="688131" name="Rectangle 3">
            <a:extLst>
              <a:ext uri="{FF2B5EF4-FFF2-40B4-BE49-F238E27FC236}">
                <a16:creationId xmlns:a16="http://schemas.microsoft.com/office/drawing/2014/main" id="{B31B58D7-09CE-4206-95AA-42F460951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663" y="1046832"/>
            <a:ext cx="3862772" cy="461067"/>
          </a:xfrm>
        </p:spPr>
        <p:txBody>
          <a:bodyPr/>
          <a:lstStyle/>
          <a:p>
            <a:r>
              <a:rPr lang="zh-TW" altLang="en-US" sz="2400" dirty="0"/>
              <a:t>執行完</a:t>
            </a:r>
            <a:r>
              <a:rPr lang="en-US" altLang="zh-TW" sz="2400" dirty="0"/>
              <a:t>28~29</a:t>
            </a:r>
            <a:r>
              <a:rPr lang="zh-TW" altLang="en-US" sz="2400" dirty="0"/>
              <a:t>行後的結果 </a:t>
            </a:r>
          </a:p>
        </p:txBody>
      </p:sp>
      <p:sp>
        <p:nvSpPr>
          <p:cNvPr id="688133" name="AutoShape 5">
            <a:extLst>
              <a:ext uri="{FF2B5EF4-FFF2-40B4-BE49-F238E27FC236}">
                <a16:creationId xmlns:a16="http://schemas.microsoft.com/office/drawing/2014/main" id="{E25E6DC2-DF61-4295-81E8-65378CD6C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設定運算子「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=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 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A98CB56-1D83-4730-B305-4D8B1D0BA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58" y="1578231"/>
            <a:ext cx="4937350" cy="198106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3B31DED5-DF2D-4FA2-B986-32059AA74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1273" y="3493469"/>
            <a:ext cx="5148064" cy="1585087"/>
          </a:xfrm>
          <a:prstGeom prst="rect">
            <a:avLst/>
          </a:prstGeom>
          <a:ln>
            <a:solidFill>
              <a:srgbClr val="9900CC"/>
            </a:solidFill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88D600FB-AB63-4CEE-B927-34C1EDBF4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66" y="3767742"/>
            <a:ext cx="3358810" cy="461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>
                <a:effectLst/>
              </a:rPr>
              <a:t>執行完</a:t>
            </a:r>
            <a:r>
              <a:rPr lang="en-US" altLang="zh-TW" sz="2400" dirty="0">
                <a:effectLst/>
              </a:rPr>
              <a:t>33</a:t>
            </a:r>
            <a:r>
              <a:rPr lang="zh-TW" altLang="en-US" sz="2400" dirty="0">
                <a:effectLst/>
              </a:rPr>
              <a:t>行後的結果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60D247EE-CB88-44B2-9793-AE13A8B4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94A2B-69A2-4BF3-B46A-0ADAA4065499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703490" name="Rectangle 2">
            <a:extLst>
              <a:ext uri="{FF2B5EF4-FFF2-40B4-BE49-F238E27FC236}">
                <a16:creationId xmlns:a16="http://schemas.microsoft.com/office/drawing/2014/main" id="{4576F4BA-1855-4E85-9CA3-9F736A1A2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34350"/>
          </a:xfrm>
        </p:spPr>
        <p:txBody>
          <a:bodyPr/>
          <a:lstStyle/>
          <a:p>
            <a:r>
              <a:rPr lang="zh-TW" altLang="en-US" dirty="0"/>
              <a:t>簡單的範例 </a:t>
            </a:r>
            <a:r>
              <a:rPr lang="en-US" altLang="zh-TW" dirty="0"/>
              <a:t>(3/3)</a:t>
            </a:r>
          </a:p>
        </p:txBody>
      </p:sp>
      <p:sp>
        <p:nvSpPr>
          <p:cNvPr id="703491" name="Rectangle 3">
            <a:extLst>
              <a:ext uri="{FF2B5EF4-FFF2-40B4-BE49-F238E27FC236}">
                <a16:creationId xmlns:a16="http://schemas.microsoft.com/office/drawing/2014/main" id="{C08C3A22-D28D-4B65-87AF-2CD345629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23169"/>
            <a:ext cx="8229600" cy="4411662"/>
          </a:xfrm>
        </p:spPr>
        <p:txBody>
          <a:bodyPr/>
          <a:lstStyle/>
          <a:p>
            <a:r>
              <a:rPr lang="zh-TW" altLang="en-US" sz="2400" dirty="0"/>
              <a:t>執行完</a:t>
            </a:r>
            <a:r>
              <a:rPr lang="en-US" altLang="zh-TW" sz="2400" dirty="0"/>
              <a:t>38</a:t>
            </a:r>
            <a:r>
              <a:rPr lang="zh-TW" altLang="en-US" sz="2400" dirty="0"/>
              <a:t>行後的結果 </a:t>
            </a:r>
          </a:p>
        </p:txBody>
      </p:sp>
      <p:sp>
        <p:nvSpPr>
          <p:cNvPr id="703492" name="AutoShape 4">
            <a:extLst>
              <a:ext uri="{FF2B5EF4-FFF2-40B4-BE49-F238E27FC236}">
                <a16:creationId xmlns:a16="http://schemas.microsoft.com/office/drawing/2014/main" id="{46F37DC8-66C5-4021-8DBF-1B9F23673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設定運算子「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=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 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E5DF3B9-D03A-4F32-919F-4A9555820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974938"/>
            <a:ext cx="5141155" cy="261058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8285B3C-1459-427C-B328-3336D5535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683" y="4801513"/>
            <a:ext cx="5148064" cy="1585087"/>
          </a:xfrm>
          <a:prstGeom prst="rect">
            <a:avLst/>
          </a:prstGeom>
          <a:ln>
            <a:solidFill>
              <a:srgbClr val="9900CC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47A2EFC-8406-4CF3-9ED6-BF80ABE41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6" y="1060191"/>
            <a:ext cx="4819305" cy="539580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5CB2AB1-463D-40D8-B2E9-93D2A91BB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022" y="2167029"/>
            <a:ext cx="4216817" cy="4634047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41660831-99B0-4BF1-A0E9-19B0882F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AF53-0EC0-48E9-B88F-1951CAE955A8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92226" name="Rectangle 2">
            <a:extLst>
              <a:ext uri="{FF2B5EF4-FFF2-40B4-BE49-F238E27FC236}">
                <a16:creationId xmlns:a16="http://schemas.microsoft.com/office/drawing/2014/main" id="{764F8CCB-E85D-4501-B05B-8EBD9BD53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50478"/>
          </a:xfrm>
        </p:spPr>
        <p:txBody>
          <a:bodyPr/>
          <a:lstStyle/>
          <a:p>
            <a:r>
              <a:rPr lang="zh-TW" altLang="en-US" dirty="0"/>
              <a:t>修正錯誤 </a:t>
            </a:r>
            <a:r>
              <a:rPr lang="en-US" altLang="zh-TW" dirty="0"/>
              <a:t>(1/3)</a:t>
            </a:r>
          </a:p>
        </p:txBody>
      </p:sp>
      <p:sp>
        <p:nvSpPr>
          <p:cNvPr id="692229" name="Rectangle 5">
            <a:extLst>
              <a:ext uri="{FF2B5EF4-FFF2-40B4-BE49-F238E27FC236}">
                <a16:creationId xmlns:a16="http://schemas.microsoft.com/office/drawing/2014/main" id="{5096A3E2-77A8-42BF-ADEF-89537978F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47864" y="1472415"/>
            <a:ext cx="3967336" cy="477536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400" dirty="0"/>
              <a:t>使用設定運算子修正錯誤 </a:t>
            </a:r>
          </a:p>
        </p:txBody>
      </p:sp>
      <p:sp>
        <p:nvSpPr>
          <p:cNvPr id="692231" name="AutoShape 7">
            <a:extLst>
              <a:ext uri="{FF2B5EF4-FFF2-40B4-BE49-F238E27FC236}">
                <a16:creationId xmlns:a16="http://schemas.microsoft.com/office/drawing/2014/main" id="{C7B0A4ED-17A7-484B-BB64-5A3E47DDB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設定運算子「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=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8D426774-79A9-452E-ADDB-0189EBB3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1E07-57B3-400F-B2BA-420827618431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695298" name="Rectangle 2">
            <a:extLst>
              <a:ext uri="{FF2B5EF4-FFF2-40B4-BE49-F238E27FC236}">
                <a16:creationId xmlns:a16="http://schemas.microsoft.com/office/drawing/2014/main" id="{3F2BA568-242D-4A3B-A678-498F56DA8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50478"/>
          </a:xfrm>
        </p:spPr>
        <p:txBody>
          <a:bodyPr/>
          <a:lstStyle/>
          <a:p>
            <a:r>
              <a:rPr lang="zh-TW" altLang="en-US" dirty="0"/>
              <a:t>修正錯誤 </a:t>
            </a:r>
            <a:r>
              <a:rPr lang="en-US" altLang="zh-TW" dirty="0"/>
              <a:t>(2/3)</a:t>
            </a:r>
          </a:p>
        </p:txBody>
      </p:sp>
      <p:sp>
        <p:nvSpPr>
          <p:cNvPr id="695299" name="Rectangle 3">
            <a:extLst>
              <a:ext uri="{FF2B5EF4-FFF2-40B4-BE49-F238E27FC236}">
                <a16:creationId xmlns:a16="http://schemas.microsoft.com/office/drawing/2014/main" id="{B213AC15-9A78-4CFB-AF5D-83104DB78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86929"/>
            <a:ext cx="4366828" cy="625601"/>
          </a:xfrm>
        </p:spPr>
        <p:txBody>
          <a:bodyPr/>
          <a:lstStyle/>
          <a:p>
            <a:r>
              <a:rPr lang="zh-TW" altLang="en-US" sz="2600" dirty="0"/>
              <a:t>執行完</a:t>
            </a:r>
            <a:r>
              <a:rPr lang="en-US" altLang="zh-TW" sz="2600" dirty="0"/>
              <a:t>34~35</a:t>
            </a:r>
            <a:r>
              <a:rPr lang="zh-TW" altLang="en-US" sz="2600" dirty="0"/>
              <a:t>行後的結果 </a:t>
            </a:r>
          </a:p>
        </p:txBody>
      </p:sp>
      <p:sp>
        <p:nvSpPr>
          <p:cNvPr id="695300" name="AutoShape 4">
            <a:extLst>
              <a:ext uri="{FF2B5EF4-FFF2-40B4-BE49-F238E27FC236}">
                <a16:creationId xmlns:a16="http://schemas.microsoft.com/office/drawing/2014/main" id="{554B057C-5ED5-4136-AEED-D701BD7C2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設定運算子「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=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 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11765FC-5C87-4B34-9326-0FBD3F4DA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29" y="1546489"/>
            <a:ext cx="5356029" cy="212403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25BD80D8-1742-4890-A1D7-D9AAAC003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58" y="4344294"/>
            <a:ext cx="4973090" cy="233337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D5F1D12-24BA-4D2B-9FF6-4B1F6EFAB8C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850" r="39122"/>
          <a:stretch/>
        </p:blipFill>
        <p:spPr>
          <a:xfrm>
            <a:off x="5011654" y="3918400"/>
            <a:ext cx="2988332" cy="851786"/>
          </a:xfrm>
          <a:prstGeom prst="rect">
            <a:avLst/>
          </a:prstGeom>
          <a:ln>
            <a:solidFill>
              <a:srgbClr val="9900CC"/>
            </a:solidFill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B13734FE-1AD5-472C-947B-A2B0CD0BE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766462"/>
            <a:ext cx="4366828" cy="625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>
                <a:effectLst/>
              </a:rPr>
              <a:t>執行完</a:t>
            </a:r>
            <a:r>
              <a:rPr lang="en-US" altLang="zh-TW" sz="2600" dirty="0">
                <a:effectLst/>
              </a:rPr>
              <a:t>39</a:t>
            </a:r>
            <a:r>
              <a:rPr lang="zh-TW" altLang="en-US" sz="2600" dirty="0">
                <a:effectLst/>
              </a:rPr>
              <a:t>行後的結果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107E17A4-A119-4C9B-A9EB-1B2B3A6E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ADA65-2CE9-4E92-897C-09B72C1DE0E0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696322" name="Rectangle 2">
            <a:extLst>
              <a:ext uri="{FF2B5EF4-FFF2-40B4-BE49-F238E27FC236}">
                <a16:creationId xmlns:a16="http://schemas.microsoft.com/office/drawing/2014/main" id="{CE52D570-74D8-49D7-965B-777D5A11D0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50478"/>
          </a:xfrm>
        </p:spPr>
        <p:txBody>
          <a:bodyPr/>
          <a:lstStyle/>
          <a:p>
            <a:r>
              <a:rPr lang="zh-TW" altLang="en-US" dirty="0"/>
              <a:t>修正錯誤 </a:t>
            </a:r>
            <a:r>
              <a:rPr lang="en-US" altLang="zh-TW" dirty="0"/>
              <a:t>(3/3)</a:t>
            </a:r>
          </a:p>
        </p:txBody>
      </p:sp>
      <p:sp>
        <p:nvSpPr>
          <p:cNvPr id="696323" name="Rectangle 3">
            <a:extLst>
              <a:ext uri="{FF2B5EF4-FFF2-40B4-BE49-F238E27FC236}">
                <a16:creationId xmlns:a16="http://schemas.microsoft.com/office/drawing/2014/main" id="{0F6D3D4C-C903-4303-832C-B2CBA57CA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28421"/>
            <a:ext cx="8229600" cy="4411662"/>
          </a:xfrm>
        </p:spPr>
        <p:txBody>
          <a:bodyPr/>
          <a:lstStyle/>
          <a:p>
            <a:r>
              <a:rPr lang="zh-TW" altLang="en-US" sz="2600" dirty="0"/>
              <a:t>執行完</a:t>
            </a:r>
            <a:r>
              <a:rPr lang="en-US" altLang="zh-TW" sz="2600" dirty="0"/>
              <a:t>44</a:t>
            </a:r>
            <a:r>
              <a:rPr lang="zh-TW" altLang="en-US" sz="2600" dirty="0"/>
              <a:t>行後的結果 </a:t>
            </a:r>
          </a:p>
        </p:txBody>
      </p:sp>
      <p:sp>
        <p:nvSpPr>
          <p:cNvPr id="696324" name="AutoShape 4">
            <a:extLst>
              <a:ext uri="{FF2B5EF4-FFF2-40B4-BE49-F238E27FC236}">
                <a16:creationId xmlns:a16="http://schemas.microsoft.com/office/drawing/2014/main" id="{C4BE5B78-44EC-4836-9F8B-1315DB6CF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設定運算子「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=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 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F11187C-DA99-49E1-966B-10214964B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15" y="1926594"/>
            <a:ext cx="5188202" cy="253770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C17F15E-6BD3-4209-99C9-27DDD72CF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866" y="4869160"/>
            <a:ext cx="3787383" cy="888398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107E17A4-A119-4C9B-A9EB-1B2B3A6E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ADA65-2CE9-4E92-897C-09B72C1DE0E0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696322" name="Rectangle 2">
            <a:extLst>
              <a:ext uri="{FF2B5EF4-FFF2-40B4-BE49-F238E27FC236}">
                <a16:creationId xmlns:a16="http://schemas.microsoft.com/office/drawing/2014/main" id="{CE52D570-74D8-49D7-965B-777D5A11D0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82526"/>
          </a:xfrm>
        </p:spPr>
        <p:txBody>
          <a:bodyPr/>
          <a:lstStyle/>
          <a:p>
            <a:r>
              <a:rPr lang="zh-TW" altLang="en-US" dirty="0"/>
              <a:t>淺層拷貝 </a:t>
            </a:r>
            <a:r>
              <a:rPr lang="en-US" altLang="zh-TW" dirty="0"/>
              <a:t>vs </a:t>
            </a:r>
            <a:r>
              <a:rPr lang="zh-TW" altLang="en-US" dirty="0"/>
              <a:t>深層拷貝</a:t>
            </a:r>
            <a:endParaRPr lang="en-US" altLang="zh-TW" dirty="0"/>
          </a:p>
        </p:txBody>
      </p:sp>
      <p:sp>
        <p:nvSpPr>
          <p:cNvPr id="696323" name="Rectangle 3">
            <a:extLst>
              <a:ext uri="{FF2B5EF4-FFF2-40B4-BE49-F238E27FC236}">
                <a16:creationId xmlns:a16="http://schemas.microsoft.com/office/drawing/2014/main" id="{0F6D3D4C-C903-4303-832C-B2CBA57CA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50"/>
            <a:ext cx="8229600" cy="4893281"/>
          </a:xfrm>
        </p:spPr>
        <p:txBody>
          <a:bodyPr/>
          <a:lstStyle/>
          <a:p>
            <a:r>
              <a:rPr lang="zh-TW" altLang="en-US" sz="2600" dirty="0"/>
              <a:t>使用預設的設定運算子時，會進行</a:t>
            </a:r>
            <a:r>
              <a:rPr lang="zh-TW" altLang="en-US" sz="2600" b="1" dirty="0">
                <a:solidFill>
                  <a:srgbClr val="FF0000"/>
                </a:solidFill>
              </a:rPr>
              <a:t>淺層拷貝</a:t>
            </a:r>
            <a:r>
              <a:rPr lang="zh-TW" altLang="en-US" sz="2600" dirty="0"/>
              <a:t>：</a:t>
            </a:r>
            <a:endParaRPr lang="en-US" altLang="zh-TW" sz="2600" dirty="0"/>
          </a:p>
          <a:p>
            <a:pPr lvl="1"/>
            <a:r>
              <a:rPr lang="zh-TW" altLang="en-US" sz="2200" dirty="0"/>
              <a:t>僅</a:t>
            </a:r>
            <a:r>
              <a:rPr lang="zh-TW" altLang="en-US" sz="2200" b="1" dirty="0">
                <a:solidFill>
                  <a:srgbClr val="FF0000"/>
                </a:solidFill>
              </a:rPr>
              <a:t>複製</a:t>
            </a:r>
            <a:r>
              <a:rPr lang="zh-TW" altLang="en-US" sz="2200" dirty="0"/>
              <a:t>成員，不處理指標指向的記憶體</a:t>
            </a:r>
            <a:endParaRPr lang="en-US" altLang="zh-TW" sz="2200" dirty="0"/>
          </a:p>
          <a:p>
            <a:pPr lvl="1"/>
            <a:r>
              <a:rPr lang="zh-TW" altLang="en-US" sz="2200" dirty="0"/>
              <a:t>當物件包含</a:t>
            </a:r>
            <a:r>
              <a:rPr lang="zh-TW" altLang="en-US" sz="2200" b="1" dirty="0">
                <a:solidFill>
                  <a:srgbClr val="FF0000"/>
                </a:solidFill>
              </a:rPr>
              <a:t>指標</a:t>
            </a:r>
            <a:r>
              <a:rPr lang="zh-TW" altLang="en-US" sz="2200" dirty="0"/>
              <a:t>或</a:t>
            </a:r>
            <a:r>
              <a:rPr lang="zh-TW" altLang="en-US" sz="2200" b="1" dirty="0">
                <a:solidFill>
                  <a:srgbClr val="FF0000"/>
                </a:solidFill>
              </a:rPr>
              <a:t>動態記憶體</a:t>
            </a:r>
            <a:r>
              <a:rPr lang="zh-TW" altLang="en-US" sz="2200" dirty="0"/>
              <a:t>時，會出現以下問題：</a:t>
            </a:r>
            <a:endParaRPr lang="en-US" altLang="zh-TW" sz="2200" dirty="0"/>
          </a:p>
          <a:p>
            <a:pPr lvl="2"/>
            <a:r>
              <a:rPr lang="zh-TW" altLang="en-US" sz="1900" b="1" dirty="0">
                <a:solidFill>
                  <a:srgbClr val="FF0000"/>
                </a:solidFill>
              </a:rPr>
              <a:t>雙重釋放</a:t>
            </a:r>
            <a:r>
              <a:rPr lang="zh-TW" altLang="en-US" sz="1900" dirty="0"/>
              <a:t>：多個物件</a:t>
            </a:r>
            <a:r>
              <a:rPr lang="zh-TW" altLang="en-US" sz="1900" b="1" dirty="0">
                <a:solidFill>
                  <a:srgbClr val="FF0000"/>
                </a:solidFill>
              </a:rPr>
              <a:t>共用</a:t>
            </a:r>
            <a:r>
              <a:rPr lang="zh-TW" altLang="en-US" sz="1900" dirty="0"/>
              <a:t>同一記憶體位址，銷毀時重複釋放</a:t>
            </a:r>
            <a:endParaRPr lang="en-US" altLang="zh-TW" sz="1900" dirty="0"/>
          </a:p>
          <a:p>
            <a:pPr lvl="2"/>
            <a:r>
              <a:rPr lang="zh-TW" altLang="en-US" sz="1900" b="1" dirty="0">
                <a:solidFill>
                  <a:srgbClr val="FF0000"/>
                </a:solidFill>
              </a:rPr>
              <a:t>記憶體洩漏</a:t>
            </a:r>
            <a:r>
              <a:rPr lang="zh-TW" altLang="en-US" sz="1900" dirty="0"/>
              <a:t>：記憶體被釋放後，仍有物件嘗試存取 </a:t>
            </a:r>
          </a:p>
          <a:p>
            <a:r>
              <a:rPr lang="zh-TW" altLang="en-US" sz="2600" dirty="0"/>
              <a:t>解決方法</a:t>
            </a:r>
            <a:r>
              <a:rPr lang="en-US" altLang="zh-TW" sz="2600" dirty="0"/>
              <a:t>--</a:t>
            </a:r>
            <a:r>
              <a:rPr lang="zh-TW" altLang="en-US" sz="2600" b="1" dirty="0">
                <a:solidFill>
                  <a:srgbClr val="FF0000"/>
                </a:solidFill>
              </a:rPr>
              <a:t>深層拷貝</a:t>
            </a:r>
            <a:endParaRPr lang="en-US" altLang="zh-TW" sz="2600" b="1" dirty="0">
              <a:solidFill>
                <a:srgbClr val="FF0000"/>
              </a:solidFill>
            </a:endParaRPr>
          </a:p>
          <a:p>
            <a:pPr lvl="1"/>
            <a:r>
              <a:rPr lang="zh-TW" altLang="en-US" sz="2200" dirty="0"/>
              <a:t>自行定義運算子</a:t>
            </a:r>
            <a:r>
              <a:rPr lang="zh-TW" altLang="en-US" sz="2200" b="1" dirty="0">
                <a:solidFill>
                  <a:srgbClr val="FF0000"/>
                </a:solidFill>
              </a:rPr>
              <a:t>「</a:t>
            </a:r>
            <a:r>
              <a:rPr lang="en-US" altLang="zh-TW" sz="2200" b="1" dirty="0">
                <a:solidFill>
                  <a:srgbClr val="FF0000"/>
                </a:solidFill>
              </a:rPr>
              <a:t>=</a:t>
            </a:r>
            <a:r>
              <a:rPr lang="zh-TW" altLang="en-US" sz="2200" b="1" dirty="0">
                <a:solidFill>
                  <a:srgbClr val="FF0000"/>
                </a:solidFill>
              </a:rPr>
              <a:t>」</a:t>
            </a:r>
            <a:r>
              <a:rPr lang="zh-TW" altLang="en-US" sz="2200" dirty="0"/>
              <a:t>：</a:t>
            </a:r>
            <a:endParaRPr lang="en-US" altLang="zh-TW" sz="2200" dirty="0"/>
          </a:p>
          <a:p>
            <a:pPr lvl="2"/>
            <a:r>
              <a:rPr lang="zh-TW" altLang="en-US" sz="1900" dirty="0"/>
              <a:t>為每個物件建立獨立記憶體空間</a:t>
            </a:r>
            <a:endParaRPr lang="en-US" altLang="zh-TW" sz="1900" dirty="0"/>
          </a:p>
          <a:p>
            <a:pPr lvl="2"/>
            <a:r>
              <a:rPr lang="zh-TW" altLang="en-US" sz="1900" dirty="0"/>
              <a:t>確保資料完整複製，</a:t>
            </a:r>
            <a:r>
              <a:rPr lang="zh-TW" altLang="en-US" sz="1900" b="1" dirty="0">
                <a:solidFill>
                  <a:srgbClr val="FF0000"/>
                </a:solidFill>
              </a:rPr>
              <a:t>不會互相影響</a:t>
            </a:r>
            <a:endParaRPr lang="en-US" altLang="zh-TW" sz="1900" b="1" dirty="0">
              <a:solidFill>
                <a:srgbClr val="FF0000"/>
              </a:solidFill>
            </a:endParaRPr>
          </a:p>
        </p:txBody>
      </p:sp>
      <p:sp>
        <p:nvSpPr>
          <p:cNvPr id="696324" name="AutoShape 4">
            <a:extLst>
              <a:ext uri="{FF2B5EF4-FFF2-40B4-BE49-F238E27FC236}">
                <a16:creationId xmlns:a16="http://schemas.microsoft.com/office/drawing/2014/main" id="{C4BE5B78-44EC-4836-9F8B-1315DB6CF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設定運算子「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=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 </a:t>
            </a:r>
          </a:p>
        </p:txBody>
      </p:sp>
    </p:spTree>
    <p:extLst>
      <p:ext uri="{BB962C8B-B14F-4D97-AF65-F5344CB8AC3E}">
        <p14:creationId xmlns:p14="http://schemas.microsoft.com/office/powerpoint/2010/main" val="1326313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15785DB-FE5E-4885-AB67-65C7C6F9C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7" y="1190945"/>
            <a:ext cx="4976462" cy="556733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6DF0618-669E-4C86-B808-0FCE00938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294" y="2204864"/>
            <a:ext cx="4090658" cy="4536122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107E17A4-A119-4C9B-A9EB-1B2B3A6E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ADA65-2CE9-4E92-897C-09B72C1DE0E0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696322" name="Rectangle 2">
            <a:extLst>
              <a:ext uri="{FF2B5EF4-FFF2-40B4-BE49-F238E27FC236}">
                <a16:creationId xmlns:a16="http://schemas.microsoft.com/office/drawing/2014/main" id="{CE52D570-74D8-49D7-965B-777D5A11D0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117013"/>
            <a:ext cx="7411870" cy="827711"/>
          </a:xfrm>
        </p:spPr>
        <p:txBody>
          <a:bodyPr/>
          <a:lstStyle/>
          <a:p>
            <a:r>
              <a:rPr lang="zh-TW" altLang="en-US" dirty="0"/>
              <a:t>修正問題</a:t>
            </a:r>
            <a:r>
              <a:rPr lang="en-US" altLang="zh-TW" dirty="0"/>
              <a:t>(1/3)</a:t>
            </a:r>
          </a:p>
        </p:txBody>
      </p:sp>
      <p:sp>
        <p:nvSpPr>
          <p:cNvPr id="696324" name="AutoShape 4">
            <a:extLst>
              <a:ext uri="{FF2B5EF4-FFF2-40B4-BE49-F238E27FC236}">
                <a16:creationId xmlns:a16="http://schemas.microsoft.com/office/drawing/2014/main" id="{C4BE5B78-44EC-4836-9F8B-1315DB6CF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401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15.3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設定運算子「</a:t>
            </a:r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=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 </a:t>
            </a:r>
          </a:p>
        </p:txBody>
      </p:sp>
    </p:spTree>
    <p:extLst>
      <p:ext uri="{BB962C8B-B14F-4D97-AF65-F5344CB8AC3E}">
        <p14:creationId xmlns:p14="http://schemas.microsoft.com/office/powerpoint/2010/main" val="2373095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8D426774-79A9-452E-ADDB-0189EBB3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1E07-57B3-400F-B2BA-420827618431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695299" name="Rectangle 3">
            <a:extLst>
              <a:ext uri="{FF2B5EF4-FFF2-40B4-BE49-F238E27FC236}">
                <a16:creationId xmlns:a16="http://schemas.microsoft.com/office/drawing/2014/main" id="{B213AC15-9A78-4CFB-AF5D-83104DB78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86929"/>
            <a:ext cx="4366828" cy="625601"/>
          </a:xfrm>
        </p:spPr>
        <p:txBody>
          <a:bodyPr/>
          <a:lstStyle/>
          <a:p>
            <a:r>
              <a:rPr lang="zh-TW" altLang="en-US" sz="2600" dirty="0"/>
              <a:t>執行完</a:t>
            </a:r>
            <a:r>
              <a:rPr lang="en-US" altLang="zh-TW" sz="2600" dirty="0"/>
              <a:t>34~35</a:t>
            </a:r>
            <a:r>
              <a:rPr lang="zh-TW" altLang="en-US" sz="2600" dirty="0"/>
              <a:t>行後的結果 </a:t>
            </a:r>
          </a:p>
        </p:txBody>
      </p:sp>
      <p:sp>
        <p:nvSpPr>
          <p:cNvPr id="695300" name="AutoShape 4">
            <a:extLst>
              <a:ext uri="{FF2B5EF4-FFF2-40B4-BE49-F238E27FC236}">
                <a16:creationId xmlns:a16="http://schemas.microsoft.com/office/drawing/2014/main" id="{554B057C-5ED5-4136-AEED-D701BD7C2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設定運算子「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=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13734FE-1AD5-472C-947B-A2B0CD0BE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766462"/>
            <a:ext cx="4366828" cy="625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>
                <a:effectLst/>
              </a:rPr>
              <a:t>執行完</a:t>
            </a:r>
            <a:r>
              <a:rPr lang="en-US" altLang="zh-TW" sz="2600" dirty="0">
                <a:effectLst/>
              </a:rPr>
              <a:t>39</a:t>
            </a:r>
            <a:r>
              <a:rPr lang="zh-TW" altLang="en-US" sz="2600" dirty="0">
                <a:effectLst/>
              </a:rPr>
              <a:t>行後的結果 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9A3BD55-85C9-4DD8-86B6-B29B7B970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17013"/>
            <a:ext cx="7411870" cy="82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9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9pPr>
          </a:lstStyle>
          <a:p>
            <a:r>
              <a:rPr lang="zh-TW" altLang="en-US" dirty="0">
                <a:effectLst/>
              </a:rPr>
              <a:t>修正問題</a:t>
            </a:r>
            <a:r>
              <a:rPr lang="en-US" altLang="zh-TW" dirty="0">
                <a:effectLst/>
              </a:rPr>
              <a:t>(2/3)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3852ED1-4AD8-420E-98B4-A15FE2300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30" y="1540940"/>
            <a:ext cx="5425605" cy="202618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5ED594A-BEB6-4E36-BFEB-D63A18BA1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28" y="4429514"/>
            <a:ext cx="5083590" cy="240447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17BFBBC-5BE3-44E4-9125-88AC71B9C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92" y="3700694"/>
            <a:ext cx="3194294" cy="925285"/>
          </a:xfrm>
          <a:prstGeom prst="rect">
            <a:avLst/>
          </a:prstGeom>
          <a:ln>
            <a:solidFill>
              <a:srgbClr val="9900CC"/>
            </a:solidFill>
          </a:ln>
        </p:spPr>
      </p:pic>
    </p:spTree>
    <p:extLst>
      <p:ext uri="{BB962C8B-B14F-4D97-AF65-F5344CB8AC3E}">
        <p14:creationId xmlns:p14="http://schemas.microsoft.com/office/powerpoint/2010/main" val="2672657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107E17A4-A119-4C9B-A9EB-1B2B3A6E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ADA65-2CE9-4E92-897C-09B72C1DE0E0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696323" name="Rectangle 3">
            <a:extLst>
              <a:ext uri="{FF2B5EF4-FFF2-40B4-BE49-F238E27FC236}">
                <a16:creationId xmlns:a16="http://schemas.microsoft.com/office/drawing/2014/main" id="{0F6D3D4C-C903-4303-832C-B2CBA57CA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28421"/>
            <a:ext cx="8229600" cy="4411662"/>
          </a:xfrm>
        </p:spPr>
        <p:txBody>
          <a:bodyPr/>
          <a:lstStyle/>
          <a:p>
            <a:r>
              <a:rPr lang="zh-TW" altLang="en-US" sz="2600" dirty="0"/>
              <a:t>執行完</a:t>
            </a:r>
            <a:r>
              <a:rPr lang="en-US" altLang="zh-TW" sz="2600" dirty="0"/>
              <a:t>44</a:t>
            </a:r>
            <a:r>
              <a:rPr lang="zh-TW" altLang="en-US" sz="2600" dirty="0"/>
              <a:t>行後的結果 </a:t>
            </a:r>
          </a:p>
        </p:txBody>
      </p:sp>
      <p:sp>
        <p:nvSpPr>
          <p:cNvPr id="696324" name="AutoShape 4">
            <a:extLst>
              <a:ext uri="{FF2B5EF4-FFF2-40B4-BE49-F238E27FC236}">
                <a16:creationId xmlns:a16="http://schemas.microsoft.com/office/drawing/2014/main" id="{C4BE5B78-44EC-4836-9F8B-1315DB6CF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設定運算子「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=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BF2BA80-620F-453B-BC54-6E8695E24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17013"/>
            <a:ext cx="7411870" cy="82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9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900" b="1">
                <a:solidFill>
                  <a:schemeClr val="tx2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9pPr>
          </a:lstStyle>
          <a:p>
            <a:r>
              <a:rPr lang="zh-TW" altLang="en-US" dirty="0">
                <a:effectLst/>
              </a:rPr>
              <a:t>修正問題</a:t>
            </a:r>
            <a:r>
              <a:rPr lang="en-US" altLang="zh-TW" dirty="0">
                <a:effectLst/>
              </a:rPr>
              <a:t>(3/3)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13B0C6D-C799-49F2-9677-E01EF760B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53" y="2096869"/>
            <a:ext cx="5249416" cy="255993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A4789B9-8219-466C-AFDF-86710FBDB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900" y="5083073"/>
            <a:ext cx="3790917" cy="884351"/>
          </a:xfrm>
          <a:prstGeom prst="rect">
            <a:avLst/>
          </a:prstGeom>
          <a:ln>
            <a:solidFill>
              <a:srgbClr val="9900CC"/>
            </a:solidFill>
          </a:ln>
        </p:spPr>
      </p:pic>
    </p:spTree>
    <p:extLst>
      <p:ext uri="{BB962C8B-B14F-4D97-AF65-F5344CB8AC3E}">
        <p14:creationId xmlns:p14="http://schemas.microsoft.com/office/powerpoint/2010/main" val="2557182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5E7F513-63E0-4103-AC3A-C05EC9FF3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2" y="5023529"/>
            <a:ext cx="4976596" cy="1251008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91FC75B4-EC75-49AF-B443-62185514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6EED-69DE-4D8C-9165-6D7E301E5FEE}" type="slidenum">
              <a:rPr lang="en-US" altLang="zh-TW"/>
              <a:pPr/>
              <a:t>17</a:t>
            </a:fld>
            <a:endParaRPr lang="en-US" altLang="zh-TW" dirty="0"/>
          </a:p>
        </p:txBody>
      </p:sp>
      <p:sp>
        <p:nvSpPr>
          <p:cNvPr id="698370" name="Rectangle 2">
            <a:extLst>
              <a:ext uri="{FF2B5EF4-FFF2-40B4-BE49-F238E27FC236}">
                <a16:creationId xmlns:a16="http://schemas.microsoft.com/office/drawing/2014/main" id="{B20CBE0B-9D2E-4351-AF53-C7055980F3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設定運算子多載的進階應用</a:t>
            </a:r>
            <a:endParaRPr lang="en-US" altLang="zh-TW" dirty="0"/>
          </a:p>
        </p:txBody>
      </p:sp>
      <p:sp>
        <p:nvSpPr>
          <p:cNvPr id="698371" name="Rectangle 3">
            <a:extLst>
              <a:ext uri="{FF2B5EF4-FFF2-40B4-BE49-F238E27FC236}">
                <a16:creationId xmlns:a16="http://schemas.microsoft.com/office/drawing/2014/main" id="{FB794FDF-EA8C-4C60-806A-B36FD808F1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14844"/>
            <a:ext cx="8229600" cy="4662487"/>
          </a:xfrm>
        </p:spPr>
        <p:txBody>
          <a:bodyPr/>
          <a:lstStyle/>
          <a:p>
            <a:r>
              <a:rPr lang="zh-TW" altLang="en-US" sz="2200" dirty="0"/>
              <a:t>把設定運算子「</a:t>
            </a:r>
            <a:r>
              <a:rPr lang="en-US" altLang="zh-TW" sz="2200" b="1" dirty="0">
                <a:solidFill>
                  <a:srgbClr val="FF0000"/>
                </a:solidFill>
              </a:rPr>
              <a:t>=</a:t>
            </a:r>
            <a:r>
              <a:rPr lang="zh-TW" altLang="en-US" sz="2200" dirty="0"/>
              <a:t>」多載成可以連續設值：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TW" altLang="en-US" sz="1800" dirty="0">
                <a:latin typeface="Courier New" panose="02070309020205020404" pitchFamily="49" charset="0"/>
              </a:rPr>
              <a:t> 	   </a:t>
            </a:r>
            <a:r>
              <a:rPr lang="en-US" altLang="zh-TW" sz="1600" dirty="0">
                <a:latin typeface="Courier New" panose="02070309020205020404" pitchFamily="49" charset="0"/>
              </a:rPr>
              <a:t>win1=win2=win3;	   // </a:t>
            </a:r>
            <a:r>
              <a:rPr lang="zh-TW" altLang="en-US" sz="1600" dirty="0">
                <a:latin typeface="Courier New" panose="02070309020205020404" pitchFamily="49" charset="0"/>
              </a:rPr>
              <a:t>把</a:t>
            </a:r>
            <a:r>
              <a:rPr lang="en-US" altLang="zh-TW" sz="1600" dirty="0">
                <a:latin typeface="Courier New" panose="02070309020205020404" pitchFamily="49" charset="0"/>
              </a:rPr>
              <a:t>win3</a:t>
            </a:r>
            <a:r>
              <a:rPr lang="zh-TW" altLang="en-US" sz="1600" dirty="0">
                <a:latin typeface="Courier New" panose="02070309020205020404" pitchFamily="49" charset="0"/>
              </a:rPr>
              <a:t>的值設給</a:t>
            </a:r>
            <a:r>
              <a:rPr lang="en-US" altLang="zh-TW" sz="1600" dirty="0">
                <a:latin typeface="Courier New" panose="02070309020205020404" pitchFamily="49" charset="0"/>
              </a:rPr>
              <a:t>win1</a:t>
            </a:r>
            <a:r>
              <a:rPr lang="zh-TW" altLang="en-US" sz="1600" dirty="0">
                <a:latin typeface="Courier New" panose="02070309020205020404" pitchFamily="49" charset="0"/>
              </a:rPr>
              <a:t>與</a:t>
            </a:r>
            <a:r>
              <a:rPr lang="en-US" altLang="zh-TW" sz="1600" dirty="0">
                <a:latin typeface="Courier New" panose="02070309020205020404" pitchFamily="49" charset="0"/>
              </a:rPr>
              <a:t>win2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200" dirty="0"/>
              <a:t>	</a:t>
            </a:r>
            <a:r>
              <a:rPr lang="zh-TW" altLang="en-US" sz="2200" dirty="0"/>
              <a:t>可依下面的步驟進行設計：</a:t>
            </a:r>
            <a:endParaRPr lang="zh-TW" altLang="en-US" sz="2200" b="1" dirty="0"/>
          </a:p>
          <a:p>
            <a:pPr lvl="1"/>
            <a:r>
              <a:rPr lang="zh-TW" altLang="en-US" sz="1800" dirty="0"/>
              <a:t>先把</a:t>
            </a:r>
            <a:r>
              <a:rPr lang="en-US" altLang="zh-TW" sz="1800" dirty="0"/>
              <a:t>win3</a:t>
            </a:r>
            <a:r>
              <a:rPr lang="zh-TW" altLang="en-US" sz="1800" dirty="0"/>
              <a:t>的值設給</a:t>
            </a:r>
            <a:r>
              <a:rPr lang="en-US" altLang="zh-TW" sz="1800" dirty="0"/>
              <a:t>win2</a:t>
            </a:r>
            <a:r>
              <a:rPr lang="zh-TW" altLang="en-US" sz="1800" dirty="0"/>
              <a:t>，再把</a:t>
            </a:r>
            <a:r>
              <a:rPr lang="en-US" altLang="zh-TW" sz="1800" dirty="0"/>
              <a:t>win2</a:t>
            </a:r>
            <a:r>
              <a:rPr lang="zh-TW" altLang="en-US" sz="1800" dirty="0"/>
              <a:t>的值設給</a:t>
            </a:r>
            <a:r>
              <a:rPr lang="en-US" altLang="zh-TW" sz="1800" dirty="0"/>
              <a:t>win1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1600" dirty="0"/>
              <a:t>	</a:t>
            </a:r>
            <a:r>
              <a:rPr lang="en-US" altLang="zh-TW" sz="1600" dirty="0">
                <a:latin typeface="Courier New" panose="02070309020205020404" pitchFamily="49" charset="0"/>
              </a:rPr>
              <a:t>	win1=(win2=win3);	</a:t>
            </a:r>
          </a:p>
          <a:p>
            <a:pPr lvl="1"/>
            <a:r>
              <a:rPr lang="zh-TW" altLang="en-US" sz="1800" dirty="0"/>
              <a:t>把上式改寫成：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TW" altLang="en-US" sz="1600" dirty="0">
                <a:latin typeface="Courier New" panose="02070309020205020404" pitchFamily="49" charset="0"/>
              </a:rPr>
              <a:t>		</a:t>
            </a:r>
            <a:r>
              <a:rPr lang="en-US" altLang="zh-TW" sz="1600" dirty="0">
                <a:latin typeface="Courier New" panose="02070309020205020404" pitchFamily="49" charset="0"/>
              </a:rPr>
              <a:t>win1=(win2.operator=(win3));</a:t>
            </a:r>
            <a:endParaRPr lang="en-US" altLang="zh-TW" sz="1600" dirty="0"/>
          </a:p>
          <a:p>
            <a:pPr lvl="1"/>
            <a:r>
              <a:rPr lang="zh-TW" altLang="en-US" sz="1800" dirty="0"/>
              <a:t>再改為成下面的敘述：</a:t>
            </a:r>
          </a:p>
          <a:p>
            <a:pPr lvl="1"/>
            <a:endParaRPr lang="en-US" altLang="zh-TW" sz="2000" dirty="0"/>
          </a:p>
        </p:txBody>
      </p:sp>
      <p:sp>
        <p:nvSpPr>
          <p:cNvPr id="698372" name="AutoShape 4">
            <a:extLst>
              <a:ext uri="{FF2B5EF4-FFF2-40B4-BE49-F238E27FC236}">
                <a16:creationId xmlns:a16="http://schemas.microsoft.com/office/drawing/2014/main" id="{E66DB239-9A92-4EE6-AF45-82C3E28DD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設定運算子「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=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 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5C862C9-B10E-428E-96E9-B58204196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769" y="4114823"/>
            <a:ext cx="3489471" cy="1672958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E2194FF5-D775-4DA1-AAB8-502ED56D9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6768" y="3609020"/>
            <a:ext cx="348947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lvl="1"/>
            <a:r>
              <a:rPr lang="zh-TW" altLang="en-US" sz="1800" dirty="0">
                <a:effectLst/>
              </a:rPr>
              <a:t>最後寫出「</a:t>
            </a:r>
            <a:r>
              <a:rPr lang="en-US" altLang="zh-TW" sz="1800" dirty="0">
                <a:effectLst/>
              </a:rPr>
              <a:t>=</a:t>
            </a:r>
            <a:r>
              <a:rPr lang="zh-TW" altLang="en-US" sz="1800" dirty="0">
                <a:effectLst/>
              </a:rPr>
              <a:t>」運算子的多載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7E56165-F641-4880-817F-A210A7ABA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4" y="1063054"/>
            <a:ext cx="4759953" cy="572408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9C41432-1261-4962-ACE0-B88181860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917" y="2386361"/>
            <a:ext cx="4529382" cy="4408106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78CE5C20-1A61-4C0F-A94F-1731B150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AB66E-3CBF-4C9F-B081-D0B41B3A0AB9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700418" name="Rectangle 2">
            <a:extLst>
              <a:ext uri="{FF2B5EF4-FFF2-40B4-BE49-F238E27FC236}">
                <a16:creationId xmlns:a16="http://schemas.microsoft.com/office/drawing/2014/main" id="{97C27B02-B266-44A8-B5BF-14A96B66CA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2238"/>
            <a:ext cx="5338936" cy="885031"/>
          </a:xfrm>
        </p:spPr>
        <p:txBody>
          <a:bodyPr/>
          <a:lstStyle/>
          <a:p>
            <a:r>
              <a:rPr lang="zh-TW" altLang="en-US" sz="3200" dirty="0"/>
              <a:t>「</a:t>
            </a:r>
            <a:r>
              <a:rPr lang="en-US" altLang="zh-TW" sz="3200" dirty="0"/>
              <a:t>=</a:t>
            </a:r>
            <a:r>
              <a:rPr lang="zh-TW" altLang="en-US" sz="3200" dirty="0"/>
              <a:t>」運算子多載的範例 </a:t>
            </a:r>
            <a:endParaRPr lang="en-US" altLang="zh-TW" sz="3200" dirty="0"/>
          </a:p>
        </p:txBody>
      </p:sp>
      <p:sp>
        <p:nvSpPr>
          <p:cNvPr id="700420" name="AutoShape 4">
            <a:extLst>
              <a:ext uri="{FF2B5EF4-FFF2-40B4-BE49-F238E27FC236}">
                <a16:creationId xmlns:a16="http://schemas.microsoft.com/office/drawing/2014/main" id="{6813852C-7B2D-4756-BD5E-68F60B221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260350"/>
            <a:ext cx="3348038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15.3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設定運算子「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=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」的多載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717535-B168-469A-B7E2-8724F635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CA971-C64D-4798-98B4-4AC629776EFB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387076" name="WordArt 4">
            <a:extLst>
              <a:ext uri="{FF2B5EF4-FFF2-40B4-BE49-F238E27FC236}">
                <a16:creationId xmlns:a16="http://schemas.microsoft.com/office/drawing/2014/main" id="{3C2562E0-B3A9-4F63-823B-94DFEB2A12F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CC0000"/>
          </a:solidFill>
          <a:prstDash val="dash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lnDef>
  </a:objectDefaults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4491</TotalTime>
  <Words>822</Words>
  <Application>Microsoft Office PowerPoint</Application>
  <PresentationFormat>如螢幕大小 (4:3)</PresentationFormat>
  <Paragraphs>110</Paragraphs>
  <Slides>19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5" baseType="lpstr">
      <vt:lpstr>Wingdings</vt:lpstr>
      <vt:lpstr>Comic Sans MS</vt:lpstr>
      <vt:lpstr>Arial</vt:lpstr>
      <vt:lpstr>Times New Roman</vt:lpstr>
      <vt:lpstr>Courier New</vt:lpstr>
      <vt:lpstr>default</vt:lpstr>
      <vt:lpstr>第十五章 運算子的多載</vt:lpstr>
      <vt:lpstr>運算子的多載 (1/2)</vt:lpstr>
      <vt:lpstr>運算子的多載 (2/2)</vt:lpstr>
      <vt:lpstr>「&gt;」運算子的多載 </vt:lpstr>
      <vt:lpstr>再把operator&gt;()函數多載 (1/2)</vt:lpstr>
      <vt:lpstr>再把operator&gt;()函數多載 (2/2)</vt:lpstr>
      <vt:lpstr>簡單的範例 (1/3)</vt:lpstr>
      <vt:lpstr>簡單的範例 (2/3)</vt:lpstr>
      <vt:lpstr>簡單的範例 (3/3)</vt:lpstr>
      <vt:lpstr>修正錯誤 (1/3)</vt:lpstr>
      <vt:lpstr>修正錯誤 (2/3)</vt:lpstr>
      <vt:lpstr>修正錯誤 (3/3)</vt:lpstr>
      <vt:lpstr>淺層拷貝 vs 深層拷貝</vt:lpstr>
      <vt:lpstr>修正問題(1/3)</vt:lpstr>
      <vt:lpstr>PowerPoint 簡報</vt:lpstr>
      <vt:lpstr>PowerPoint 簡報</vt:lpstr>
      <vt:lpstr>設定運算子多載的進階應用</vt:lpstr>
      <vt:lpstr>「=」運算子多載的範例 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150</cp:revision>
  <cp:lastPrinted>1601-01-01T00:00:00Z</cp:lastPrinted>
  <dcterms:created xsi:type="dcterms:W3CDTF">2007-03-13T09:49:44Z</dcterms:created>
  <dcterms:modified xsi:type="dcterms:W3CDTF">2024-11-18T15:57:47Z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