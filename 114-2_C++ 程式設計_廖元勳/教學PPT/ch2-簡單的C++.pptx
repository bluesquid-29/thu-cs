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3" r:id="rId1"/>
  </p:sldMasterIdLst>
  <p:notesMasterIdLst>
    <p:notesMasterId r:id="rId18"/>
  </p:notesMasterIdLst>
  <p:handoutMasterIdLst>
    <p:handoutMasterId r:id="rId19"/>
  </p:handoutMasterIdLst>
  <p:sldIdLst>
    <p:sldId id="256" r:id="rId2"/>
    <p:sldId id="304" r:id="rId3"/>
    <p:sldId id="307" r:id="rId4"/>
    <p:sldId id="308" r:id="rId5"/>
    <p:sldId id="310" r:id="rId6"/>
    <p:sldId id="311" r:id="rId7"/>
    <p:sldId id="343" r:id="rId8"/>
    <p:sldId id="345" r:id="rId9"/>
    <p:sldId id="346" r:id="rId10"/>
    <p:sldId id="347" r:id="rId11"/>
    <p:sldId id="351" r:id="rId12"/>
    <p:sldId id="349" r:id="rId13"/>
    <p:sldId id="354" r:id="rId14"/>
    <p:sldId id="355" r:id="rId15"/>
    <p:sldId id="357" r:id="rId16"/>
    <p:sldId id="272" r:id="rId17"/>
  </p:sldIdLst>
  <p:sldSz cx="9144000" cy="6858000" type="screen4x3"/>
  <p:notesSz cx="6858000" cy="9144000"/>
  <p:embeddedFontLst>
    <p:embeddedFont>
      <p:font typeface="Comic Sans MS" panose="030F0702030302020204" pitchFamily="66" charset="0"/>
      <p:regular r:id="rId20"/>
      <p:bold r:id="rId21"/>
      <p:italic r:id="rId22"/>
      <p:boldItalic r:id="rId23"/>
    </p:embeddedFont>
  </p:embeddedFontLst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57">
          <p15:clr>
            <a:srgbClr val="A4A3A4"/>
          </p15:clr>
        </p15:guide>
        <p15:guide id="2" pos="38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FFCC"/>
    <a:srgbClr val="9900CC"/>
    <a:srgbClr val="6699FF"/>
    <a:srgbClr val="CCFF99"/>
    <a:srgbClr val="99CCFF"/>
    <a:srgbClr val="FFCCCC"/>
    <a:srgbClr val="CC00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98" autoAdjust="0"/>
    <p:restoredTop sz="94660" autoAdjust="0"/>
  </p:normalViewPr>
  <p:slideViewPr>
    <p:cSldViewPr>
      <p:cViewPr varScale="1">
        <p:scale>
          <a:sx n="77" d="100"/>
          <a:sy n="77" d="100"/>
        </p:scale>
        <p:origin x="67" y="149"/>
      </p:cViewPr>
      <p:guideLst>
        <p:guide orient="horz" pos="1457"/>
        <p:guide pos="38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36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clair Chen" userId="bee3a08289d85a0e" providerId="LiveId" clId="{16441D78-D0D6-43CC-855F-5FA885B84F84}"/>
    <pc:docChg chg="undo custSel delSld modSld">
      <pc:chgData name="Eclair Chen" userId="bee3a08289d85a0e" providerId="LiveId" clId="{16441D78-D0D6-43CC-855F-5FA885B84F84}" dt="2024-06-07T12:45:48.572" v="336" actId="2696"/>
      <pc:docMkLst>
        <pc:docMk/>
      </pc:docMkLst>
      <pc:sldChg chg="addSp modSp mod">
        <pc:chgData name="Eclair Chen" userId="bee3a08289d85a0e" providerId="LiveId" clId="{16441D78-D0D6-43CC-855F-5FA885B84F84}" dt="2024-06-07T12:08:39.235" v="11" actId="6549"/>
        <pc:sldMkLst>
          <pc:docMk/>
          <pc:sldMk cId="0" sldId="304"/>
        </pc:sldMkLst>
        <pc:spChg chg="mod">
          <ac:chgData name="Eclair Chen" userId="bee3a08289d85a0e" providerId="LiveId" clId="{16441D78-D0D6-43CC-855F-5FA885B84F84}" dt="2024-06-07T12:08:39.235" v="11" actId="6549"/>
          <ac:spMkLst>
            <pc:docMk/>
            <pc:sldMk cId="0" sldId="304"/>
            <ac:spMk id="578564" creationId="{A88F3E58-44CD-BFFB-441E-5423BD8A05D3}"/>
          </ac:spMkLst>
        </pc:spChg>
        <pc:picChg chg="add mod">
          <ac:chgData name="Eclair Chen" userId="bee3a08289d85a0e" providerId="LiveId" clId="{16441D78-D0D6-43CC-855F-5FA885B84F84}" dt="2024-06-07T12:07:44.517" v="5" actId="692"/>
          <ac:picMkLst>
            <pc:docMk/>
            <pc:sldMk cId="0" sldId="304"/>
            <ac:picMk id="2" creationId="{EA3B1C71-8EF9-4CC5-B941-FFBD6358E5B5}"/>
          </ac:picMkLst>
        </pc:picChg>
      </pc:sldChg>
      <pc:sldChg chg="del">
        <pc:chgData name="Eclair Chen" userId="bee3a08289d85a0e" providerId="LiveId" clId="{16441D78-D0D6-43CC-855F-5FA885B84F84}" dt="2024-06-07T12:08:45.830" v="12" actId="2696"/>
        <pc:sldMkLst>
          <pc:docMk/>
          <pc:sldMk cId="0" sldId="305"/>
        </pc:sldMkLst>
      </pc:sldChg>
      <pc:sldChg chg="addSp delSp modSp mod">
        <pc:chgData name="Eclair Chen" userId="bee3a08289d85a0e" providerId="LiveId" clId="{16441D78-D0D6-43CC-855F-5FA885B84F84}" dt="2024-06-07T12:22:42.681" v="128" actId="1076"/>
        <pc:sldMkLst>
          <pc:docMk/>
          <pc:sldMk cId="0" sldId="308"/>
        </pc:sldMkLst>
        <pc:spChg chg="add mod">
          <ac:chgData name="Eclair Chen" userId="bee3a08289d85a0e" providerId="LiveId" clId="{16441D78-D0D6-43CC-855F-5FA885B84F84}" dt="2024-06-07T12:22:42.681" v="128" actId="1076"/>
          <ac:spMkLst>
            <pc:docMk/>
            <pc:sldMk cId="0" sldId="308"/>
            <ac:spMk id="4" creationId="{C8F7D740-E982-4917-9A8F-7F75BDCBED58}"/>
          </ac:spMkLst>
        </pc:spChg>
        <pc:spChg chg="mod">
          <ac:chgData name="Eclair Chen" userId="bee3a08289d85a0e" providerId="LiveId" clId="{16441D78-D0D6-43CC-855F-5FA885B84F84}" dt="2024-06-07T12:12:27.504" v="30" actId="6549"/>
          <ac:spMkLst>
            <pc:docMk/>
            <pc:sldMk cId="0" sldId="308"/>
            <ac:spMk id="582660" creationId="{8D2636FE-790B-A690-7778-CACF7BEABB27}"/>
          </ac:spMkLst>
        </pc:spChg>
        <pc:picChg chg="add mod">
          <ac:chgData name="Eclair Chen" userId="bee3a08289d85a0e" providerId="LiveId" clId="{16441D78-D0D6-43CC-855F-5FA885B84F84}" dt="2024-06-07T12:12:19.384" v="24" actId="1076"/>
          <ac:picMkLst>
            <pc:docMk/>
            <pc:sldMk cId="0" sldId="308"/>
            <ac:picMk id="2" creationId="{20D1C06C-A7BF-4855-B7C7-C9716CB91E18}"/>
          </ac:picMkLst>
        </pc:picChg>
        <pc:picChg chg="add mod ord">
          <ac:chgData name="Eclair Chen" userId="bee3a08289d85a0e" providerId="LiveId" clId="{16441D78-D0D6-43CC-855F-5FA885B84F84}" dt="2024-06-07T12:22:30.601" v="127" actId="167"/>
          <ac:picMkLst>
            <pc:docMk/>
            <pc:sldMk cId="0" sldId="308"/>
            <ac:picMk id="5" creationId="{B157EDFF-DD01-4C94-B516-4A80B24347A6}"/>
          </ac:picMkLst>
        </pc:picChg>
        <pc:picChg chg="add del mod">
          <ac:chgData name="Eclair Chen" userId="bee3a08289d85a0e" providerId="LiveId" clId="{16441D78-D0D6-43CC-855F-5FA885B84F84}" dt="2024-06-07T12:22:17.100" v="123" actId="478"/>
          <ac:picMkLst>
            <pc:docMk/>
            <pc:sldMk cId="0" sldId="308"/>
            <ac:picMk id="8" creationId="{E15AAA98-776F-4564-93E4-765E80A53786}"/>
          </ac:picMkLst>
        </pc:picChg>
        <pc:picChg chg="del mod">
          <ac:chgData name="Eclair Chen" userId="bee3a08289d85a0e" providerId="LiveId" clId="{16441D78-D0D6-43CC-855F-5FA885B84F84}" dt="2024-06-07T12:11:38.575" v="14" actId="478"/>
          <ac:picMkLst>
            <pc:docMk/>
            <pc:sldMk cId="0" sldId="308"/>
            <ac:picMk id="582692" creationId="{A48803AD-3A6A-4B8B-CE42-B6F6D93AB107}"/>
          </ac:picMkLst>
        </pc:picChg>
      </pc:sldChg>
      <pc:sldChg chg="del">
        <pc:chgData name="Eclair Chen" userId="bee3a08289d85a0e" providerId="LiveId" clId="{16441D78-D0D6-43CC-855F-5FA885B84F84}" dt="2024-06-07T12:20:32.918" v="119" actId="2696"/>
        <pc:sldMkLst>
          <pc:docMk/>
          <pc:sldMk cId="0" sldId="309"/>
        </pc:sldMkLst>
      </pc:sldChg>
      <pc:sldChg chg="addSp modSp mod">
        <pc:chgData name="Eclair Chen" userId="bee3a08289d85a0e" providerId="LiveId" clId="{16441D78-D0D6-43CC-855F-5FA885B84F84}" dt="2024-06-07T12:20:55.250" v="122" actId="255"/>
        <pc:sldMkLst>
          <pc:docMk/>
          <pc:sldMk cId="0" sldId="310"/>
        </pc:sldMkLst>
        <pc:spChg chg="add mod">
          <ac:chgData name="Eclair Chen" userId="bee3a08289d85a0e" providerId="LiveId" clId="{16441D78-D0D6-43CC-855F-5FA885B84F84}" dt="2024-06-07T12:20:55.250" v="122" actId="255"/>
          <ac:spMkLst>
            <pc:docMk/>
            <pc:sldMk cId="0" sldId="310"/>
            <ac:spMk id="7" creationId="{4C1C2A92-2A4F-49EF-8468-63DAB55BB8F3}"/>
          </ac:spMkLst>
        </pc:spChg>
        <pc:spChg chg="mod">
          <ac:chgData name="Eclair Chen" userId="bee3a08289d85a0e" providerId="LiveId" clId="{16441D78-D0D6-43CC-855F-5FA885B84F84}" dt="2024-06-07T12:20:28.698" v="118" actId="6549"/>
          <ac:spMkLst>
            <pc:docMk/>
            <pc:sldMk cId="0" sldId="310"/>
            <ac:spMk id="584708" creationId="{D94E784F-43E6-BBD7-631E-FA9A1BC7D25C}"/>
          </ac:spMkLst>
        </pc:spChg>
        <pc:picChg chg="mod">
          <ac:chgData name="Eclair Chen" userId="bee3a08289d85a0e" providerId="LiveId" clId="{16441D78-D0D6-43CC-855F-5FA885B84F84}" dt="2024-06-07T12:20:38.040" v="120" actId="1076"/>
          <ac:picMkLst>
            <pc:docMk/>
            <pc:sldMk cId="0" sldId="310"/>
            <ac:picMk id="5" creationId="{C28BDD48-2F22-5314-8543-021B73222AC2}"/>
          </ac:picMkLst>
        </pc:picChg>
      </pc:sldChg>
      <pc:sldChg chg="addSp modSp mod">
        <pc:chgData name="Eclair Chen" userId="bee3a08289d85a0e" providerId="LiveId" clId="{16441D78-D0D6-43CC-855F-5FA885B84F84}" dt="2024-06-07T12:29:38.113" v="168" actId="1076"/>
        <pc:sldMkLst>
          <pc:docMk/>
          <pc:sldMk cId="0" sldId="311"/>
        </pc:sldMkLst>
        <pc:spChg chg="add mod">
          <ac:chgData name="Eclair Chen" userId="bee3a08289d85a0e" providerId="LiveId" clId="{16441D78-D0D6-43CC-855F-5FA885B84F84}" dt="2024-06-07T12:29:23.613" v="167" actId="14100"/>
          <ac:spMkLst>
            <pc:docMk/>
            <pc:sldMk cId="0" sldId="311"/>
            <ac:spMk id="7" creationId="{72478BE1-CEDF-4647-BEF1-532C132ECD72}"/>
          </ac:spMkLst>
        </pc:spChg>
        <pc:spChg chg="add mod">
          <ac:chgData name="Eclair Chen" userId="bee3a08289d85a0e" providerId="LiveId" clId="{16441D78-D0D6-43CC-855F-5FA885B84F84}" dt="2024-06-07T12:29:09.600" v="165" actId="14100"/>
          <ac:spMkLst>
            <pc:docMk/>
            <pc:sldMk cId="0" sldId="311"/>
            <ac:spMk id="8" creationId="{E984218D-EB2A-4A28-A1F5-0CFA041CD92C}"/>
          </ac:spMkLst>
        </pc:spChg>
        <pc:spChg chg="mod">
          <ac:chgData name="Eclair Chen" userId="bee3a08289d85a0e" providerId="LiveId" clId="{16441D78-D0D6-43CC-855F-5FA885B84F84}" dt="2024-06-07T12:26:59.908" v="142" actId="6549"/>
          <ac:spMkLst>
            <pc:docMk/>
            <pc:sldMk cId="0" sldId="311"/>
            <ac:spMk id="585732" creationId="{FE470BFD-A086-5C8F-1512-18A6FD37343C}"/>
          </ac:spMkLst>
        </pc:spChg>
        <pc:spChg chg="mod">
          <ac:chgData name="Eclair Chen" userId="bee3a08289d85a0e" providerId="LiveId" clId="{16441D78-D0D6-43CC-855F-5FA885B84F84}" dt="2024-06-07T12:28:40.640" v="160" actId="1076"/>
          <ac:spMkLst>
            <pc:docMk/>
            <pc:sldMk cId="0" sldId="311"/>
            <ac:spMk id="585733" creationId="{29224609-AA8C-8385-F65E-81BF364741ED}"/>
          </ac:spMkLst>
        </pc:spChg>
        <pc:picChg chg="mod">
          <ac:chgData name="Eclair Chen" userId="bee3a08289d85a0e" providerId="LiveId" clId="{16441D78-D0D6-43CC-855F-5FA885B84F84}" dt="2024-06-07T12:29:38.113" v="168" actId="1076"/>
          <ac:picMkLst>
            <pc:docMk/>
            <pc:sldMk cId="0" sldId="311"/>
            <ac:picMk id="585746" creationId="{717BC228-FC7A-620C-A715-6EAE387846B7}"/>
          </ac:picMkLst>
        </pc:picChg>
      </pc:sldChg>
      <pc:sldChg chg="del">
        <pc:chgData name="Eclair Chen" userId="bee3a08289d85a0e" providerId="LiveId" clId="{16441D78-D0D6-43CC-855F-5FA885B84F84}" dt="2024-06-07T12:29:43.818" v="169" actId="2696"/>
        <pc:sldMkLst>
          <pc:docMk/>
          <pc:sldMk cId="0" sldId="312"/>
        </pc:sldMkLst>
      </pc:sldChg>
      <pc:sldChg chg="del">
        <pc:chgData name="Eclair Chen" userId="bee3a08289d85a0e" providerId="LiveId" clId="{16441D78-D0D6-43CC-855F-5FA885B84F84}" dt="2024-06-07T12:18:21.084" v="98" actId="2696"/>
        <pc:sldMkLst>
          <pc:docMk/>
          <pc:sldMk cId="0" sldId="342"/>
        </pc:sldMkLst>
      </pc:sldChg>
      <pc:sldChg chg="addSp modSp mod">
        <pc:chgData name="Eclair Chen" userId="bee3a08289d85a0e" providerId="LiveId" clId="{16441D78-D0D6-43CC-855F-5FA885B84F84}" dt="2024-06-07T12:33:23.885" v="238" actId="208"/>
        <pc:sldMkLst>
          <pc:docMk/>
          <pc:sldMk cId="0" sldId="343"/>
        </pc:sldMkLst>
        <pc:spChg chg="add mod">
          <ac:chgData name="Eclair Chen" userId="bee3a08289d85a0e" providerId="LiveId" clId="{16441D78-D0D6-43CC-855F-5FA885B84F84}" dt="2024-06-07T12:33:23.885" v="238" actId="208"/>
          <ac:spMkLst>
            <pc:docMk/>
            <pc:sldMk cId="0" sldId="343"/>
            <ac:spMk id="9" creationId="{86D7A0DC-98EA-460A-B733-C29F4E89B778}"/>
          </ac:spMkLst>
        </pc:spChg>
        <pc:picChg chg="mod">
          <ac:chgData name="Eclair Chen" userId="bee3a08289d85a0e" providerId="LiveId" clId="{16441D78-D0D6-43CC-855F-5FA885B84F84}" dt="2024-06-07T12:31:30.587" v="179" actId="732"/>
          <ac:picMkLst>
            <pc:docMk/>
            <pc:sldMk cId="0" sldId="343"/>
            <ac:picMk id="681989" creationId="{C18C50CC-4966-64AE-0E73-7C8F3E55D62E}"/>
          </ac:picMkLst>
        </pc:picChg>
        <pc:picChg chg="mod">
          <ac:chgData name="Eclair Chen" userId="bee3a08289d85a0e" providerId="LiveId" clId="{16441D78-D0D6-43CC-855F-5FA885B84F84}" dt="2024-06-07T12:30:10.553" v="171" actId="1076"/>
          <ac:picMkLst>
            <pc:docMk/>
            <pc:sldMk cId="0" sldId="343"/>
            <ac:picMk id="681990" creationId="{E46A055B-1D8C-6FBE-045D-F50B0EBB1C8F}"/>
          </ac:picMkLst>
        </pc:picChg>
        <pc:picChg chg="mod">
          <ac:chgData name="Eclair Chen" userId="bee3a08289d85a0e" providerId="LiveId" clId="{16441D78-D0D6-43CC-855F-5FA885B84F84}" dt="2024-06-07T12:30:39.274" v="177" actId="1076"/>
          <ac:picMkLst>
            <pc:docMk/>
            <pc:sldMk cId="0" sldId="343"/>
            <ac:picMk id="681991" creationId="{665E55A8-23A2-D5ED-43D2-0B8AE45838BF}"/>
          </ac:picMkLst>
        </pc:picChg>
      </pc:sldChg>
      <pc:sldChg chg="modSp del">
        <pc:chgData name="Eclair Chen" userId="bee3a08289d85a0e" providerId="LiveId" clId="{16441D78-D0D6-43CC-855F-5FA885B84F84}" dt="2024-06-07T12:33:35.625" v="239" actId="2696"/>
        <pc:sldMkLst>
          <pc:docMk/>
          <pc:sldMk cId="0" sldId="344"/>
        </pc:sldMkLst>
        <pc:spChg chg="mod">
          <ac:chgData name="Eclair Chen" userId="bee3a08289d85a0e" providerId="LiveId" clId="{16441D78-D0D6-43CC-855F-5FA885B84F84}" dt="2024-06-07T12:30:55.250" v="178" actId="14100"/>
          <ac:spMkLst>
            <pc:docMk/>
            <pc:sldMk cId="0" sldId="344"/>
            <ac:spMk id="683011" creationId="{D42BC749-D80C-B538-E219-2A14911BF28A}"/>
          </ac:spMkLst>
        </pc:spChg>
      </pc:sldChg>
      <pc:sldChg chg="addSp modSp mod">
        <pc:chgData name="Eclair Chen" userId="bee3a08289d85a0e" providerId="LiveId" clId="{16441D78-D0D6-43CC-855F-5FA885B84F84}" dt="2024-06-07T12:36:11.821" v="258" actId="1076"/>
        <pc:sldMkLst>
          <pc:docMk/>
          <pc:sldMk cId="0" sldId="347"/>
        </pc:sldMkLst>
        <pc:spChg chg="mod">
          <ac:chgData name="Eclair Chen" userId="bee3a08289d85a0e" providerId="LiveId" clId="{16441D78-D0D6-43CC-855F-5FA885B84F84}" dt="2024-06-07T12:35:26" v="249" actId="6549"/>
          <ac:spMkLst>
            <pc:docMk/>
            <pc:sldMk cId="0" sldId="347"/>
            <ac:spMk id="686082" creationId="{5D880D6A-4071-E7EA-34E0-3FEFC43C59B7}"/>
          </ac:spMkLst>
        </pc:spChg>
        <pc:spChg chg="mod">
          <ac:chgData name="Eclair Chen" userId="bee3a08289d85a0e" providerId="LiveId" clId="{16441D78-D0D6-43CC-855F-5FA885B84F84}" dt="2024-06-07T12:36:01.718" v="256" actId="6549"/>
          <ac:spMkLst>
            <pc:docMk/>
            <pc:sldMk cId="0" sldId="347"/>
            <ac:spMk id="686083" creationId="{7C6C54A6-C6E0-F3AF-B698-ED2B81EBB62F}"/>
          </ac:spMkLst>
        </pc:spChg>
        <pc:picChg chg="add mod">
          <ac:chgData name="Eclair Chen" userId="bee3a08289d85a0e" providerId="LiveId" clId="{16441D78-D0D6-43CC-855F-5FA885B84F84}" dt="2024-06-07T12:36:11.821" v="258" actId="1076"/>
          <ac:picMkLst>
            <pc:docMk/>
            <pc:sldMk cId="0" sldId="347"/>
            <ac:picMk id="6" creationId="{36410C23-1AD7-49E0-A217-46E220C804A9}"/>
          </ac:picMkLst>
        </pc:picChg>
      </pc:sldChg>
      <pc:sldChg chg="modSp del">
        <pc:chgData name="Eclair Chen" userId="bee3a08289d85a0e" providerId="LiveId" clId="{16441D78-D0D6-43CC-855F-5FA885B84F84}" dt="2024-06-07T12:36:28.251" v="259" actId="2696"/>
        <pc:sldMkLst>
          <pc:docMk/>
          <pc:sldMk cId="0" sldId="348"/>
        </pc:sldMkLst>
        <pc:spChg chg="mod">
          <ac:chgData name="Eclair Chen" userId="bee3a08289d85a0e" providerId="LiveId" clId="{16441D78-D0D6-43CC-855F-5FA885B84F84}" dt="2024-06-07T12:35:34.912" v="250" actId="14100"/>
          <ac:spMkLst>
            <pc:docMk/>
            <pc:sldMk cId="0" sldId="348"/>
            <ac:spMk id="687107" creationId="{A2A9CE9E-2C8A-2397-902B-202FAE985F9F}"/>
          </ac:spMkLst>
        </pc:spChg>
      </pc:sldChg>
      <pc:sldChg chg="addSp modSp mod">
        <pc:chgData name="Eclair Chen" userId="bee3a08289d85a0e" providerId="LiveId" clId="{16441D78-D0D6-43CC-855F-5FA885B84F84}" dt="2024-06-07T12:40:22.475" v="292" actId="208"/>
        <pc:sldMkLst>
          <pc:docMk/>
          <pc:sldMk cId="0" sldId="349"/>
        </pc:sldMkLst>
        <pc:spChg chg="add mod">
          <ac:chgData name="Eclair Chen" userId="bee3a08289d85a0e" providerId="LiveId" clId="{16441D78-D0D6-43CC-855F-5FA885B84F84}" dt="2024-06-07T12:40:22.475" v="292" actId="208"/>
          <ac:spMkLst>
            <pc:docMk/>
            <pc:sldMk cId="0" sldId="349"/>
            <ac:spMk id="10" creationId="{4885DD4C-EA27-4015-AEF5-079A664CCA42}"/>
          </ac:spMkLst>
        </pc:spChg>
        <pc:picChg chg="mod">
          <ac:chgData name="Eclair Chen" userId="bee3a08289d85a0e" providerId="LiveId" clId="{16441D78-D0D6-43CC-855F-5FA885B84F84}" dt="2024-06-07T12:39:39.975" v="286" actId="14100"/>
          <ac:picMkLst>
            <pc:docMk/>
            <pc:sldMk cId="0" sldId="349"/>
            <ac:picMk id="6" creationId="{A9BE3249-BB51-9E3C-97B1-EF6CB78DC886}"/>
          </ac:picMkLst>
        </pc:picChg>
        <pc:picChg chg="mod">
          <ac:chgData name="Eclair Chen" userId="bee3a08289d85a0e" providerId="LiveId" clId="{16441D78-D0D6-43CC-855F-5FA885B84F84}" dt="2024-06-07T12:39:52.553" v="288" actId="14100"/>
          <ac:picMkLst>
            <pc:docMk/>
            <pc:sldMk cId="0" sldId="349"/>
            <ac:picMk id="7" creationId="{1B08618B-8A13-4D03-BA49-DD12364F6D68}"/>
          </ac:picMkLst>
        </pc:picChg>
        <pc:picChg chg="mod">
          <ac:chgData name="Eclair Chen" userId="bee3a08289d85a0e" providerId="LiveId" clId="{16441D78-D0D6-43CC-855F-5FA885B84F84}" dt="2024-06-07T12:39:46.139" v="287" actId="1076"/>
          <ac:picMkLst>
            <pc:docMk/>
            <pc:sldMk cId="0" sldId="349"/>
            <ac:picMk id="9" creationId="{8D25097D-F9B1-5DDF-7FD2-82916960648E}"/>
          </ac:picMkLst>
        </pc:picChg>
      </pc:sldChg>
      <pc:sldChg chg="modSp del">
        <pc:chgData name="Eclair Chen" userId="bee3a08289d85a0e" providerId="LiveId" clId="{16441D78-D0D6-43CC-855F-5FA885B84F84}" dt="2024-06-07T12:40:52.765" v="293" actId="2696"/>
        <pc:sldMkLst>
          <pc:docMk/>
          <pc:sldMk cId="0" sldId="350"/>
        </pc:sldMkLst>
        <pc:spChg chg="mod">
          <ac:chgData name="Eclair Chen" userId="bee3a08289d85a0e" providerId="LiveId" clId="{16441D78-D0D6-43CC-855F-5FA885B84F84}" dt="2024-06-07T12:37:40.663" v="265" actId="14100"/>
          <ac:spMkLst>
            <pc:docMk/>
            <pc:sldMk cId="0" sldId="350"/>
            <ac:spMk id="689155" creationId="{53D9E8FE-29EF-BD3A-ED31-1FDAE5AB014F}"/>
          </ac:spMkLst>
        </pc:spChg>
      </pc:sldChg>
      <pc:sldChg chg="addSp delSp modSp mod">
        <pc:chgData name="Eclair Chen" userId="bee3a08289d85a0e" providerId="LiveId" clId="{16441D78-D0D6-43CC-855F-5FA885B84F84}" dt="2024-06-07T12:37:27.662" v="263" actId="1076"/>
        <pc:sldMkLst>
          <pc:docMk/>
          <pc:sldMk cId="0" sldId="351"/>
        </pc:sldMkLst>
        <pc:picChg chg="add mod">
          <ac:chgData name="Eclair Chen" userId="bee3a08289d85a0e" providerId="LiveId" clId="{16441D78-D0D6-43CC-855F-5FA885B84F84}" dt="2024-06-07T12:37:27.662" v="263" actId="1076"/>
          <ac:picMkLst>
            <pc:docMk/>
            <pc:sldMk cId="0" sldId="351"/>
            <ac:picMk id="2" creationId="{B8242A9D-5708-4D20-9AE2-253970923A0D}"/>
          </ac:picMkLst>
        </pc:picChg>
        <pc:picChg chg="del">
          <ac:chgData name="Eclair Chen" userId="bee3a08289d85a0e" providerId="LiveId" clId="{16441D78-D0D6-43CC-855F-5FA885B84F84}" dt="2024-06-07T12:37:20.154" v="260" actId="478"/>
          <ac:picMkLst>
            <pc:docMk/>
            <pc:sldMk cId="0" sldId="351"/>
            <ac:picMk id="690180" creationId="{279B8EE1-8AD9-860B-F9D9-70457CF0A4FC}"/>
          </ac:picMkLst>
        </pc:picChg>
      </pc:sldChg>
      <pc:sldChg chg="addSp modSp mod">
        <pc:chgData name="Eclair Chen" userId="bee3a08289d85a0e" providerId="LiveId" clId="{16441D78-D0D6-43CC-855F-5FA885B84F84}" dt="2024-06-07T12:44:31.842" v="329" actId="1076"/>
        <pc:sldMkLst>
          <pc:docMk/>
          <pc:sldMk cId="0" sldId="355"/>
        </pc:sldMkLst>
        <pc:spChg chg="add mod">
          <ac:chgData name="Eclair Chen" userId="bee3a08289d85a0e" providerId="LiveId" clId="{16441D78-D0D6-43CC-855F-5FA885B84F84}" dt="2024-06-07T12:44:31.842" v="329" actId="1076"/>
          <ac:spMkLst>
            <pc:docMk/>
            <pc:sldMk cId="0" sldId="355"/>
            <ac:spMk id="8" creationId="{7E669DA1-0457-425A-BCB9-0175D07A2916}"/>
          </ac:spMkLst>
        </pc:spChg>
        <pc:spChg chg="mod">
          <ac:chgData name="Eclair Chen" userId="bee3a08289d85a0e" providerId="LiveId" clId="{16441D78-D0D6-43CC-855F-5FA885B84F84}" dt="2024-06-07T12:43:47.759" v="322" actId="14100"/>
          <ac:spMkLst>
            <pc:docMk/>
            <pc:sldMk cId="0" sldId="355"/>
            <ac:spMk id="694274" creationId="{1F69B44A-858F-6163-638C-AB21829C17D2}"/>
          </ac:spMkLst>
        </pc:spChg>
        <pc:spChg chg="mod">
          <ac:chgData name="Eclair Chen" userId="bee3a08289d85a0e" providerId="LiveId" clId="{16441D78-D0D6-43CC-855F-5FA885B84F84}" dt="2024-06-07T12:43:52.055" v="323" actId="1076"/>
          <ac:spMkLst>
            <pc:docMk/>
            <pc:sldMk cId="0" sldId="355"/>
            <ac:spMk id="694275" creationId="{CEDA7E07-5FF3-E18A-940B-3C9E8D8C4688}"/>
          </ac:spMkLst>
        </pc:spChg>
        <pc:picChg chg="mod">
          <ac:chgData name="Eclair Chen" userId="bee3a08289d85a0e" providerId="LiveId" clId="{16441D78-D0D6-43CC-855F-5FA885B84F84}" dt="2024-06-07T12:44:21.593" v="327" actId="1076"/>
          <ac:picMkLst>
            <pc:docMk/>
            <pc:sldMk cId="0" sldId="355"/>
            <ac:picMk id="5" creationId="{6269CADA-B80B-A693-284A-75C5A5007817}"/>
          </ac:picMkLst>
        </pc:picChg>
        <pc:picChg chg="add mod">
          <ac:chgData name="Eclair Chen" userId="bee3a08289d85a0e" providerId="LiveId" clId="{16441D78-D0D6-43CC-855F-5FA885B84F84}" dt="2024-06-07T12:44:13.812" v="326" actId="1076"/>
          <ac:picMkLst>
            <pc:docMk/>
            <pc:sldMk cId="0" sldId="355"/>
            <ac:picMk id="7" creationId="{6E7F03F4-2FEB-4C07-ACD5-D0D617B0C8F0}"/>
          </ac:picMkLst>
        </pc:picChg>
      </pc:sldChg>
      <pc:sldChg chg="modSp del">
        <pc:chgData name="Eclair Chen" userId="bee3a08289d85a0e" providerId="LiveId" clId="{16441D78-D0D6-43CC-855F-5FA885B84F84}" dt="2024-06-07T12:44:43.422" v="330" actId="2696"/>
        <pc:sldMkLst>
          <pc:docMk/>
          <pc:sldMk cId="0" sldId="356"/>
        </pc:sldMkLst>
        <pc:spChg chg="mod">
          <ac:chgData name="Eclair Chen" userId="bee3a08289d85a0e" providerId="LiveId" clId="{16441D78-D0D6-43CC-855F-5FA885B84F84}" dt="2024-06-07T12:42:52.930" v="310" actId="14100"/>
          <ac:spMkLst>
            <pc:docMk/>
            <pc:sldMk cId="0" sldId="356"/>
            <ac:spMk id="695299" creationId="{309414B1-1AA6-5FA6-000C-CC2E87AB6965}"/>
          </ac:spMkLst>
        </pc:spChg>
      </pc:sldChg>
      <pc:sldChg chg="addSp modSp mod">
        <pc:chgData name="Eclair Chen" userId="bee3a08289d85a0e" providerId="LiveId" clId="{16441D78-D0D6-43CC-855F-5FA885B84F84}" dt="2024-06-07T12:45:36.283" v="335" actId="1076"/>
        <pc:sldMkLst>
          <pc:docMk/>
          <pc:sldMk cId="0" sldId="357"/>
        </pc:sldMkLst>
        <pc:spChg chg="add mod">
          <ac:chgData name="Eclair Chen" userId="bee3a08289d85a0e" providerId="LiveId" clId="{16441D78-D0D6-43CC-855F-5FA885B84F84}" dt="2024-06-07T12:45:16.902" v="333" actId="1076"/>
          <ac:spMkLst>
            <pc:docMk/>
            <pc:sldMk cId="0" sldId="357"/>
            <ac:spMk id="7" creationId="{9E4D6C50-DE87-4C93-B645-C82547857995}"/>
          </ac:spMkLst>
        </pc:spChg>
        <pc:picChg chg="mod">
          <ac:chgData name="Eclair Chen" userId="bee3a08289d85a0e" providerId="LiveId" clId="{16441D78-D0D6-43CC-855F-5FA885B84F84}" dt="2024-06-07T12:45:36.283" v="335" actId="1076"/>
          <ac:picMkLst>
            <pc:docMk/>
            <pc:sldMk cId="0" sldId="357"/>
            <ac:picMk id="5" creationId="{4F5BAF25-C62E-40F2-B550-664515FB25F6}"/>
          </ac:picMkLst>
        </pc:picChg>
      </pc:sldChg>
      <pc:sldChg chg="modSp del">
        <pc:chgData name="Eclair Chen" userId="bee3a08289d85a0e" providerId="LiveId" clId="{16441D78-D0D6-43CC-855F-5FA885B84F84}" dt="2024-06-07T12:45:48.572" v="336" actId="2696"/>
        <pc:sldMkLst>
          <pc:docMk/>
          <pc:sldMk cId="0" sldId="359"/>
        </pc:sldMkLst>
        <pc:spChg chg="mod">
          <ac:chgData name="Eclair Chen" userId="bee3a08289d85a0e" providerId="LiveId" clId="{16441D78-D0D6-43CC-855F-5FA885B84F84}" dt="2024-06-07T12:45:01.251" v="331" actId="14100"/>
          <ac:spMkLst>
            <pc:docMk/>
            <pc:sldMk cId="0" sldId="359"/>
            <ac:spMk id="698371" creationId="{F81AAC27-ABF3-72DA-D8DB-86C1A187D77E}"/>
          </ac:spMkLst>
        </pc:spChg>
      </pc:sldChg>
    </pc:docChg>
  </pc:docChgLst>
  <pc:docChgLst>
    <pc:chgData name="Eclair Chen" userId="bee3a08289d85a0e" providerId="LiveId" clId="{2DD3D998-6D49-433C-9A80-0155D49957A6}"/>
    <pc:docChg chg="custSel delSld modSld">
      <pc:chgData name="Eclair Chen" userId="bee3a08289d85a0e" providerId="LiveId" clId="{2DD3D998-6D49-433C-9A80-0155D49957A6}" dt="2024-10-29T16:11:35.950" v="48" actId="2696"/>
      <pc:docMkLst>
        <pc:docMk/>
      </pc:docMkLst>
      <pc:sldChg chg="modSp mod">
        <pc:chgData name="Eclair Chen" userId="bee3a08289d85a0e" providerId="LiveId" clId="{2DD3D998-6D49-433C-9A80-0155D49957A6}" dt="2024-10-29T16:02:43.016" v="14" actId="6549"/>
        <pc:sldMkLst>
          <pc:docMk/>
          <pc:sldMk cId="0" sldId="307"/>
        </pc:sldMkLst>
        <pc:spChg chg="mod">
          <ac:chgData name="Eclair Chen" userId="bee3a08289d85a0e" providerId="LiveId" clId="{2DD3D998-6D49-433C-9A80-0155D49957A6}" dt="2024-10-29T16:01:22.672" v="0" actId="6549"/>
          <ac:spMkLst>
            <pc:docMk/>
            <pc:sldMk cId="0" sldId="307"/>
            <ac:spMk id="581636" creationId="{569BEC2F-FF25-37F6-E8CF-DCDA733AD345}"/>
          </ac:spMkLst>
        </pc:spChg>
        <pc:spChg chg="mod">
          <ac:chgData name="Eclair Chen" userId="bee3a08289d85a0e" providerId="LiveId" clId="{2DD3D998-6D49-433C-9A80-0155D49957A6}" dt="2024-10-29T16:02:43.016" v="14" actId="6549"/>
          <ac:spMkLst>
            <pc:docMk/>
            <pc:sldMk cId="0" sldId="307"/>
            <ac:spMk id="581651" creationId="{4AC58628-89B0-1BF2-46FD-3B6127BD797E}"/>
          </ac:spMkLst>
        </pc:spChg>
      </pc:sldChg>
      <pc:sldChg chg="addSp delSp modSp mod">
        <pc:chgData name="Eclair Chen" userId="bee3a08289d85a0e" providerId="LiveId" clId="{2DD3D998-6D49-433C-9A80-0155D49957A6}" dt="2024-10-29T16:07:04.620" v="37" actId="1076"/>
        <pc:sldMkLst>
          <pc:docMk/>
          <pc:sldMk cId="0" sldId="345"/>
        </pc:sldMkLst>
        <pc:spChg chg="mod">
          <ac:chgData name="Eclair Chen" userId="bee3a08289d85a0e" providerId="LiveId" clId="{2DD3D998-6D49-433C-9A80-0155D49957A6}" dt="2024-10-29T16:05:41.195" v="23"/>
          <ac:spMkLst>
            <pc:docMk/>
            <pc:sldMk cId="0" sldId="345"/>
            <ac:spMk id="684034" creationId="{E8C4C644-BC44-D0C2-BC7D-407CF796CC28}"/>
          </ac:spMkLst>
        </pc:spChg>
        <pc:spChg chg="mod">
          <ac:chgData name="Eclair Chen" userId="bee3a08289d85a0e" providerId="LiveId" clId="{2DD3D998-6D49-433C-9A80-0155D49957A6}" dt="2024-10-29T16:05:50.908" v="32"/>
          <ac:spMkLst>
            <pc:docMk/>
            <pc:sldMk cId="0" sldId="345"/>
            <ac:spMk id="684035" creationId="{154AAD0B-F92B-ED18-A186-6D0060B77F94}"/>
          </ac:spMkLst>
        </pc:spChg>
        <pc:picChg chg="add mod">
          <ac:chgData name="Eclair Chen" userId="bee3a08289d85a0e" providerId="LiveId" clId="{2DD3D998-6D49-433C-9A80-0155D49957A6}" dt="2024-10-29T16:07:04.620" v="37" actId="1076"/>
          <ac:picMkLst>
            <pc:docMk/>
            <pc:sldMk cId="0" sldId="345"/>
            <ac:picMk id="2" creationId="{03088BE8-B5B7-4222-9F1C-90B74E0DFF6D}"/>
          </ac:picMkLst>
        </pc:picChg>
        <pc:picChg chg="del">
          <ac:chgData name="Eclair Chen" userId="bee3a08289d85a0e" providerId="LiveId" clId="{2DD3D998-6D49-433C-9A80-0155D49957A6}" dt="2024-10-29T16:06:53.865" v="33" actId="478"/>
          <ac:picMkLst>
            <pc:docMk/>
            <pc:sldMk cId="0" sldId="345"/>
            <ac:picMk id="684038" creationId="{73722384-E984-19FD-D045-60BABCB2A018}"/>
          </ac:picMkLst>
        </pc:picChg>
      </pc:sldChg>
      <pc:sldChg chg="addSp delSp modSp mod">
        <pc:chgData name="Eclair Chen" userId="bee3a08289d85a0e" providerId="LiveId" clId="{2DD3D998-6D49-433C-9A80-0155D49957A6}" dt="2024-10-29T16:08:57.499" v="43" actId="1076"/>
        <pc:sldMkLst>
          <pc:docMk/>
          <pc:sldMk cId="0" sldId="347"/>
        </pc:sldMkLst>
        <pc:picChg chg="add mod">
          <ac:chgData name="Eclair Chen" userId="bee3a08289d85a0e" providerId="LiveId" clId="{2DD3D998-6D49-433C-9A80-0155D49957A6}" dt="2024-10-29T16:08:57.499" v="43" actId="1076"/>
          <ac:picMkLst>
            <pc:docMk/>
            <pc:sldMk cId="0" sldId="347"/>
            <ac:picMk id="2" creationId="{BDEEC23E-0ACD-4854-979B-EBAE8A152A90}"/>
          </ac:picMkLst>
        </pc:picChg>
        <pc:picChg chg="del">
          <ac:chgData name="Eclair Chen" userId="bee3a08289d85a0e" providerId="LiveId" clId="{2DD3D998-6D49-433C-9A80-0155D49957A6}" dt="2024-10-29T16:08:47.380" v="38" actId="478"/>
          <ac:picMkLst>
            <pc:docMk/>
            <pc:sldMk cId="0" sldId="347"/>
            <ac:picMk id="6" creationId="{36410C23-1AD7-49E0-A217-46E220C804A9}"/>
          </ac:picMkLst>
        </pc:picChg>
      </pc:sldChg>
      <pc:sldChg chg="addSp delSp modSp mod">
        <pc:chgData name="Eclair Chen" userId="bee3a08289d85a0e" providerId="LiveId" clId="{2DD3D998-6D49-433C-9A80-0155D49957A6}" dt="2024-10-29T16:09:40.385" v="47" actId="1076"/>
        <pc:sldMkLst>
          <pc:docMk/>
          <pc:sldMk cId="0" sldId="351"/>
        </pc:sldMkLst>
        <pc:picChg chg="del">
          <ac:chgData name="Eclair Chen" userId="bee3a08289d85a0e" providerId="LiveId" clId="{2DD3D998-6D49-433C-9A80-0155D49957A6}" dt="2024-10-29T16:09:29.187" v="44" actId="478"/>
          <ac:picMkLst>
            <pc:docMk/>
            <pc:sldMk cId="0" sldId="351"/>
            <ac:picMk id="2" creationId="{B8242A9D-5708-4D20-9AE2-253970923A0D}"/>
          </ac:picMkLst>
        </pc:picChg>
        <pc:picChg chg="add mod">
          <ac:chgData name="Eclair Chen" userId="bee3a08289d85a0e" providerId="LiveId" clId="{2DD3D998-6D49-433C-9A80-0155D49957A6}" dt="2024-10-29T16:09:40.385" v="47" actId="1076"/>
          <ac:picMkLst>
            <pc:docMk/>
            <pc:sldMk cId="0" sldId="351"/>
            <ac:picMk id="4" creationId="{557B2C0B-B958-4D84-8356-50B9FEFFF0C2}"/>
          </ac:picMkLst>
        </pc:picChg>
      </pc:sldChg>
      <pc:sldChg chg="del">
        <pc:chgData name="Eclair Chen" userId="bee3a08289d85a0e" providerId="LiveId" clId="{2DD3D998-6D49-433C-9A80-0155D49957A6}" dt="2024-10-29T16:11:35.950" v="48" actId="2696"/>
        <pc:sldMkLst>
          <pc:docMk/>
          <pc:sldMk cId="0" sldId="35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>
            <a:extLst>
              <a:ext uri="{FF2B5EF4-FFF2-40B4-BE49-F238E27FC236}">
                <a16:creationId xmlns:a16="http://schemas.microsoft.com/office/drawing/2014/main" id="{96BE1A43-3EA5-9D3A-5CBC-C7B50B3E66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/>
            </a:lvl1pPr>
          </a:lstStyle>
          <a:p>
            <a:endParaRPr lang="en-US" altLang="zh-TW"/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3F8CD015-7CE6-F6A5-A69E-5BD5989F6B3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endParaRPr lang="en-US" altLang="zh-TW"/>
          </a:p>
        </p:txBody>
      </p:sp>
      <p:sp>
        <p:nvSpPr>
          <p:cNvPr id="345092" name="Rectangle 4">
            <a:extLst>
              <a:ext uri="{FF2B5EF4-FFF2-40B4-BE49-F238E27FC236}">
                <a16:creationId xmlns:a16="http://schemas.microsoft.com/office/drawing/2014/main" id="{A439F2A5-25F4-0A47-445D-AB002616BA1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/>
            </a:lvl1pPr>
          </a:lstStyle>
          <a:p>
            <a:endParaRPr lang="en-US" altLang="zh-TW"/>
          </a:p>
        </p:txBody>
      </p:sp>
      <p:sp>
        <p:nvSpPr>
          <p:cNvPr id="345093" name="Rectangle 5">
            <a:extLst>
              <a:ext uri="{FF2B5EF4-FFF2-40B4-BE49-F238E27FC236}">
                <a16:creationId xmlns:a16="http://schemas.microsoft.com/office/drawing/2014/main" id="{A4D54B8F-4025-D420-E551-912FEE1ABF1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fld id="{1DE60CA1-F753-4A43-AA9B-3C73CA988E4B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>
            <a:extLst>
              <a:ext uri="{FF2B5EF4-FFF2-40B4-BE49-F238E27FC236}">
                <a16:creationId xmlns:a16="http://schemas.microsoft.com/office/drawing/2014/main" id="{8445EAA8-FAE7-582C-785E-CADC6E9B36A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/>
            </a:lvl1pPr>
          </a:lstStyle>
          <a:p>
            <a:endParaRPr lang="en-US" altLang="zh-TW"/>
          </a:p>
        </p:txBody>
      </p:sp>
      <p:sp>
        <p:nvSpPr>
          <p:cNvPr id="344067" name="Rectangle 3">
            <a:extLst>
              <a:ext uri="{FF2B5EF4-FFF2-40B4-BE49-F238E27FC236}">
                <a16:creationId xmlns:a16="http://schemas.microsoft.com/office/drawing/2014/main" id="{3EFF0B27-D251-56A0-98BB-2212E711A46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endParaRPr lang="en-US" altLang="zh-TW"/>
          </a:p>
        </p:txBody>
      </p:sp>
      <p:sp>
        <p:nvSpPr>
          <p:cNvPr id="344068" name="Rectangle 4">
            <a:extLst>
              <a:ext uri="{FF2B5EF4-FFF2-40B4-BE49-F238E27FC236}">
                <a16:creationId xmlns:a16="http://schemas.microsoft.com/office/drawing/2014/main" id="{09032083-2448-727D-D531-5D5941BA567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4069" name="Rectangle 5">
            <a:extLst>
              <a:ext uri="{FF2B5EF4-FFF2-40B4-BE49-F238E27FC236}">
                <a16:creationId xmlns:a16="http://schemas.microsoft.com/office/drawing/2014/main" id="{105D9CE5-CBB3-DB64-77AF-D6E85E01012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344070" name="Rectangle 6">
            <a:extLst>
              <a:ext uri="{FF2B5EF4-FFF2-40B4-BE49-F238E27FC236}">
                <a16:creationId xmlns:a16="http://schemas.microsoft.com/office/drawing/2014/main" id="{D872DE18-D30D-F1A2-4E76-5ECEEE41F23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/>
            </a:lvl1pPr>
          </a:lstStyle>
          <a:p>
            <a:endParaRPr lang="en-US" altLang="zh-TW"/>
          </a:p>
        </p:txBody>
      </p:sp>
      <p:sp>
        <p:nvSpPr>
          <p:cNvPr id="344071" name="Rectangle 7">
            <a:extLst>
              <a:ext uri="{FF2B5EF4-FFF2-40B4-BE49-F238E27FC236}">
                <a16:creationId xmlns:a16="http://schemas.microsoft.com/office/drawing/2014/main" id="{FD36B33C-1A4A-A4E6-00E5-FE2201E0CE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fld id="{AEB0F6E5-8993-4AFB-920D-3021036695AD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59F4EB7-F1F7-33F0-3C90-57CCD47CB7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050B27-6E38-4C9C-A5F7-AA6FA969D2D1}" type="slidenum">
              <a:rPr lang="en-US" altLang="zh-TW"/>
              <a:pPr/>
              <a:t>16</a:t>
            </a:fld>
            <a:endParaRPr lang="en-US" altLang="zh-TW"/>
          </a:p>
        </p:txBody>
      </p:sp>
      <p:sp>
        <p:nvSpPr>
          <p:cNvPr id="388098" name="Rectangle 2">
            <a:extLst>
              <a:ext uri="{FF2B5EF4-FFF2-40B4-BE49-F238E27FC236}">
                <a16:creationId xmlns:a16="http://schemas.microsoft.com/office/drawing/2014/main" id="{D1AF4209-DE94-B4E5-C6CF-2C662588E4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8099" name="Rectangle 3">
            <a:extLst>
              <a:ext uri="{FF2B5EF4-FFF2-40B4-BE49-F238E27FC236}">
                <a16:creationId xmlns:a16="http://schemas.microsoft.com/office/drawing/2014/main" id="{FCC9618C-DE6E-6AD8-35D4-B2A844175E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Line 2">
            <a:extLst>
              <a:ext uri="{FF2B5EF4-FFF2-40B4-BE49-F238E27FC236}">
                <a16:creationId xmlns:a16="http://schemas.microsoft.com/office/drawing/2014/main" id="{022B7410-1E84-B978-D0D8-8D2F19DA6623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1539" name="Rectangle 3">
            <a:extLst>
              <a:ext uri="{FF2B5EF4-FFF2-40B4-BE49-F238E27FC236}">
                <a16:creationId xmlns:a16="http://schemas.microsoft.com/office/drawing/2014/main" id="{257073DA-5EA3-813B-8045-36C30003FB3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321540" name="Rectangle 4">
            <a:extLst>
              <a:ext uri="{FF2B5EF4-FFF2-40B4-BE49-F238E27FC236}">
                <a16:creationId xmlns:a16="http://schemas.microsoft.com/office/drawing/2014/main" id="{44877442-A9BE-BF25-6604-47948007D53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321541" name="Rectangle 5">
            <a:extLst>
              <a:ext uri="{FF2B5EF4-FFF2-40B4-BE49-F238E27FC236}">
                <a16:creationId xmlns:a16="http://schemas.microsoft.com/office/drawing/2014/main" id="{C17DB03F-82F9-96BE-C2F7-D49D9180965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21542" name="Rectangle 6">
            <a:extLst>
              <a:ext uri="{FF2B5EF4-FFF2-40B4-BE49-F238E27FC236}">
                <a16:creationId xmlns:a16="http://schemas.microsoft.com/office/drawing/2014/main" id="{3490D358-DA08-D539-232D-3974A0E682C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21543" name="Rectangle 7">
            <a:extLst>
              <a:ext uri="{FF2B5EF4-FFF2-40B4-BE49-F238E27FC236}">
                <a16:creationId xmlns:a16="http://schemas.microsoft.com/office/drawing/2014/main" id="{D920B967-1A96-2A88-1090-D082344B6CD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F27E9F0E-61E5-466C-87AD-B35E42588708}" type="slidenum">
              <a:rPr lang="en-US" altLang="zh-TW"/>
              <a:pPr/>
              <a:t>‹#›</a:t>
            </a:fld>
            <a:endParaRPr lang="en-US" altLang="zh-TW"/>
          </a:p>
        </p:txBody>
      </p:sp>
      <p:grpSp>
        <p:nvGrpSpPr>
          <p:cNvPr id="321544" name="Group 8">
            <a:extLst>
              <a:ext uri="{FF2B5EF4-FFF2-40B4-BE49-F238E27FC236}">
                <a16:creationId xmlns:a16="http://schemas.microsoft.com/office/drawing/2014/main" id="{4DB4CC51-036A-1CEA-1E69-1CBBF14ADBAB}"/>
              </a:ext>
            </a:extLst>
          </p:cNvPr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321545" name="Oval 9">
              <a:extLst>
                <a:ext uri="{FF2B5EF4-FFF2-40B4-BE49-F238E27FC236}">
                  <a16:creationId xmlns:a16="http://schemas.microsoft.com/office/drawing/2014/main" id="{607C51B6-53FC-48FA-13B4-5AC0E7382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6" name="Oval 10">
              <a:extLst>
                <a:ext uri="{FF2B5EF4-FFF2-40B4-BE49-F238E27FC236}">
                  <a16:creationId xmlns:a16="http://schemas.microsoft.com/office/drawing/2014/main" id="{334A42E8-FD6F-8E9F-E751-C8794B92AA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7" name="Oval 11">
              <a:extLst>
                <a:ext uri="{FF2B5EF4-FFF2-40B4-BE49-F238E27FC236}">
                  <a16:creationId xmlns:a16="http://schemas.microsoft.com/office/drawing/2014/main" id="{7C450439-2E1B-34D1-127B-CEEF8BBCFC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8" name="Oval 12">
              <a:extLst>
                <a:ext uri="{FF2B5EF4-FFF2-40B4-BE49-F238E27FC236}">
                  <a16:creationId xmlns:a16="http://schemas.microsoft.com/office/drawing/2014/main" id="{34C4E6C4-53E9-3C2B-C101-97FFFA7ED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9" name="Oval 13">
              <a:extLst>
                <a:ext uri="{FF2B5EF4-FFF2-40B4-BE49-F238E27FC236}">
                  <a16:creationId xmlns:a16="http://schemas.microsoft.com/office/drawing/2014/main" id="{3210015C-2D08-C4D2-3508-275541E36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0" name="Oval 14">
              <a:extLst>
                <a:ext uri="{FF2B5EF4-FFF2-40B4-BE49-F238E27FC236}">
                  <a16:creationId xmlns:a16="http://schemas.microsoft.com/office/drawing/2014/main" id="{020CE6F0-E346-0635-3D41-FAA8859261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1" name="Oval 15">
              <a:extLst>
                <a:ext uri="{FF2B5EF4-FFF2-40B4-BE49-F238E27FC236}">
                  <a16:creationId xmlns:a16="http://schemas.microsoft.com/office/drawing/2014/main" id="{7DFDF1CA-17D1-835F-0C98-8E0E8AD91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2" name="Oval 16">
              <a:extLst>
                <a:ext uri="{FF2B5EF4-FFF2-40B4-BE49-F238E27FC236}">
                  <a16:creationId xmlns:a16="http://schemas.microsoft.com/office/drawing/2014/main" id="{CCFFBC27-CA01-A13C-8BA0-227D4A1859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3" name="Oval 17">
              <a:extLst>
                <a:ext uri="{FF2B5EF4-FFF2-40B4-BE49-F238E27FC236}">
                  <a16:creationId xmlns:a16="http://schemas.microsoft.com/office/drawing/2014/main" id="{63AB5385-9F16-7B27-E066-037D1D85C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4" name="Oval 18">
              <a:extLst>
                <a:ext uri="{FF2B5EF4-FFF2-40B4-BE49-F238E27FC236}">
                  <a16:creationId xmlns:a16="http://schemas.microsoft.com/office/drawing/2014/main" id="{22803B25-1DFA-2022-9410-E0112EC3E7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5" name="Oval 19">
              <a:extLst>
                <a:ext uri="{FF2B5EF4-FFF2-40B4-BE49-F238E27FC236}">
                  <a16:creationId xmlns:a16="http://schemas.microsoft.com/office/drawing/2014/main" id="{CDEBF1DC-F988-435C-59E6-71C98A197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6" name="Oval 20">
              <a:extLst>
                <a:ext uri="{FF2B5EF4-FFF2-40B4-BE49-F238E27FC236}">
                  <a16:creationId xmlns:a16="http://schemas.microsoft.com/office/drawing/2014/main" id="{D2F85E25-D0FA-2F71-908B-BD2FDC4C5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7" name="Oval 21">
              <a:extLst>
                <a:ext uri="{FF2B5EF4-FFF2-40B4-BE49-F238E27FC236}">
                  <a16:creationId xmlns:a16="http://schemas.microsoft.com/office/drawing/2014/main" id="{70CFF406-053B-2E67-EB3D-A6FD703504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8" name="Oval 22">
              <a:extLst>
                <a:ext uri="{FF2B5EF4-FFF2-40B4-BE49-F238E27FC236}">
                  <a16:creationId xmlns:a16="http://schemas.microsoft.com/office/drawing/2014/main" id="{D606E91B-2612-E412-36AF-7064360E2E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9" name="Oval 23">
              <a:extLst>
                <a:ext uri="{FF2B5EF4-FFF2-40B4-BE49-F238E27FC236}">
                  <a16:creationId xmlns:a16="http://schemas.microsoft.com/office/drawing/2014/main" id="{C1F183A0-AE57-D68A-C675-285D06E2B4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0" name="Oval 24">
              <a:extLst>
                <a:ext uri="{FF2B5EF4-FFF2-40B4-BE49-F238E27FC236}">
                  <a16:creationId xmlns:a16="http://schemas.microsoft.com/office/drawing/2014/main" id="{58E9904F-BAD4-44BD-AD8D-43C397175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1" name="Oval 25">
              <a:extLst>
                <a:ext uri="{FF2B5EF4-FFF2-40B4-BE49-F238E27FC236}">
                  <a16:creationId xmlns:a16="http://schemas.microsoft.com/office/drawing/2014/main" id="{D0451802-14A2-79E4-E421-CB02845CB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2" name="Oval 26">
              <a:extLst>
                <a:ext uri="{FF2B5EF4-FFF2-40B4-BE49-F238E27FC236}">
                  <a16:creationId xmlns:a16="http://schemas.microsoft.com/office/drawing/2014/main" id="{FB5C8983-9896-3C31-5148-09BC3187DC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3" name="Oval 27">
              <a:extLst>
                <a:ext uri="{FF2B5EF4-FFF2-40B4-BE49-F238E27FC236}">
                  <a16:creationId xmlns:a16="http://schemas.microsoft.com/office/drawing/2014/main" id="{A54D8465-C465-CC66-E31F-791EBB23A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4" name="Oval 28">
              <a:extLst>
                <a:ext uri="{FF2B5EF4-FFF2-40B4-BE49-F238E27FC236}">
                  <a16:creationId xmlns:a16="http://schemas.microsoft.com/office/drawing/2014/main" id="{A182EFCE-4141-0B2F-78BF-C3A8E1BC4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5" name="Oval 29">
              <a:extLst>
                <a:ext uri="{FF2B5EF4-FFF2-40B4-BE49-F238E27FC236}">
                  <a16:creationId xmlns:a16="http://schemas.microsoft.com/office/drawing/2014/main" id="{F13CB804-A6CB-29BB-9712-0D0EDFDC6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6" name="Oval 30">
              <a:extLst>
                <a:ext uri="{FF2B5EF4-FFF2-40B4-BE49-F238E27FC236}">
                  <a16:creationId xmlns:a16="http://schemas.microsoft.com/office/drawing/2014/main" id="{42EAD4C3-C315-F63C-2711-66E1ADC3F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7" name="Oval 31">
              <a:extLst>
                <a:ext uri="{FF2B5EF4-FFF2-40B4-BE49-F238E27FC236}">
                  <a16:creationId xmlns:a16="http://schemas.microsoft.com/office/drawing/2014/main" id="{F46EDA90-5460-4654-85EF-BD2B808E6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8" name="Oval 32">
              <a:extLst>
                <a:ext uri="{FF2B5EF4-FFF2-40B4-BE49-F238E27FC236}">
                  <a16:creationId xmlns:a16="http://schemas.microsoft.com/office/drawing/2014/main" id="{98048FF8-3005-AA96-E77F-53BFFD0DC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9" name="Oval 33">
              <a:extLst>
                <a:ext uri="{FF2B5EF4-FFF2-40B4-BE49-F238E27FC236}">
                  <a16:creationId xmlns:a16="http://schemas.microsoft.com/office/drawing/2014/main" id="{9659E6FD-9532-3659-D056-4413BE874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0" name="Oval 34">
              <a:extLst>
                <a:ext uri="{FF2B5EF4-FFF2-40B4-BE49-F238E27FC236}">
                  <a16:creationId xmlns:a16="http://schemas.microsoft.com/office/drawing/2014/main" id="{C3E036B2-5C37-51EC-0980-2E2D6C61C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1" name="Oval 35">
              <a:extLst>
                <a:ext uri="{FF2B5EF4-FFF2-40B4-BE49-F238E27FC236}">
                  <a16:creationId xmlns:a16="http://schemas.microsoft.com/office/drawing/2014/main" id="{C2642D0D-6D72-81D4-641F-4A984A893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2" name="Oval 36">
              <a:extLst>
                <a:ext uri="{FF2B5EF4-FFF2-40B4-BE49-F238E27FC236}">
                  <a16:creationId xmlns:a16="http://schemas.microsoft.com/office/drawing/2014/main" id="{6898F47B-E9BC-439D-4A05-C4A178DB3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3" name="Oval 37">
              <a:extLst>
                <a:ext uri="{FF2B5EF4-FFF2-40B4-BE49-F238E27FC236}">
                  <a16:creationId xmlns:a16="http://schemas.microsoft.com/office/drawing/2014/main" id="{FE12F36A-0746-E3C7-5BFF-0645A40155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4" name="Oval 38">
              <a:extLst>
                <a:ext uri="{FF2B5EF4-FFF2-40B4-BE49-F238E27FC236}">
                  <a16:creationId xmlns:a16="http://schemas.microsoft.com/office/drawing/2014/main" id="{28489C5B-C791-5FFA-D6E0-34315960D5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5" name="Oval 39">
              <a:extLst>
                <a:ext uri="{FF2B5EF4-FFF2-40B4-BE49-F238E27FC236}">
                  <a16:creationId xmlns:a16="http://schemas.microsoft.com/office/drawing/2014/main" id="{697D6333-D1A3-DBE8-E9D9-2EF42B7473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321576" name="Line 40">
            <a:extLst>
              <a:ext uri="{FF2B5EF4-FFF2-40B4-BE49-F238E27FC236}">
                <a16:creationId xmlns:a16="http://schemas.microsoft.com/office/drawing/2014/main" id="{29170B69-FFCF-F3A8-F8E7-D947BEF33CC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08D0AB-A0C9-0A9B-EAE2-607CD8434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C78339-A0FB-6F69-09E9-E6AE3CC6B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BA6F1D-609F-F462-55A7-732F8424C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732508-8146-787F-87EE-3055AC07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A9BB0C-47CD-069B-B906-65FB80320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CB3CAE-C36E-4553-AAC1-169B7A24017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32611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2206E3-4703-CF6A-6A0B-20957834D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3F88749-D1A9-E8E1-8012-4855677DB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44E8976-4B03-C44E-03D4-EB1DEC1A7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22771B-D91D-AE34-F11F-AC46DCD72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12B9D3C-9304-D3B4-37B2-9DF22BC48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A289B3-94AD-4C27-9230-3EF353E8CDA5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75857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F1B86E-D1B3-80F2-4892-CAF834D1C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EED367-9AE5-32B6-C34A-A65B8F1FBC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786EE54-93A4-9685-4133-492E518011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9D7B6A7-63D8-C5A7-E622-84E33F666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C13682E-F027-9640-BC98-27F048DE6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71AFC45-ACA0-4E1A-C019-B4F46999D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026469-C0AA-43FA-82CA-60B6E4BDD4D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22998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DD02FB-18B1-5D58-A164-A46A4C25F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6A2BC1E-8C3B-148D-3D40-B72B86F69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51099DD-D6C5-8D8C-2D2E-A6F15D2373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ACC2BB1-2486-4C20-7CC9-4ECEA5D822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31E60BE-01D1-3CE6-D18E-F034F746DC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E9F43F9-40F3-56BF-5AD6-4F434AEE5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46E7FE5-2212-88F2-4D78-15CA2F1E0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6676E47-7D98-D97A-FDB6-0F19E47AB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43731D-8882-4E2F-A2E4-D7CD3EA4813F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43789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CA334E-DF9D-35C3-959C-1CA0254CD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8387CAF-5BA1-ADC1-D81A-A3216DF05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67E0624-A076-AF07-7701-3D414D62B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A1599CA-5CA9-94AC-6309-258648A75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5428F7-DAC0-4795-BEF6-10762123E024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80269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7B857F8-2F3E-3638-19CB-A1EF752BA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8BC34F5-A954-9BAC-8F52-A7B608A7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51F717-4F50-F8F0-2B18-6816DF9C2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EDE226-ADA5-477D-9CF7-A2977DAAB0A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8553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1A3788-7CB4-AA34-1333-D64FEC68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6B4794-F7E0-80E2-D0E2-61A484026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8AE38BF-D291-3C41-BB36-CC9689D87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979544C-281E-D25F-0BF8-6CB4DD4D7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FE07B96-EADF-4FF0-BB34-87D2BD3F8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6CF0995-E111-B8C9-26A9-7E97FAC01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B8A11C-3061-4839-A77D-D565F667841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99874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795396-4FE2-EF1B-3562-ACB8E49CE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1F74FB1-9983-F286-65F2-033DED3CB5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628B135-3C9A-DE78-D971-ABF35D14CC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599656E-7340-F330-0C2D-0F9D673CD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DC3B43B-B4A6-25AA-CCDD-A2C02E22B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16C9B8F-E925-60EE-781C-2C872DF6C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50B6FF-6A35-4677-AF7B-830C9841D5D7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04580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998A84-5D98-5E9D-F08A-741CF8490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CC088CD-9459-9B1F-A955-9A08596DA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FE8BA5-A29D-F086-78A4-9A203F815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170C7B-7D25-1145-936E-73B335748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046555E-8A2E-649A-19EF-049CA16A3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176CE1-95DA-445F-A48C-95B4E58FB850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23123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EE4A1E7-9CDA-6D31-EF74-55A4BFACC8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FA818E7-B125-A17B-7A3C-99FC418E23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475E29A-3648-7682-5F11-C8DE8CC65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B690281-2EAB-521B-CDE1-6E65710A0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25B695A-4D0D-24BF-A486-4DBFB160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B9CC12-BBDA-4163-8021-DFCA63C9A90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782858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F303A5-3FD2-9892-D555-CBF2635C2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403918C-098F-F572-85F2-08709EDEFE2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8229600" cy="21288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D90744F-EBA9-A254-2823-10C103B7B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4000500"/>
            <a:ext cx="8229600" cy="21304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CB16F09-E840-35C7-88F7-8812F9D17D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62851EF-4AEF-31F7-A03C-D195FA839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8B4C007-296D-A049-FF1F-9FE30F8CD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E50F9B82-C205-42DE-8E8D-66834969123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60393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Line 2">
            <a:extLst>
              <a:ext uri="{FF2B5EF4-FFF2-40B4-BE49-F238E27FC236}">
                <a16:creationId xmlns:a16="http://schemas.microsoft.com/office/drawing/2014/main" id="{85145CB5-5249-11B4-6953-5C7DB3B6391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0515" name="Rectangle 3">
            <a:extLst>
              <a:ext uri="{FF2B5EF4-FFF2-40B4-BE49-F238E27FC236}">
                <a16:creationId xmlns:a16="http://schemas.microsoft.com/office/drawing/2014/main" id="{0EB97187-8E1D-2360-3350-0C2052FAA1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20516" name="Rectangle 4">
            <a:extLst>
              <a:ext uri="{FF2B5EF4-FFF2-40B4-BE49-F238E27FC236}">
                <a16:creationId xmlns:a16="http://schemas.microsoft.com/office/drawing/2014/main" id="{300543C8-7A48-EB4B-5805-65B47A9F0B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20517" name="Rectangle 5">
            <a:extLst>
              <a:ext uri="{FF2B5EF4-FFF2-40B4-BE49-F238E27FC236}">
                <a16:creationId xmlns:a16="http://schemas.microsoft.com/office/drawing/2014/main" id="{6CD55D64-B779-A221-50E5-73AA6740CC4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00"/>
            </a:lvl1pPr>
          </a:lstStyle>
          <a:p>
            <a:endParaRPr lang="en-US" altLang="zh-TW"/>
          </a:p>
        </p:txBody>
      </p:sp>
      <p:sp>
        <p:nvSpPr>
          <p:cNvPr id="320518" name="Rectangle 6">
            <a:extLst>
              <a:ext uri="{FF2B5EF4-FFF2-40B4-BE49-F238E27FC236}">
                <a16:creationId xmlns:a16="http://schemas.microsoft.com/office/drawing/2014/main" id="{1CA1BD89-8B32-F647-3028-7ABCD7B5ED7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00"/>
            </a:lvl1pPr>
          </a:lstStyle>
          <a:p>
            <a:endParaRPr lang="en-US" altLang="zh-TW"/>
          </a:p>
        </p:txBody>
      </p:sp>
      <p:sp>
        <p:nvSpPr>
          <p:cNvPr id="320519" name="Rectangle 7">
            <a:extLst>
              <a:ext uri="{FF2B5EF4-FFF2-40B4-BE49-F238E27FC236}">
                <a16:creationId xmlns:a16="http://schemas.microsoft.com/office/drawing/2014/main" id="{CF53DC4F-6991-5C28-8F46-09B834D3451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000"/>
            </a:lvl1pPr>
          </a:lstStyle>
          <a:p>
            <a:fld id="{AD7BC08F-43EB-4185-9434-10A1EF91EACF}" type="slidenum">
              <a:rPr lang="en-US" altLang="zh-TW"/>
              <a:pPr/>
              <a:t>‹#›</a:t>
            </a:fld>
            <a:endParaRPr lang="en-US" altLang="zh-TW"/>
          </a:p>
        </p:txBody>
      </p:sp>
      <p:grpSp>
        <p:nvGrpSpPr>
          <p:cNvPr id="320520" name="Group 8">
            <a:extLst>
              <a:ext uri="{FF2B5EF4-FFF2-40B4-BE49-F238E27FC236}">
                <a16:creationId xmlns:a16="http://schemas.microsoft.com/office/drawing/2014/main" id="{AFCF394B-C430-045F-22AA-F3D7FB42E0A5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320521" name="Oval 9">
              <a:extLst>
                <a:ext uri="{FF2B5EF4-FFF2-40B4-BE49-F238E27FC236}">
                  <a16:creationId xmlns:a16="http://schemas.microsoft.com/office/drawing/2014/main" id="{8712ECAE-4F34-BA1F-B4A4-2BB67AAA8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2" name="Oval 10">
              <a:extLst>
                <a:ext uri="{FF2B5EF4-FFF2-40B4-BE49-F238E27FC236}">
                  <a16:creationId xmlns:a16="http://schemas.microsoft.com/office/drawing/2014/main" id="{5344701F-F610-A4C4-9BDC-56D50E6D5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3" name="Oval 11">
              <a:extLst>
                <a:ext uri="{FF2B5EF4-FFF2-40B4-BE49-F238E27FC236}">
                  <a16:creationId xmlns:a16="http://schemas.microsoft.com/office/drawing/2014/main" id="{7A7915AC-D0A2-26DC-C315-9698EEAD13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4" name="Oval 12">
              <a:extLst>
                <a:ext uri="{FF2B5EF4-FFF2-40B4-BE49-F238E27FC236}">
                  <a16:creationId xmlns:a16="http://schemas.microsoft.com/office/drawing/2014/main" id="{BBFC60F8-441E-1084-D55B-1986632D27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5" name="Oval 13">
              <a:extLst>
                <a:ext uri="{FF2B5EF4-FFF2-40B4-BE49-F238E27FC236}">
                  <a16:creationId xmlns:a16="http://schemas.microsoft.com/office/drawing/2014/main" id="{BE9A1AF1-D889-C431-5C5C-42460EE4D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6" name="Oval 14">
              <a:extLst>
                <a:ext uri="{FF2B5EF4-FFF2-40B4-BE49-F238E27FC236}">
                  <a16:creationId xmlns:a16="http://schemas.microsoft.com/office/drawing/2014/main" id="{22C153DF-F5EC-4E9E-71C3-FF8289965E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7" name="Oval 15">
              <a:extLst>
                <a:ext uri="{FF2B5EF4-FFF2-40B4-BE49-F238E27FC236}">
                  <a16:creationId xmlns:a16="http://schemas.microsoft.com/office/drawing/2014/main" id="{28BDC5DA-B02A-80F8-E5C3-943806469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8" name="Oval 16">
              <a:extLst>
                <a:ext uri="{FF2B5EF4-FFF2-40B4-BE49-F238E27FC236}">
                  <a16:creationId xmlns:a16="http://schemas.microsoft.com/office/drawing/2014/main" id="{12D0BE9F-1078-99BE-EEFE-3106E45F8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9" name="Oval 17">
              <a:extLst>
                <a:ext uri="{FF2B5EF4-FFF2-40B4-BE49-F238E27FC236}">
                  <a16:creationId xmlns:a16="http://schemas.microsoft.com/office/drawing/2014/main" id="{7D771413-EAB9-BEE9-D723-8233CF6EA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0" name="Oval 18">
              <a:extLst>
                <a:ext uri="{FF2B5EF4-FFF2-40B4-BE49-F238E27FC236}">
                  <a16:creationId xmlns:a16="http://schemas.microsoft.com/office/drawing/2014/main" id="{DED56F1B-D5C1-F394-711C-9E73A13E44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1" name="Oval 19">
              <a:extLst>
                <a:ext uri="{FF2B5EF4-FFF2-40B4-BE49-F238E27FC236}">
                  <a16:creationId xmlns:a16="http://schemas.microsoft.com/office/drawing/2014/main" id="{282DAB57-DE93-FC54-E81A-B8067162C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2" name="Oval 20">
              <a:extLst>
                <a:ext uri="{FF2B5EF4-FFF2-40B4-BE49-F238E27FC236}">
                  <a16:creationId xmlns:a16="http://schemas.microsoft.com/office/drawing/2014/main" id="{F29A0699-E1ED-F311-8999-8046ED17D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3" name="Oval 21">
              <a:extLst>
                <a:ext uri="{FF2B5EF4-FFF2-40B4-BE49-F238E27FC236}">
                  <a16:creationId xmlns:a16="http://schemas.microsoft.com/office/drawing/2014/main" id="{7499501A-06AE-4C0F-3C03-E7AC1F4B1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4" name="Oval 22">
              <a:extLst>
                <a:ext uri="{FF2B5EF4-FFF2-40B4-BE49-F238E27FC236}">
                  <a16:creationId xmlns:a16="http://schemas.microsoft.com/office/drawing/2014/main" id="{CB129E79-9892-64E9-CC86-3921C26346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5" name="Oval 23">
              <a:extLst>
                <a:ext uri="{FF2B5EF4-FFF2-40B4-BE49-F238E27FC236}">
                  <a16:creationId xmlns:a16="http://schemas.microsoft.com/office/drawing/2014/main" id="{E94D237C-8BBC-3F52-ED30-B472B2AEEA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6" name="Oval 24">
              <a:extLst>
                <a:ext uri="{FF2B5EF4-FFF2-40B4-BE49-F238E27FC236}">
                  <a16:creationId xmlns:a16="http://schemas.microsoft.com/office/drawing/2014/main" id="{78666231-22C6-B1E2-5B2A-350178D1F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7" name="Oval 25">
              <a:extLst>
                <a:ext uri="{FF2B5EF4-FFF2-40B4-BE49-F238E27FC236}">
                  <a16:creationId xmlns:a16="http://schemas.microsoft.com/office/drawing/2014/main" id="{EA8CF3EC-9490-1057-2909-78C08E7D7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8" name="Oval 26">
              <a:extLst>
                <a:ext uri="{FF2B5EF4-FFF2-40B4-BE49-F238E27FC236}">
                  <a16:creationId xmlns:a16="http://schemas.microsoft.com/office/drawing/2014/main" id="{CE831521-B10D-1576-0279-F3AFB7A2C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9" name="Oval 27">
              <a:extLst>
                <a:ext uri="{FF2B5EF4-FFF2-40B4-BE49-F238E27FC236}">
                  <a16:creationId xmlns:a16="http://schemas.microsoft.com/office/drawing/2014/main" id="{F10AB96B-D920-FE9E-28DD-7D5B0A2C7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0" name="Oval 28">
              <a:extLst>
                <a:ext uri="{FF2B5EF4-FFF2-40B4-BE49-F238E27FC236}">
                  <a16:creationId xmlns:a16="http://schemas.microsoft.com/office/drawing/2014/main" id="{2D80993A-4ECB-EC89-1079-06E822EC2A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1" name="Oval 29">
              <a:extLst>
                <a:ext uri="{FF2B5EF4-FFF2-40B4-BE49-F238E27FC236}">
                  <a16:creationId xmlns:a16="http://schemas.microsoft.com/office/drawing/2014/main" id="{AF83D998-8E78-D4E5-5E41-A39AC8353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2" name="Oval 30">
              <a:extLst>
                <a:ext uri="{FF2B5EF4-FFF2-40B4-BE49-F238E27FC236}">
                  <a16:creationId xmlns:a16="http://schemas.microsoft.com/office/drawing/2014/main" id="{AB758411-4E8F-3F8B-D366-24690EF14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3" name="Oval 31">
              <a:extLst>
                <a:ext uri="{FF2B5EF4-FFF2-40B4-BE49-F238E27FC236}">
                  <a16:creationId xmlns:a16="http://schemas.microsoft.com/office/drawing/2014/main" id="{A461A902-CD27-F911-22CB-7A8B068A0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4" name="Oval 32">
              <a:extLst>
                <a:ext uri="{FF2B5EF4-FFF2-40B4-BE49-F238E27FC236}">
                  <a16:creationId xmlns:a16="http://schemas.microsoft.com/office/drawing/2014/main" id="{88913C26-E451-359D-5994-3B62AD1A11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5" name="Oval 33">
              <a:extLst>
                <a:ext uri="{FF2B5EF4-FFF2-40B4-BE49-F238E27FC236}">
                  <a16:creationId xmlns:a16="http://schemas.microsoft.com/office/drawing/2014/main" id="{BBCE458C-50E2-38C3-F10D-C844DBF52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6" name="Oval 34">
              <a:extLst>
                <a:ext uri="{FF2B5EF4-FFF2-40B4-BE49-F238E27FC236}">
                  <a16:creationId xmlns:a16="http://schemas.microsoft.com/office/drawing/2014/main" id="{C215E823-3CDC-9D01-CA6D-444D5423D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7" name="Oval 35">
              <a:extLst>
                <a:ext uri="{FF2B5EF4-FFF2-40B4-BE49-F238E27FC236}">
                  <a16:creationId xmlns:a16="http://schemas.microsoft.com/office/drawing/2014/main" id="{B36640B1-1054-C244-0A7F-87436DE0A8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8" name="Oval 36">
              <a:extLst>
                <a:ext uri="{FF2B5EF4-FFF2-40B4-BE49-F238E27FC236}">
                  <a16:creationId xmlns:a16="http://schemas.microsoft.com/office/drawing/2014/main" id="{211D500F-5302-5389-B7CB-6750D827F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9" name="Oval 37">
              <a:extLst>
                <a:ext uri="{FF2B5EF4-FFF2-40B4-BE49-F238E27FC236}">
                  <a16:creationId xmlns:a16="http://schemas.microsoft.com/office/drawing/2014/main" id="{90534A63-1702-6720-C9A1-A83F6BF1B4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50" name="Oval 38">
              <a:extLst>
                <a:ext uri="{FF2B5EF4-FFF2-40B4-BE49-F238E27FC236}">
                  <a16:creationId xmlns:a16="http://schemas.microsoft.com/office/drawing/2014/main" id="{B5340417-6E51-3794-FD38-4DAB6E94E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51" name="Oval 39">
              <a:extLst>
                <a:ext uri="{FF2B5EF4-FFF2-40B4-BE49-F238E27FC236}">
                  <a16:creationId xmlns:a16="http://schemas.microsoft.com/office/drawing/2014/main" id="{BA5B33B7-2D48-6E1F-DB8A-30C495925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2pPr>
      <a:lvl3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3pPr>
      <a:lvl4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4pPr>
      <a:lvl5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9pPr>
    </p:titleStyle>
    <p:bodyStyle>
      <a:lvl1pPr marL="342900" indent="-342900" algn="l" rtl="0" fontAlgn="base">
        <a:spcBef>
          <a:spcPct val="0"/>
        </a:spcBef>
        <a:spcAft>
          <a:spcPct val="50000"/>
        </a:spcAft>
        <a:buClr>
          <a:schemeClr val="tx2"/>
        </a:buClr>
        <a:buSzPct val="70000"/>
        <a:buFont typeface="Wingdings" panose="05000000000000000000" pitchFamily="2" charset="2"/>
        <a:buChar char="l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0"/>
        </a:spcBef>
        <a:spcAft>
          <a:spcPct val="5000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fontAlgn="base">
        <a:spcBef>
          <a:spcPct val="0"/>
        </a:spcBef>
        <a:spcAft>
          <a:spcPct val="5000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kumimoji="1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fontAlgn="base">
        <a:spcBef>
          <a:spcPct val="0"/>
        </a:spcBef>
        <a:spcAft>
          <a:spcPct val="50000"/>
        </a:spcAft>
        <a:buClr>
          <a:schemeClr val="tx2"/>
        </a:buClr>
        <a:buSzPct val="75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fontAlgn="base">
        <a:spcBef>
          <a:spcPct val="0"/>
        </a:spcBef>
        <a:spcAft>
          <a:spcPct val="4000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E360D043-A41B-61E5-4AE3-6765292792D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0AB1ABC9-A7B1-4920-9D5F-BDD028151A4A}" type="slidenum">
              <a:rPr lang="en-US" altLang="zh-TW"/>
              <a:pPr/>
              <a:t>1</a:t>
            </a:fld>
            <a:endParaRPr lang="en-US" altLang="zh-TW"/>
          </a:p>
        </p:txBody>
      </p:sp>
      <p:sp>
        <p:nvSpPr>
          <p:cNvPr id="346114" name="Rectangle 2">
            <a:extLst>
              <a:ext uri="{FF2B5EF4-FFF2-40B4-BE49-F238E27FC236}">
                <a16:creationId xmlns:a16="http://schemas.microsoft.com/office/drawing/2014/main" id="{03C03785-C1D5-95B2-E97F-796C9C25376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第二章</a:t>
            </a:r>
            <a:br>
              <a:rPr lang="zh-TW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zh-TW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簡單的</a:t>
            </a:r>
            <a:r>
              <a:rPr lang="en-US" altLang="zh-TW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C++</a:t>
            </a:r>
          </a:p>
        </p:txBody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64F3089D-9C7A-FFF8-99A8-4F60C07B367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574925"/>
          </a:xfrm>
        </p:spPr>
        <p:txBody>
          <a:bodyPr/>
          <a:lstStyle/>
          <a:p>
            <a:r>
              <a:rPr lang="zh-TW" altLang="en-US" sz="2800"/>
              <a:t>學習</a:t>
            </a:r>
            <a:r>
              <a:rPr lang="en-US" altLang="zh-TW" sz="2800"/>
              <a:t>C++</a:t>
            </a:r>
            <a:r>
              <a:rPr lang="zh-TW" altLang="en-US" sz="2800"/>
              <a:t>的基本語法</a:t>
            </a:r>
          </a:p>
          <a:p>
            <a:r>
              <a:rPr lang="zh-TW" altLang="en-US" sz="2800"/>
              <a:t>認識關鍵字與識別字的不同</a:t>
            </a:r>
          </a:p>
          <a:p>
            <a:r>
              <a:rPr lang="zh-TW" altLang="en-US" sz="2800"/>
              <a:t>學習程式碼偵錯的流程</a:t>
            </a:r>
          </a:p>
          <a:p>
            <a:r>
              <a:rPr lang="zh-TW" altLang="en-US" sz="2800"/>
              <a:t>學習如何提高程式的可讀性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6">
            <a:extLst>
              <a:ext uri="{FF2B5EF4-FFF2-40B4-BE49-F238E27FC236}">
                <a16:creationId xmlns:a16="http://schemas.microsoft.com/office/drawing/2014/main" id="{F6E12E8E-B2EC-E068-B2A6-EB4DE00E4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2B519-248C-463A-8850-46DEF80CF6A5}" type="slidenum">
              <a:rPr lang="en-US" altLang="zh-TW"/>
              <a:pPr/>
              <a:t>2</a:t>
            </a:fld>
            <a:endParaRPr lang="en-US" altLang="zh-TW"/>
          </a:p>
        </p:txBody>
      </p:sp>
      <p:sp>
        <p:nvSpPr>
          <p:cNvPr id="578564" name="Rectangle 4">
            <a:extLst>
              <a:ext uri="{FF2B5EF4-FFF2-40B4-BE49-F238E27FC236}">
                <a16:creationId xmlns:a16="http://schemas.microsoft.com/office/drawing/2014/main" id="{A88F3E58-44CD-BFFB-441E-5423BD8A05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簡單的</a:t>
            </a:r>
            <a:r>
              <a:rPr lang="en-US" altLang="zh-TW" dirty="0"/>
              <a:t>C++</a:t>
            </a:r>
            <a:r>
              <a:rPr lang="zh-TW" altLang="en-US" dirty="0"/>
              <a:t>程式</a:t>
            </a:r>
            <a:endParaRPr lang="en-US" altLang="zh-TW" dirty="0"/>
          </a:p>
        </p:txBody>
      </p:sp>
      <p:sp>
        <p:nvSpPr>
          <p:cNvPr id="578567" name="AutoShape 7">
            <a:extLst>
              <a:ext uri="{FF2B5EF4-FFF2-40B4-BE49-F238E27FC236}">
                <a16:creationId xmlns:a16="http://schemas.microsoft.com/office/drawing/2014/main" id="{0A7C33ED-7A0A-3DC8-BAF5-FA8E8DDC5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2.1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簡單的例子</a:t>
            </a:r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ED36F4A-2C6E-CFEE-81E7-A6B460B16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988840"/>
            <a:ext cx="6887077" cy="3401346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EA3B1C71-8EF9-4CC5-B941-FFBD6358E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0742" y="4785177"/>
            <a:ext cx="4353671" cy="1812473"/>
          </a:xfrm>
          <a:prstGeom prst="rect">
            <a:avLst/>
          </a:prstGeom>
          <a:ln>
            <a:solidFill>
              <a:srgbClr val="9900CC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6">
            <a:extLst>
              <a:ext uri="{FF2B5EF4-FFF2-40B4-BE49-F238E27FC236}">
                <a16:creationId xmlns:a16="http://schemas.microsoft.com/office/drawing/2014/main" id="{4E487BDC-C2FE-1244-2A37-B652B5C8D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3F45E-A52B-430E-A487-00B9CB959126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581636" name="Rectangle 4">
            <a:extLst>
              <a:ext uri="{FF2B5EF4-FFF2-40B4-BE49-F238E27FC236}">
                <a16:creationId xmlns:a16="http://schemas.microsoft.com/office/drawing/2014/main" id="{569BEC2F-FF25-37F6-E8CF-DCDA733AD3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關於</a:t>
            </a:r>
            <a:r>
              <a:rPr lang="en-US" altLang="zh-TW" dirty="0"/>
              <a:t>ISO C++</a:t>
            </a:r>
            <a:r>
              <a:rPr lang="zh-TW" altLang="en-US" dirty="0"/>
              <a:t>的標準 </a:t>
            </a:r>
          </a:p>
        </p:txBody>
      </p:sp>
      <p:sp>
        <p:nvSpPr>
          <p:cNvPr id="581651" name="Rectangle 19">
            <a:extLst>
              <a:ext uri="{FF2B5EF4-FFF2-40B4-BE49-F238E27FC236}">
                <a16:creationId xmlns:a16="http://schemas.microsoft.com/office/drawing/2014/main" id="{4AC58628-89B0-1BF2-46FD-3B6127BD797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4014787"/>
          </a:xfrm>
        </p:spPr>
        <p:txBody>
          <a:bodyPr/>
          <a:lstStyle/>
          <a:p>
            <a:r>
              <a:rPr lang="en-US" altLang="zh-TW" sz="2600" dirty="0"/>
              <a:t>C++</a:t>
            </a:r>
            <a:r>
              <a:rPr lang="zh-TW" altLang="en-US" sz="2600" dirty="0"/>
              <a:t>標頭檔可能有下面三種型態</a:t>
            </a:r>
          </a:p>
          <a:p>
            <a:pPr lvl="1"/>
            <a:r>
              <a:rPr lang="en-US" altLang="zh-TW" sz="2200" dirty="0"/>
              <a:t>C</a:t>
            </a:r>
            <a:r>
              <a:rPr lang="zh-TW" altLang="en-US" sz="2200" dirty="0"/>
              <a:t>語言的標頭檔：以「</a:t>
            </a:r>
            <a:r>
              <a:rPr lang="en-US" altLang="zh-TW" sz="2200" dirty="0"/>
              <a:t>.h</a:t>
            </a:r>
            <a:r>
              <a:rPr lang="zh-TW" altLang="en-US" sz="2200" dirty="0"/>
              <a:t>」結尾 </a:t>
            </a:r>
          </a:p>
          <a:p>
            <a:pPr lvl="1"/>
            <a:r>
              <a:rPr lang="en-US" altLang="zh-TW" sz="2200" dirty="0"/>
              <a:t>ISO C++</a:t>
            </a:r>
            <a:r>
              <a:rPr lang="zh-TW" altLang="en-US" sz="2200" dirty="0"/>
              <a:t>新標準的標頭檔：沒有副檔名 </a:t>
            </a:r>
          </a:p>
          <a:p>
            <a:pPr lvl="1"/>
            <a:r>
              <a:rPr lang="zh-TW" altLang="en-US" sz="2200" dirty="0"/>
              <a:t>從</a:t>
            </a:r>
            <a:r>
              <a:rPr lang="en-US" altLang="zh-TW" sz="2200" dirty="0"/>
              <a:t>C</a:t>
            </a:r>
            <a:r>
              <a:rPr lang="zh-TW" altLang="en-US" sz="2200" dirty="0"/>
              <a:t>移植過來的標頭檔，沒有副檔名，字首加小寫的</a:t>
            </a:r>
            <a:r>
              <a:rPr lang="en-US" altLang="zh-TW" sz="2200" dirty="0"/>
              <a:t>c</a:t>
            </a:r>
          </a:p>
          <a:p>
            <a:r>
              <a:rPr lang="zh-TW" altLang="en-US" sz="2600" dirty="0"/>
              <a:t>新版的</a:t>
            </a:r>
            <a:r>
              <a:rPr lang="en-US" altLang="zh-TW" sz="2600" dirty="0"/>
              <a:t>ISO C++</a:t>
            </a:r>
            <a:r>
              <a:rPr lang="zh-TW" altLang="en-US" sz="2600" dirty="0"/>
              <a:t>必須利用</a:t>
            </a:r>
            <a:r>
              <a:rPr lang="en-US" altLang="zh-TW" sz="2600" dirty="0"/>
              <a:t>using namespace</a:t>
            </a:r>
            <a:r>
              <a:rPr lang="zh-TW" altLang="en-US" sz="2600" dirty="0"/>
              <a:t>來設定名稱空間為</a:t>
            </a:r>
            <a:r>
              <a:rPr lang="en-US" altLang="zh-TW" sz="2600" dirty="0"/>
              <a:t>std  </a:t>
            </a:r>
          </a:p>
          <a:p>
            <a:pPr lvl="1"/>
            <a:endParaRPr lang="en-US" altLang="zh-TW" sz="2200" dirty="0"/>
          </a:p>
        </p:txBody>
      </p:sp>
      <p:sp>
        <p:nvSpPr>
          <p:cNvPr id="4" name="AutoShape 39">
            <a:extLst>
              <a:ext uri="{FF2B5EF4-FFF2-40B4-BE49-F238E27FC236}">
                <a16:creationId xmlns:a16="http://schemas.microsoft.com/office/drawing/2014/main" id="{EE493977-37E3-305F-2827-C149714B0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2.1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簡單的例子</a:t>
            </a:r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157EDFF-DD01-4C94-B516-4A80B2434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52" y="2882341"/>
            <a:ext cx="5322498" cy="3385109"/>
          </a:xfrm>
          <a:prstGeom prst="rect">
            <a:avLst/>
          </a:prstGeom>
        </p:spPr>
      </p:pic>
      <p:sp>
        <p:nvSpPr>
          <p:cNvPr id="3" name="投影片編號版面配置區 6">
            <a:extLst>
              <a:ext uri="{FF2B5EF4-FFF2-40B4-BE49-F238E27FC236}">
                <a16:creationId xmlns:a16="http://schemas.microsoft.com/office/drawing/2014/main" id="{B6978058-74EF-5769-D5D4-5152462A2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B9B61-D965-486C-A755-EB3CFA11E61D}" type="slidenum">
              <a:rPr lang="en-US" altLang="zh-TW"/>
              <a:pPr/>
              <a:t>4</a:t>
            </a:fld>
            <a:endParaRPr lang="en-US" altLang="zh-TW"/>
          </a:p>
        </p:txBody>
      </p:sp>
      <p:sp>
        <p:nvSpPr>
          <p:cNvPr id="582660" name="Rectangle 4">
            <a:extLst>
              <a:ext uri="{FF2B5EF4-FFF2-40B4-BE49-F238E27FC236}">
                <a16:creationId xmlns:a16="http://schemas.microsoft.com/office/drawing/2014/main" id="{8D2636FE-790B-A690-7778-CACF7BEABB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#include</a:t>
            </a:r>
            <a:r>
              <a:rPr lang="zh-TW" altLang="en-US" dirty="0"/>
              <a:t>指令及標頭檔</a:t>
            </a:r>
            <a:r>
              <a:rPr lang="en-US" altLang="zh-TW" dirty="0"/>
              <a:t> </a:t>
            </a:r>
          </a:p>
        </p:txBody>
      </p:sp>
      <p:sp>
        <p:nvSpPr>
          <p:cNvPr id="582691" name="AutoShape 35">
            <a:extLst>
              <a:ext uri="{FF2B5EF4-FFF2-40B4-BE49-F238E27FC236}">
                <a16:creationId xmlns:a16="http://schemas.microsoft.com/office/drawing/2014/main" id="{E06F58F9-768B-A51E-0BCF-6222A351F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2.2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 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C++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程式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解析</a:t>
            </a:r>
            <a:endParaRPr lang="zh-TW" altLang="en-US"/>
          </a:p>
        </p:txBody>
      </p:sp>
      <p:sp>
        <p:nvSpPr>
          <p:cNvPr id="582682" name="Rectangle 26">
            <a:extLst>
              <a:ext uri="{FF2B5EF4-FFF2-40B4-BE49-F238E27FC236}">
                <a16:creationId xmlns:a16="http://schemas.microsoft.com/office/drawing/2014/main" id="{553C8F4C-4B85-823D-4034-A061B6E673F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700213"/>
            <a:ext cx="8255000" cy="4284662"/>
          </a:xfrm>
          <a:noFill/>
          <a:ln/>
        </p:spPr>
        <p:txBody>
          <a:bodyPr/>
          <a:lstStyle/>
          <a:p>
            <a:r>
              <a:rPr lang="zh-TW" altLang="en-US" sz="2600" b="1" dirty="0"/>
              <a:t>標頭檔（</a:t>
            </a:r>
            <a:r>
              <a:rPr lang="en-US" altLang="zh-TW" sz="2600" b="1" dirty="0"/>
              <a:t>header file</a:t>
            </a:r>
            <a:r>
              <a:rPr lang="zh-TW" altLang="en-US" sz="2600" b="1" dirty="0"/>
              <a:t>）永遠被含括在程式碼的起頭處</a:t>
            </a:r>
            <a:r>
              <a:rPr lang="zh-TW" altLang="en-US" sz="2600" dirty="0"/>
              <a:t> </a:t>
            </a:r>
          </a:p>
          <a:p>
            <a:r>
              <a:rPr lang="zh-TW" altLang="en-US" sz="2600" dirty="0"/>
              <a:t>右圖為含括動作前後的比較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20D1C06C-A7BF-4855-B7C7-C9716CB91E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2563" y="2928937"/>
            <a:ext cx="3399685" cy="2663348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C8F7D740-E982-4917-9A8F-7F75BDCBED58}"/>
              </a:ext>
            </a:extLst>
          </p:cNvPr>
          <p:cNvSpPr/>
          <p:nvPr/>
        </p:nvSpPr>
        <p:spPr>
          <a:xfrm>
            <a:off x="323850" y="5142148"/>
            <a:ext cx="1188132" cy="450137"/>
          </a:xfrm>
          <a:prstGeom prst="roundRect">
            <a:avLst/>
          </a:prstGeom>
          <a:solidFill>
            <a:srgbClr val="CCFF99"/>
          </a:solidFill>
          <a:ln>
            <a:solidFill>
              <a:srgbClr val="6699FF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zh-TW" altLang="en-US" sz="1400" dirty="0"/>
              <a:t>標頭檔的內容</a:t>
            </a:r>
            <a:r>
              <a:rPr lang="en-US" altLang="zh-TW" sz="1400" dirty="0"/>
              <a:t> </a:t>
            </a:r>
            <a:endParaRPr lang="zh-TW" alt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6">
            <a:extLst>
              <a:ext uri="{FF2B5EF4-FFF2-40B4-BE49-F238E27FC236}">
                <a16:creationId xmlns:a16="http://schemas.microsoft.com/office/drawing/2014/main" id="{45BFAE91-FDE5-EDEA-321E-519B48A6A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67A94-D89F-4595-8019-3C68F7D70C10}" type="slidenum">
              <a:rPr lang="en-US" altLang="zh-TW"/>
              <a:pPr/>
              <a:t>5</a:t>
            </a:fld>
            <a:endParaRPr lang="en-US" altLang="zh-TW"/>
          </a:p>
        </p:txBody>
      </p:sp>
      <p:sp>
        <p:nvSpPr>
          <p:cNvPr id="584716" name="Rectangle 12">
            <a:extLst>
              <a:ext uri="{FF2B5EF4-FFF2-40B4-BE49-F238E27FC236}">
                <a16:creationId xmlns:a16="http://schemas.microsoft.com/office/drawing/2014/main" id="{E7B9BF5F-E241-0A77-CC8B-3B9A7D9AF98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1736725"/>
            <a:ext cx="7740650" cy="647700"/>
          </a:xfrm>
          <a:noFill/>
          <a:ln/>
        </p:spPr>
        <p:txBody>
          <a:bodyPr/>
          <a:lstStyle/>
          <a:p>
            <a:r>
              <a:rPr lang="zh-TW" altLang="en-US" sz="2600"/>
              <a:t>下面的範例說明什麼是程式區塊 </a:t>
            </a:r>
          </a:p>
        </p:txBody>
      </p:sp>
      <p:sp>
        <p:nvSpPr>
          <p:cNvPr id="584708" name="Rectangle 4">
            <a:extLst>
              <a:ext uri="{FF2B5EF4-FFF2-40B4-BE49-F238E27FC236}">
                <a16:creationId xmlns:a16="http://schemas.microsoft.com/office/drawing/2014/main" id="{D94E784F-43E6-BBD7-631E-FA9A1BC7D2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主函數、大括號、區塊與主體</a:t>
            </a:r>
            <a:endParaRPr lang="en-US" altLang="zh-TW" dirty="0"/>
          </a:p>
        </p:txBody>
      </p:sp>
      <p:sp>
        <p:nvSpPr>
          <p:cNvPr id="584723" name="AutoShape 19">
            <a:extLst>
              <a:ext uri="{FF2B5EF4-FFF2-40B4-BE49-F238E27FC236}">
                <a16:creationId xmlns:a16="http://schemas.microsoft.com/office/drawing/2014/main" id="{D93F963C-39F6-BEA3-1B88-9FFC2C073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2.2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 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C++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程式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解析</a:t>
            </a:r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28BDD48-2F22-5314-8543-021B73222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12" y="2600908"/>
            <a:ext cx="5509592" cy="2504824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4C1C2A92-2A4F-49EF-8468-63DAB55BB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9124" y="2384425"/>
            <a:ext cx="3009484" cy="3204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300" indent="-495300"/>
            <a:r>
              <a:rPr lang="zh-TW" altLang="en-US" sz="2000" dirty="0"/>
              <a:t>主函數</a:t>
            </a:r>
            <a:r>
              <a:rPr lang="en-US" altLang="zh-TW" sz="2000" dirty="0"/>
              <a:t>main() </a:t>
            </a:r>
          </a:p>
          <a:p>
            <a:pPr marL="763588" lvl="1" indent="-419100"/>
            <a:r>
              <a:rPr lang="en-US" altLang="zh-TW" sz="1400" dirty="0"/>
              <a:t>main() </a:t>
            </a:r>
            <a:r>
              <a:rPr lang="zh-TW" altLang="en-US" sz="1400" dirty="0"/>
              <a:t>是程式執行的開端 </a:t>
            </a:r>
          </a:p>
          <a:p>
            <a:pPr marL="763588" lvl="1" indent="-419100"/>
            <a:r>
              <a:rPr lang="zh-TW" altLang="en-US" sz="1400" dirty="0"/>
              <a:t>每個</a:t>
            </a:r>
            <a:r>
              <a:rPr lang="en-US" altLang="zh-TW" sz="1400" dirty="0"/>
              <a:t>C++</a:t>
            </a:r>
            <a:r>
              <a:rPr lang="zh-TW" altLang="en-US" sz="1400" dirty="0"/>
              <a:t>程式必須有一個</a:t>
            </a:r>
            <a:r>
              <a:rPr lang="en-US" altLang="zh-TW" sz="1400" dirty="0"/>
              <a:t>main()</a:t>
            </a:r>
            <a:r>
              <a:rPr lang="zh-TW" altLang="en-US" sz="1400" dirty="0"/>
              <a:t>，而且只能有一個 </a:t>
            </a:r>
          </a:p>
          <a:p>
            <a:pPr marL="495300" indent="-495300"/>
            <a:r>
              <a:rPr lang="zh-TW" altLang="en-US" sz="2000" dirty="0"/>
              <a:t>大括號、區塊及主體</a:t>
            </a:r>
          </a:p>
          <a:p>
            <a:pPr marL="763588" lvl="1" indent="-419100"/>
            <a:r>
              <a:rPr lang="zh-TW" altLang="en-US" sz="1400" dirty="0"/>
              <a:t>區塊從左大括號（</a:t>
            </a:r>
            <a:r>
              <a:rPr lang="en-US" altLang="zh-TW" sz="1400" dirty="0"/>
              <a:t>{</a:t>
            </a:r>
            <a:r>
              <a:rPr lang="zh-TW" altLang="en-US" sz="1400" dirty="0"/>
              <a:t>）開始，到右大括號（</a:t>
            </a:r>
            <a:r>
              <a:rPr lang="en-US" altLang="zh-TW" sz="1400" dirty="0"/>
              <a:t>}</a:t>
            </a:r>
            <a:r>
              <a:rPr lang="zh-TW" altLang="en-US" sz="1400" dirty="0"/>
              <a:t>）結束</a:t>
            </a:r>
          </a:p>
          <a:p>
            <a:pPr marL="763588" lvl="1" indent="-419100"/>
            <a:r>
              <a:rPr lang="zh-TW" altLang="en-US" sz="1400" dirty="0"/>
              <a:t>指令敘述結束時，以分號「</a:t>
            </a:r>
            <a:r>
              <a:rPr lang="en-US" altLang="zh-TW" sz="1400" dirty="0"/>
              <a:t>;</a:t>
            </a:r>
            <a:r>
              <a:rPr lang="zh-TW" altLang="en-US" sz="1400" dirty="0"/>
              <a:t>」做結尾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6">
            <a:extLst>
              <a:ext uri="{FF2B5EF4-FFF2-40B4-BE49-F238E27FC236}">
                <a16:creationId xmlns:a16="http://schemas.microsoft.com/office/drawing/2014/main" id="{9A59DC65-1AFB-6353-0BDE-6EFC58691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37079-AA5C-41C2-A1A3-5212E28C5F03}" type="slidenum">
              <a:rPr lang="en-US" altLang="zh-TW"/>
              <a:pPr/>
              <a:t>6</a:t>
            </a:fld>
            <a:endParaRPr lang="en-US" altLang="zh-TW"/>
          </a:p>
        </p:txBody>
      </p:sp>
      <p:sp>
        <p:nvSpPr>
          <p:cNvPr id="585732" name="Rectangle 4">
            <a:extLst>
              <a:ext uri="{FF2B5EF4-FFF2-40B4-BE49-F238E27FC236}">
                <a16:creationId xmlns:a16="http://schemas.microsoft.com/office/drawing/2014/main" id="{FE470BFD-A086-5C8F-1512-18A6FD3734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變數</a:t>
            </a:r>
            <a:endParaRPr lang="en-US" altLang="zh-TW" dirty="0"/>
          </a:p>
        </p:txBody>
      </p:sp>
      <p:sp>
        <p:nvSpPr>
          <p:cNvPr id="585733" name="Rectangle 5">
            <a:extLst>
              <a:ext uri="{FF2B5EF4-FFF2-40B4-BE49-F238E27FC236}">
                <a16:creationId xmlns:a16="http://schemas.microsoft.com/office/drawing/2014/main" id="{29224609-AA8C-8385-F65E-81BF364741E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47700" y="1555750"/>
            <a:ext cx="8229600" cy="1295400"/>
          </a:xfrm>
        </p:spPr>
        <p:txBody>
          <a:bodyPr/>
          <a:lstStyle/>
          <a:p>
            <a:r>
              <a:rPr lang="zh-TW" altLang="en-US" sz="2400" dirty="0"/>
              <a:t>變數的宣告 </a:t>
            </a:r>
          </a:p>
          <a:p>
            <a:endParaRPr lang="zh-TW" altLang="en-US" sz="2600" dirty="0"/>
          </a:p>
        </p:txBody>
      </p:sp>
      <p:sp>
        <p:nvSpPr>
          <p:cNvPr id="585745" name="AutoShape 17">
            <a:extLst>
              <a:ext uri="{FF2B5EF4-FFF2-40B4-BE49-F238E27FC236}">
                <a16:creationId xmlns:a16="http://schemas.microsoft.com/office/drawing/2014/main" id="{29AEF60A-C10F-535F-78FB-BD21ED594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2.2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 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C++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程式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解析</a:t>
            </a:r>
            <a:endParaRPr lang="zh-TW" altLang="en-US"/>
          </a:p>
        </p:txBody>
      </p:sp>
      <p:pic>
        <p:nvPicPr>
          <p:cNvPr id="585746" name="Picture 18">
            <a:extLst>
              <a:ext uri="{FF2B5EF4-FFF2-40B4-BE49-F238E27FC236}">
                <a16:creationId xmlns:a16="http://schemas.microsoft.com/office/drawing/2014/main" id="{717BC228-FC7A-620C-A715-6EAE38784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636" y="2181445"/>
            <a:ext cx="5472608" cy="662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26">
            <a:extLst>
              <a:ext uri="{FF2B5EF4-FFF2-40B4-BE49-F238E27FC236}">
                <a16:creationId xmlns:a16="http://schemas.microsoft.com/office/drawing/2014/main" id="{72478BE1-CEDF-4647-BEF1-532C132ECD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097" y="4456677"/>
            <a:ext cx="7848600" cy="2401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400" dirty="0"/>
              <a:t>變數名稱與限制 </a:t>
            </a:r>
          </a:p>
          <a:p>
            <a:pPr lvl="1"/>
            <a:r>
              <a:rPr lang="zh-TW" altLang="en-US" sz="2000" dirty="0"/>
              <a:t>通常會以變數所代表的意義來取名。</a:t>
            </a:r>
          </a:p>
          <a:p>
            <a:pPr lvl="1"/>
            <a:r>
              <a:rPr lang="zh-TW" altLang="en-US" sz="2000" dirty="0"/>
              <a:t>自訂變數的名稱不能使用到關鍵字。</a:t>
            </a:r>
          </a:p>
          <a:p>
            <a:pPr lvl="1"/>
            <a:r>
              <a:rPr lang="zh-TW" altLang="en-US" sz="2000" dirty="0"/>
              <a:t> 變數名稱的字元可以是英文字母、數字或底線。</a:t>
            </a:r>
          </a:p>
          <a:p>
            <a:pPr lvl="1"/>
            <a:r>
              <a:rPr lang="zh-TW" altLang="en-US" sz="2000" dirty="0"/>
              <a:t>名稱中不能有空白字元，且第一個字元不能是數字 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984218D-EB2A-4A28-A1F5-0CFA041CD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233" y="2927701"/>
            <a:ext cx="8229600" cy="1617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400" dirty="0"/>
              <a:t>變數的資料型態 </a:t>
            </a:r>
          </a:p>
          <a:p>
            <a:pPr lvl="1"/>
            <a:r>
              <a:rPr lang="zh-TW" altLang="en-US" sz="2000" dirty="0"/>
              <a:t>資料型態有</a:t>
            </a:r>
            <a:r>
              <a:rPr lang="en-US" altLang="zh-TW" sz="2000" dirty="0"/>
              <a:t>char, int, bool, long, short, float</a:t>
            </a:r>
            <a:r>
              <a:rPr lang="zh-TW" altLang="en-US" sz="2000" dirty="0"/>
              <a:t>與</a:t>
            </a:r>
            <a:r>
              <a:rPr lang="en-US" altLang="zh-TW" sz="2000" dirty="0"/>
              <a:t>double</a:t>
            </a:r>
            <a:r>
              <a:rPr lang="zh-TW" altLang="en-US" sz="2000" dirty="0"/>
              <a:t>等</a:t>
            </a:r>
          </a:p>
          <a:p>
            <a:pPr lvl="1"/>
            <a:r>
              <a:rPr lang="zh-TW" altLang="en-US" sz="2000" dirty="0"/>
              <a:t>數值型態變數可分為有號（</a:t>
            </a:r>
            <a:r>
              <a:rPr lang="en-US" altLang="zh-TW" sz="2000" dirty="0"/>
              <a:t>sign</a:t>
            </a:r>
            <a:r>
              <a:rPr lang="zh-TW" altLang="en-US" sz="2000" dirty="0"/>
              <a:t>）或是無號（</a:t>
            </a:r>
            <a:r>
              <a:rPr lang="en-US" altLang="zh-TW" sz="2000" dirty="0"/>
              <a:t>unsigned</a:t>
            </a:r>
            <a:r>
              <a:rPr lang="zh-TW" altLang="en-US" sz="2000" dirty="0"/>
              <a:t>）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847C8F10-2011-3B75-13D4-794DD66C5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507E3-1B23-410A-9B66-C101C2FD0AC0}" type="slidenum">
              <a:rPr lang="en-US" altLang="zh-TW"/>
              <a:pPr/>
              <a:t>7</a:t>
            </a:fld>
            <a:endParaRPr lang="en-US" altLang="zh-TW"/>
          </a:p>
        </p:txBody>
      </p:sp>
      <p:sp>
        <p:nvSpPr>
          <p:cNvPr id="681986" name="Rectangle 2">
            <a:extLst>
              <a:ext uri="{FF2B5EF4-FFF2-40B4-BE49-F238E27FC236}">
                <a16:creationId xmlns:a16="http://schemas.microsoft.com/office/drawing/2014/main" id="{5729B416-DBAF-3864-BB52-87FC5EE9A7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變數的設值 </a:t>
            </a:r>
          </a:p>
        </p:txBody>
      </p:sp>
      <p:sp>
        <p:nvSpPr>
          <p:cNvPr id="681987" name="Rectangle 3">
            <a:extLst>
              <a:ext uri="{FF2B5EF4-FFF2-40B4-BE49-F238E27FC236}">
                <a16:creationId xmlns:a16="http://schemas.microsoft.com/office/drawing/2014/main" id="{C6204E38-0A48-F037-08A7-C160751C57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 dirty="0"/>
              <a:t>方法</a:t>
            </a:r>
            <a:r>
              <a:rPr lang="en-US" altLang="zh-TW" sz="2600" dirty="0"/>
              <a:t>1 </a:t>
            </a:r>
            <a:r>
              <a:rPr lang="zh-TW" altLang="en-US" sz="2600" dirty="0"/>
              <a:t>在宣告的時候設值 </a:t>
            </a:r>
          </a:p>
          <a:p>
            <a:endParaRPr lang="zh-TW" altLang="en-US" sz="2600" dirty="0"/>
          </a:p>
          <a:p>
            <a:r>
              <a:rPr lang="zh-TW" altLang="en-US" sz="2600" dirty="0"/>
              <a:t>方法</a:t>
            </a:r>
            <a:r>
              <a:rPr lang="en-US" altLang="zh-TW" sz="2600" dirty="0"/>
              <a:t>2 </a:t>
            </a:r>
            <a:r>
              <a:rPr lang="zh-TW" altLang="en-US" sz="2600" dirty="0"/>
              <a:t>宣告後再設值 </a:t>
            </a:r>
          </a:p>
          <a:p>
            <a:endParaRPr lang="zh-TW" altLang="en-US" sz="2600" dirty="0"/>
          </a:p>
          <a:p>
            <a:endParaRPr lang="zh-TW" altLang="en-US" sz="2600" dirty="0"/>
          </a:p>
          <a:p>
            <a:endParaRPr lang="zh-TW" altLang="en-US" sz="2600" dirty="0"/>
          </a:p>
          <a:p>
            <a:r>
              <a:rPr lang="zh-TW" altLang="en-US" sz="2600" dirty="0"/>
              <a:t>方法</a:t>
            </a:r>
            <a:r>
              <a:rPr lang="en-US" altLang="zh-TW" sz="2600" dirty="0"/>
              <a:t>3 </a:t>
            </a:r>
            <a:r>
              <a:rPr lang="zh-TW" altLang="en-US" sz="2600" dirty="0"/>
              <a:t>在程式中的任何位置宣告並設值 </a:t>
            </a:r>
          </a:p>
        </p:txBody>
      </p:sp>
      <p:sp>
        <p:nvSpPr>
          <p:cNvPr id="681988" name="AutoShape 4">
            <a:extLst>
              <a:ext uri="{FF2B5EF4-FFF2-40B4-BE49-F238E27FC236}">
                <a16:creationId xmlns:a16="http://schemas.microsoft.com/office/drawing/2014/main" id="{C606E76F-4ABF-2A6A-B9E3-1D6689463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2.2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 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C++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程式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解析</a:t>
            </a:r>
            <a:endParaRPr lang="zh-TW" altLang="en-US"/>
          </a:p>
        </p:txBody>
      </p:sp>
      <p:pic>
        <p:nvPicPr>
          <p:cNvPr id="681989" name="Picture 5">
            <a:extLst>
              <a:ext uri="{FF2B5EF4-FFF2-40B4-BE49-F238E27FC236}">
                <a16:creationId xmlns:a16="http://schemas.microsoft.com/office/drawing/2014/main" id="{C18C50CC-4966-64AE-0E73-7C8F3E55D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460" b="9737"/>
          <a:stretch/>
        </p:blipFill>
        <p:spPr bwMode="auto">
          <a:xfrm>
            <a:off x="1116013" y="2445625"/>
            <a:ext cx="2051831" cy="335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81990" name="Picture 6">
            <a:extLst>
              <a:ext uri="{FF2B5EF4-FFF2-40B4-BE49-F238E27FC236}">
                <a16:creationId xmlns:a16="http://schemas.microsoft.com/office/drawing/2014/main" id="{E46A055B-1D8C-6FBE-045D-F50B0EBB1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727" y="3663790"/>
            <a:ext cx="4896594" cy="1276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81991" name="Picture 7">
            <a:extLst>
              <a:ext uri="{FF2B5EF4-FFF2-40B4-BE49-F238E27FC236}">
                <a16:creationId xmlns:a16="http://schemas.microsoft.com/office/drawing/2014/main" id="{665E55A8-23A2-D5ED-43D2-0B8AE4583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042" y="5936863"/>
            <a:ext cx="5474351" cy="798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86D7A0DC-98EA-460A-B733-C29F4E89B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176" y="1866980"/>
            <a:ext cx="2764854" cy="1994068"/>
          </a:xfrm>
          <a:prstGeom prst="rect">
            <a:avLst/>
          </a:prstGeom>
          <a:solidFill>
            <a:srgbClr val="FFFFCC"/>
          </a:solidFill>
          <a:ln w="9525">
            <a:solidFill>
              <a:srgbClr val="FF33CC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2000" dirty="0"/>
              <a:t>為什麼要宣告變數</a:t>
            </a:r>
            <a:endParaRPr lang="en-US" altLang="zh-TW" sz="2000" dirty="0"/>
          </a:p>
          <a:p>
            <a:r>
              <a:rPr lang="zh-TW" altLang="en-US" sz="1400" dirty="0"/>
              <a:t>直譯式語言不需要宣告變數</a:t>
            </a:r>
          </a:p>
          <a:p>
            <a:r>
              <a:rPr lang="zh-TW" altLang="en-US" sz="1400" dirty="0"/>
              <a:t>編譯程式可找到錯誤的變數名稱，避免變數名稱誤用</a:t>
            </a:r>
          </a:p>
          <a:p>
            <a:r>
              <a:rPr lang="zh-TW" altLang="en-US" sz="1400" dirty="0"/>
              <a:t>將變數集中宣告時，在系統維護上也就容易得多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13BE2EF2-6965-DF95-98D8-D65DB8F96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7450-DC37-4261-B3AE-04DBB7F3BE2A}" type="slidenum">
              <a:rPr lang="en-US" altLang="zh-TW"/>
              <a:pPr/>
              <a:t>8</a:t>
            </a:fld>
            <a:endParaRPr lang="en-US" altLang="zh-TW"/>
          </a:p>
        </p:txBody>
      </p:sp>
      <p:sp>
        <p:nvSpPr>
          <p:cNvPr id="684034" name="Rectangle 2">
            <a:extLst>
              <a:ext uri="{FF2B5EF4-FFF2-40B4-BE49-F238E27FC236}">
                <a16:creationId xmlns:a16="http://schemas.microsoft.com/office/drawing/2014/main" id="{E8C4C644-BC44-D0C2-BC7D-407CF796CC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cout</a:t>
            </a:r>
            <a:r>
              <a:rPr lang="zh-TW" altLang="en-US" dirty="0"/>
              <a:t>與插入運算子</a:t>
            </a:r>
            <a:r>
              <a:rPr lang="en-US" altLang="zh-TW" dirty="0"/>
              <a:t>&lt;&lt; </a:t>
            </a:r>
          </a:p>
        </p:txBody>
      </p:sp>
      <p:sp>
        <p:nvSpPr>
          <p:cNvPr id="684035" name="Rectangle 3">
            <a:extLst>
              <a:ext uri="{FF2B5EF4-FFF2-40B4-BE49-F238E27FC236}">
                <a16:creationId xmlns:a16="http://schemas.microsoft.com/office/drawing/2014/main" id="{154AAD0B-F92B-ED18-A186-6D0060B77F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600" dirty="0"/>
              <a:t>C++</a:t>
            </a:r>
            <a:r>
              <a:rPr lang="zh-TW" altLang="en-US" sz="2600" dirty="0"/>
              <a:t>是採</a:t>
            </a:r>
            <a:r>
              <a:rPr lang="en-US" altLang="zh-TW" sz="2600" dirty="0" err="1"/>
              <a:t>cout</a:t>
            </a:r>
            <a:r>
              <a:rPr lang="zh-TW" altLang="en-US" sz="2600" dirty="0"/>
              <a:t>與「插入運算子</a:t>
            </a:r>
            <a:r>
              <a:rPr lang="en-US" altLang="zh-TW" sz="2600" dirty="0"/>
              <a:t>&lt;&lt;</a:t>
            </a:r>
            <a:r>
              <a:rPr lang="zh-TW" altLang="en-US" sz="2600" dirty="0"/>
              <a:t>」來輸出 </a:t>
            </a:r>
          </a:p>
          <a:p>
            <a:endParaRPr lang="zh-TW" altLang="en-US" sz="2600" dirty="0"/>
          </a:p>
          <a:p>
            <a:endParaRPr lang="zh-TW" altLang="en-US" sz="2600" dirty="0"/>
          </a:p>
          <a:p>
            <a:r>
              <a:rPr lang="zh-TW" altLang="en-US" sz="2600" dirty="0"/>
              <a:t>以</a:t>
            </a:r>
            <a:r>
              <a:rPr lang="en-US" altLang="zh-TW" sz="2600" dirty="0" err="1"/>
              <a:t>cout</a:t>
            </a:r>
            <a:r>
              <a:rPr lang="zh-TW" altLang="en-US" sz="2600" dirty="0"/>
              <a:t>顯示字串： </a:t>
            </a:r>
          </a:p>
        </p:txBody>
      </p:sp>
      <p:sp>
        <p:nvSpPr>
          <p:cNvPr id="684036" name="AutoShape 4">
            <a:extLst>
              <a:ext uri="{FF2B5EF4-FFF2-40B4-BE49-F238E27FC236}">
                <a16:creationId xmlns:a16="http://schemas.microsoft.com/office/drawing/2014/main" id="{B3E73F43-97EE-A64A-F63C-6E34D5E75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2.2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 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C++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程式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解析</a:t>
            </a:r>
            <a:endParaRPr lang="zh-TW" altLang="en-US"/>
          </a:p>
        </p:txBody>
      </p:sp>
      <p:pic>
        <p:nvPicPr>
          <p:cNvPr id="684037" name="Picture 5">
            <a:extLst>
              <a:ext uri="{FF2B5EF4-FFF2-40B4-BE49-F238E27FC236}">
                <a16:creationId xmlns:a16="http://schemas.microsoft.com/office/drawing/2014/main" id="{CDBD3033-247A-C6C0-4AAE-D3E8E0AFB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8" y="2565400"/>
            <a:ext cx="6729412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03088BE8-B5B7-4222-9F1C-90B74E0DFF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588" y="4149080"/>
            <a:ext cx="5978028" cy="18633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1EA43102-A7CE-0F29-D37C-7A81FFC7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22397-DE6E-4BB7-92B9-85EF5CA0D48D}" type="slidenum">
              <a:rPr lang="en-US" altLang="zh-TW"/>
              <a:pPr/>
              <a:t>9</a:t>
            </a:fld>
            <a:endParaRPr lang="en-US" altLang="zh-TW"/>
          </a:p>
        </p:txBody>
      </p:sp>
      <p:sp>
        <p:nvSpPr>
          <p:cNvPr id="685058" name="Rectangle 2">
            <a:extLst>
              <a:ext uri="{FF2B5EF4-FFF2-40B4-BE49-F238E27FC236}">
                <a16:creationId xmlns:a16="http://schemas.microsoft.com/office/drawing/2014/main" id="{CBAFD091-9188-C01B-6625-F60272161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換行輸出的範例 </a:t>
            </a:r>
          </a:p>
        </p:txBody>
      </p:sp>
      <p:sp>
        <p:nvSpPr>
          <p:cNvPr id="685059" name="Rectangle 3">
            <a:extLst>
              <a:ext uri="{FF2B5EF4-FFF2-40B4-BE49-F238E27FC236}">
                <a16:creationId xmlns:a16="http://schemas.microsoft.com/office/drawing/2014/main" id="{7A19BF70-67E5-367A-6E4B-DA3D355760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/>
              <a:t>下面是把字串換行輸出的範例 </a:t>
            </a:r>
          </a:p>
        </p:txBody>
      </p:sp>
      <p:sp>
        <p:nvSpPr>
          <p:cNvPr id="685060" name="AutoShape 4">
            <a:extLst>
              <a:ext uri="{FF2B5EF4-FFF2-40B4-BE49-F238E27FC236}">
                <a16:creationId xmlns:a16="http://schemas.microsoft.com/office/drawing/2014/main" id="{0AFA3DA8-82E2-0155-2B8A-3D0B2D0AC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2.2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 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C++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程式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解析</a:t>
            </a:r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2162689-7DAB-4DE1-D917-F2F68515C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187" y="2399968"/>
            <a:ext cx="5888066" cy="31299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C9B37DD1-042D-5963-5328-DAD9784F6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66A1D-E035-4578-AE90-60C3A081278D}" type="slidenum">
              <a:rPr lang="en-US" altLang="zh-TW"/>
              <a:pPr/>
              <a:t>10</a:t>
            </a:fld>
            <a:endParaRPr lang="en-US" altLang="zh-TW"/>
          </a:p>
        </p:txBody>
      </p:sp>
      <p:sp>
        <p:nvSpPr>
          <p:cNvPr id="686082" name="Rectangle 2">
            <a:extLst>
              <a:ext uri="{FF2B5EF4-FFF2-40B4-BE49-F238E27FC236}">
                <a16:creationId xmlns:a16="http://schemas.microsoft.com/office/drawing/2014/main" id="{5D880D6A-4071-E7EA-34E0-3FEFC43C59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識別字</a:t>
            </a:r>
            <a:endParaRPr lang="en-US" altLang="zh-TW" dirty="0"/>
          </a:p>
        </p:txBody>
      </p:sp>
      <p:sp>
        <p:nvSpPr>
          <p:cNvPr id="686083" name="Rectangle 3">
            <a:extLst>
              <a:ext uri="{FF2B5EF4-FFF2-40B4-BE49-F238E27FC236}">
                <a16:creationId xmlns:a16="http://schemas.microsoft.com/office/drawing/2014/main" id="{7C6C54A6-C6E0-F3AF-B698-ED2B81EBB6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 dirty="0"/>
              <a:t>識別字是使用者用來命名變數或者是函數的文字</a:t>
            </a:r>
          </a:p>
          <a:p>
            <a:r>
              <a:rPr lang="zh-TW" altLang="en-US" sz="2600" dirty="0"/>
              <a:t>變數與函數的名稱均是識別字（</a:t>
            </a:r>
            <a:r>
              <a:rPr lang="en-US" altLang="zh-TW" sz="2600" dirty="0"/>
              <a:t>identifier</a:t>
            </a:r>
            <a:r>
              <a:rPr lang="zh-TW" altLang="en-US" sz="2600" dirty="0"/>
              <a:t>）</a:t>
            </a:r>
          </a:p>
          <a:p>
            <a:r>
              <a:rPr lang="zh-TW" altLang="en-US" sz="2600" dirty="0"/>
              <a:t>為識別字命名時，只要能代表變數的意義即可 </a:t>
            </a:r>
            <a:endParaRPr lang="en-US" altLang="zh-TW" sz="2600" dirty="0"/>
          </a:p>
          <a:p>
            <a:r>
              <a:rPr lang="zh-TW" altLang="en-US" sz="2600" dirty="0"/>
              <a:t>識別字的習慣命名原則 </a:t>
            </a:r>
          </a:p>
          <a:p>
            <a:endParaRPr lang="zh-TW" altLang="en-US" sz="2600" dirty="0"/>
          </a:p>
        </p:txBody>
      </p:sp>
      <p:sp>
        <p:nvSpPr>
          <p:cNvPr id="686084" name="AutoShape 4">
            <a:extLst>
              <a:ext uri="{FF2B5EF4-FFF2-40B4-BE49-F238E27FC236}">
                <a16:creationId xmlns:a16="http://schemas.microsoft.com/office/drawing/2014/main" id="{96BD1C0C-E86D-9969-303E-F9E3CD2C7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2.3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識別字及關鍵字</a:t>
            </a:r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DEEC23E-0ACD-4854-979B-EBAE8A152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4208905"/>
            <a:ext cx="4943406" cy="24990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B7911D1B-5AB8-29FB-2E8E-DEA95DDD8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FBC0F-86AE-4988-92EC-56509C3A0CA6}" type="slidenum">
              <a:rPr lang="en-US" altLang="zh-TW"/>
              <a:pPr/>
              <a:t>11</a:t>
            </a:fld>
            <a:endParaRPr lang="en-US" altLang="zh-TW"/>
          </a:p>
        </p:txBody>
      </p:sp>
      <p:sp>
        <p:nvSpPr>
          <p:cNvPr id="690178" name="Rectangle 2">
            <a:extLst>
              <a:ext uri="{FF2B5EF4-FFF2-40B4-BE49-F238E27FC236}">
                <a16:creationId xmlns:a16="http://schemas.microsoft.com/office/drawing/2014/main" id="{C1B175A8-0AE7-E73C-EF47-F049DAC58F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關鍵字 </a:t>
            </a:r>
          </a:p>
        </p:txBody>
      </p:sp>
      <p:sp>
        <p:nvSpPr>
          <p:cNvPr id="690179" name="Rectangle 3">
            <a:extLst>
              <a:ext uri="{FF2B5EF4-FFF2-40B4-BE49-F238E27FC236}">
                <a16:creationId xmlns:a16="http://schemas.microsoft.com/office/drawing/2014/main" id="{D46D1C2A-761C-7B0A-0E57-F8F4D70D13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 dirty="0"/>
              <a:t>關鍵字（</a:t>
            </a:r>
            <a:r>
              <a:rPr lang="en-US" altLang="zh-TW" sz="2600" dirty="0"/>
              <a:t>keyword</a:t>
            </a:r>
            <a:r>
              <a:rPr lang="zh-TW" altLang="en-US" sz="2600" dirty="0"/>
              <a:t>）是編譯程式本身所使用的識別字</a:t>
            </a:r>
          </a:p>
          <a:p>
            <a:r>
              <a:rPr lang="zh-TW" altLang="en-US" sz="2600" dirty="0"/>
              <a:t> </a:t>
            </a:r>
            <a:r>
              <a:rPr lang="en-US" altLang="zh-TW" sz="2600" dirty="0"/>
              <a:t>C++</a:t>
            </a:r>
            <a:r>
              <a:rPr lang="zh-TW" altLang="en-US" sz="2600" dirty="0"/>
              <a:t>使用的關鍵字：</a:t>
            </a:r>
          </a:p>
        </p:txBody>
      </p:sp>
      <p:sp>
        <p:nvSpPr>
          <p:cNvPr id="690181" name="AutoShape 5">
            <a:extLst>
              <a:ext uri="{FF2B5EF4-FFF2-40B4-BE49-F238E27FC236}">
                <a16:creationId xmlns:a16="http://schemas.microsoft.com/office/drawing/2014/main" id="{04AFB2FC-EB96-16E4-CCAE-7FC504EFD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2.3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識別字及關鍵字</a:t>
            </a:r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57B2C0B-B958-4D84-8356-50B9FEFFF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3140491"/>
            <a:ext cx="5140148" cy="34461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9A1958FD-B549-8A45-BACD-3367A730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3ECB1-57E6-41A6-9437-BBDCE5315B3C}" type="slidenum">
              <a:rPr lang="en-US" altLang="zh-TW"/>
              <a:pPr/>
              <a:t>12</a:t>
            </a:fld>
            <a:endParaRPr lang="en-US" altLang="zh-TW"/>
          </a:p>
        </p:txBody>
      </p:sp>
      <p:sp>
        <p:nvSpPr>
          <p:cNvPr id="688130" name="Rectangle 2">
            <a:extLst>
              <a:ext uri="{FF2B5EF4-FFF2-40B4-BE49-F238E27FC236}">
                <a16:creationId xmlns:a16="http://schemas.microsoft.com/office/drawing/2014/main" id="{25EC6556-A50B-0BA4-B047-DF35F941C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語法錯誤 </a:t>
            </a:r>
          </a:p>
        </p:txBody>
      </p:sp>
      <p:sp>
        <p:nvSpPr>
          <p:cNvPr id="688131" name="Rectangle 3">
            <a:extLst>
              <a:ext uri="{FF2B5EF4-FFF2-40B4-BE49-F238E27FC236}">
                <a16:creationId xmlns:a16="http://schemas.microsoft.com/office/drawing/2014/main" id="{1E0EB052-6B3E-5A99-8E8F-30FDC70A03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 dirty="0"/>
              <a:t>下面是有語法錯誤的程式 </a:t>
            </a:r>
          </a:p>
        </p:txBody>
      </p:sp>
      <p:sp>
        <p:nvSpPr>
          <p:cNvPr id="688132" name="AutoShape 4">
            <a:extLst>
              <a:ext uri="{FF2B5EF4-FFF2-40B4-BE49-F238E27FC236}">
                <a16:creationId xmlns:a16="http://schemas.microsoft.com/office/drawing/2014/main" id="{29514FC9-63D6-E804-E356-677878A8F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260350"/>
            <a:ext cx="1295400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2.4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偵錯</a:t>
            </a:r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9BE3249-BB51-9E3C-97B1-EF6CB78DC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556" y="2409245"/>
            <a:ext cx="5863232" cy="247885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B08618B-8A13-4D03-BA49-DD12364F6D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5227662"/>
            <a:ext cx="5407649" cy="115583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D25097D-F9B1-5DDF-7FD2-829169606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1608" y="5123886"/>
            <a:ext cx="2923385" cy="908396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4885DD4C-EA27-4015-AEF5-079A664CC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6371" y="1952836"/>
            <a:ext cx="2271434" cy="1692188"/>
          </a:xfrm>
          <a:prstGeom prst="rect">
            <a:avLst/>
          </a:prstGeom>
          <a:solidFill>
            <a:srgbClr val="FFFFCC"/>
          </a:solidFill>
          <a:ln w="9525">
            <a:solidFill>
              <a:srgbClr val="FF33CC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600" dirty="0"/>
              <a:t>錯誤分為</a:t>
            </a:r>
          </a:p>
          <a:p>
            <a:pPr lvl="1"/>
            <a:r>
              <a:rPr lang="zh-TW" altLang="en-US" sz="2200" dirty="0"/>
              <a:t>語法錯誤</a:t>
            </a:r>
          </a:p>
          <a:p>
            <a:pPr lvl="1"/>
            <a:r>
              <a:rPr lang="zh-TW" altLang="en-US" sz="2200" dirty="0"/>
              <a:t>語意錯誤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B72BE772-F09F-5658-CB8B-77F48F02B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38E78-7AA1-479D-8805-A90F1C519034}" type="slidenum">
              <a:rPr lang="en-US" altLang="zh-TW"/>
              <a:pPr/>
              <a:t>13</a:t>
            </a:fld>
            <a:endParaRPr lang="en-US" altLang="zh-TW"/>
          </a:p>
        </p:txBody>
      </p:sp>
      <p:sp>
        <p:nvSpPr>
          <p:cNvPr id="693250" name="Rectangle 2">
            <a:extLst>
              <a:ext uri="{FF2B5EF4-FFF2-40B4-BE49-F238E27FC236}">
                <a16:creationId xmlns:a16="http://schemas.microsoft.com/office/drawing/2014/main" id="{0C2C1962-CF4A-91C7-D16E-F51CD6E185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語意錯誤 </a:t>
            </a:r>
          </a:p>
        </p:txBody>
      </p:sp>
      <p:sp>
        <p:nvSpPr>
          <p:cNvPr id="693251" name="Rectangle 3">
            <a:extLst>
              <a:ext uri="{FF2B5EF4-FFF2-40B4-BE49-F238E27FC236}">
                <a16:creationId xmlns:a16="http://schemas.microsoft.com/office/drawing/2014/main" id="{5CA3A334-3E08-CC3C-E6AF-752FA618DC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/>
              <a:t>執行結果不符合要求，可能犯了語意錯誤</a:t>
            </a:r>
            <a:r>
              <a:rPr lang="zh-TW" altLang="en-US"/>
              <a:t> 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85C7152-7007-FD03-BAB1-1381E26FD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471300"/>
            <a:ext cx="6444208" cy="4226660"/>
          </a:xfrm>
          <a:prstGeom prst="rect">
            <a:avLst/>
          </a:prstGeom>
        </p:spPr>
      </p:pic>
      <p:sp>
        <p:nvSpPr>
          <p:cNvPr id="7" name="AutoShape 4">
            <a:extLst>
              <a:ext uri="{FF2B5EF4-FFF2-40B4-BE49-F238E27FC236}">
                <a16:creationId xmlns:a16="http://schemas.microsoft.com/office/drawing/2014/main" id="{892BB109-0C07-B908-C19C-EF5914B46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260350"/>
            <a:ext cx="1295400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2.4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偵錯</a:t>
            </a:r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44EDBC04-BA66-1D18-B992-143D8C56F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1F931-8046-440A-91E2-897E08C6E496}" type="slidenum">
              <a:rPr lang="en-US" altLang="zh-TW"/>
              <a:pPr/>
              <a:t>14</a:t>
            </a:fld>
            <a:endParaRPr lang="en-US" altLang="zh-TW"/>
          </a:p>
        </p:txBody>
      </p:sp>
      <p:sp>
        <p:nvSpPr>
          <p:cNvPr id="694274" name="Rectangle 2">
            <a:extLst>
              <a:ext uri="{FF2B5EF4-FFF2-40B4-BE49-F238E27FC236}">
                <a16:creationId xmlns:a16="http://schemas.microsoft.com/office/drawing/2014/main" id="{1F69B44A-858F-6163-638C-AB21829C17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994299"/>
          </a:xfrm>
        </p:spPr>
        <p:txBody>
          <a:bodyPr/>
          <a:lstStyle/>
          <a:p>
            <a:r>
              <a:rPr lang="zh-TW" altLang="en-US" dirty="0"/>
              <a:t>將程式碼縮排 </a:t>
            </a:r>
            <a:endParaRPr lang="en-US" altLang="zh-TW" dirty="0"/>
          </a:p>
        </p:txBody>
      </p:sp>
      <p:sp>
        <p:nvSpPr>
          <p:cNvPr id="694275" name="Rectangle 3">
            <a:extLst>
              <a:ext uri="{FF2B5EF4-FFF2-40B4-BE49-F238E27FC236}">
                <a16:creationId xmlns:a16="http://schemas.microsoft.com/office/drawing/2014/main" id="{CEDA7E07-5FF3-E18A-940B-3C9E8D8C46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7158" y="1297092"/>
            <a:ext cx="5014900" cy="701625"/>
          </a:xfrm>
        </p:spPr>
        <p:txBody>
          <a:bodyPr/>
          <a:lstStyle/>
          <a:p>
            <a:r>
              <a:rPr lang="zh-TW" altLang="en-US" sz="2600" dirty="0"/>
              <a:t>有縮排的程式碼可提高可讀性 </a:t>
            </a:r>
          </a:p>
        </p:txBody>
      </p:sp>
      <p:sp>
        <p:nvSpPr>
          <p:cNvPr id="694277" name="AutoShape 5">
            <a:extLst>
              <a:ext uri="{FF2B5EF4-FFF2-40B4-BE49-F238E27FC236}">
                <a16:creationId xmlns:a16="http://schemas.microsoft.com/office/drawing/2014/main" id="{0C12C52F-271C-1583-27EF-EF14D225D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260350"/>
            <a:ext cx="244792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2.5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提高程式的可讀性</a:t>
            </a:r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269CADA-B80B-A693-284A-75C5A5007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69" y="1847165"/>
            <a:ext cx="4526018" cy="234026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E7F03F4-2FEB-4C07-ACD5-D0D617B0C8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680" y="4393076"/>
            <a:ext cx="3889994" cy="2355713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7E669DA1-0457-425A-BCB9-0175D07A2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98" y="5290501"/>
            <a:ext cx="3991232" cy="957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600" dirty="0"/>
              <a:t>因為撰寫風格的關係，閱讀起來較為困難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6F490083-163C-DEB5-A02A-5603E0485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9719A-8398-44B4-B0FA-09B0C5853AF4}" type="slidenum">
              <a:rPr lang="en-US" altLang="zh-TW"/>
              <a:pPr/>
              <a:t>15</a:t>
            </a:fld>
            <a:endParaRPr lang="en-US" altLang="zh-TW"/>
          </a:p>
        </p:txBody>
      </p:sp>
      <p:sp>
        <p:nvSpPr>
          <p:cNvPr id="696322" name="Rectangle 2">
            <a:extLst>
              <a:ext uri="{FF2B5EF4-FFF2-40B4-BE49-F238E27FC236}">
                <a16:creationId xmlns:a16="http://schemas.microsoft.com/office/drawing/2014/main" id="{DFBD6D87-7A56-980A-61F4-03193FD3FC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註解</a:t>
            </a:r>
          </a:p>
        </p:txBody>
      </p:sp>
      <p:sp>
        <p:nvSpPr>
          <p:cNvPr id="696323" name="Rectangle 3">
            <a:extLst>
              <a:ext uri="{FF2B5EF4-FFF2-40B4-BE49-F238E27FC236}">
                <a16:creationId xmlns:a16="http://schemas.microsoft.com/office/drawing/2014/main" id="{1C5A28F5-FB0A-22DB-8262-F4B2A023F9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/>
              <a:t>註解有助於程式的閱讀與偵錯。</a:t>
            </a:r>
          </a:p>
          <a:p>
            <a:r>
              <a:rPr lang="zh-TW" altLang="en-US" sz="2600"/>
              <a:t> 以「</a:t>
            </a:r>
            <a:r>
              <a:rPr lang="en-US" altLang="zh-TW" sz="2600"/>
              <a:t>/*</a:t>
            </a:r>
            <a:r>
              <a:rPr lang="zh-TW" altLang="en-US" sz="2600"/>
              <a:t>」開始，「*</a:t>
            </a:r>
            <a:r>
              <a:rPr lang="en-US" altLang="zh-TW" sz="2600"/>
              <a:t>/</a:t>
            </a:r>
            <a:r>
              <a:rPr lang="zh-TW" altLang="en-US" sz="2600"/>
              <a:t>」結尾，將欲註解的文字括起來 </a:t>
            </a:r>
          </a:p>
        </p:txBody>
      </p:sp>
      <p:sp>
        <p:nvSpPr>
          <p:cNvPr id="696325" name="AutoShape 5">
            <a:extLst>
              <a:ext uri="{FF2B5EF4-FFF2-40B4-BE49-F238E27FC236}">
                <a16:creationId xmlns:a16="http://schemas.microsoft.com/office/drawing/2014/main" id="{FAA489C6-8BF2-A48A-1C04-109B104BC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260350"/>
            <a:ext cx="244792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2.5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提高程式的可讀性</a:t>
            </a:r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F5BAF25-C62E-40F2-B550-664515FB2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922" y="3039074"/>
            <a:ext cx="6804756" cy="1367194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9E4D6C50-DE87-4C93-B645-C82547857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500" y="4707893"/>
            <a:ext cx="8229600" cy="1889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600"/>
              <a:t>在程式碼起始處加入一段說明文字</a:t>
            </a:r>
          </a:p>
          <a:p>
            <a:r>
              <a:rPr lang="zh-TW" altLang="en-US" sz="2600"/>
              <a:t>將變數、函數、類別或是程式碼的作用寫出</a:t>
            </a:r>
          </a:p>
          <a:p>
            <a:r>
              <a:rPr lang="zh-TW" altLang="en-US" sz="2600"/>
              <a:t>在除錯的過程中，避免重複輸入，浪費時間 </a:t>
            </a:r>
            <a:endParaRPr lang="zh-TW" altLang="en-US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3">
            <a:extLst>
              <a:ext uri="{FF2B5EF4-FFF2-40B4-BE49-F238E27FC236}">
                <a16:creationId xmlns:a16="http://schemas.microsoft.com/office/drawing/2014/main" id="{9FB5D7BB-DCDD-5BFA-CC28-9690B3E2D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9866F-B878-4B24-8380-3F233A1B5A77}" type="slidenum">
              <a:rPr lang="en-US" altLang="zh-TW"/>
              <a:pPr/>
              <a:t>16</a:t>
            </a:fld>
            <a:endParaRPr lang="en-US" altLang="zh-TW"/>
          </a:p>
        </p:txBody>
      </p:sp>
      <p:sp>
        <p:nvSpPr>
          <p:cNvPr id="387076" name="WordArt 4">
            <a:extLst>
              <a:ext uri="{FF2B5EF4-FFF2-40B4-BE49-F238E27FC236}">
                <a16:creationId xmlns:a16="http://schemas.microsoft.com/office/drawing/2014/main" id="{C9703017-A581-890E-BB32-4BA37C02395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79613" y="2924175"/>
            <a:ext cx="4321175" cy="10810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Font typeface="Wingdings" panose="05000000000000000000" pitchFamily="2" charset="2"/>
              <a:buNone/>
            </a:pPr>
            <a:r>
              <a:rPr lang="en-US" altLang="zh-TW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Comic Sans MS" panose="030F0702030302020204" pitchFamily="66" charset="0"/>
              </a:rPr>
              <a:t>-The End-</a:t>
            </a:r>
            <a:endParaRPr lang="zh-TW" altLang="en-US" sz="3600" kern="1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default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default">
      <a:majorFont>
        <a:latin typeface="Times New Roman"/>
        <a:ea typeface="華康細圓體"/>
        <a:cs typeface=""/>
      </a:majorFont>
      <a:minorFont>
        <a:latin typeface="Times New Roman"/>
        <a:ea typeface="華康細圓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4056</TotalTime>
  <Words>693</Words>
  <Application>Microsoft Office PowerPoint</Application>
  <PresentationFormat>如螢幕大小 (4:3)</PresentationFormat>
  <Paragraphs>109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1" baseType="lpstr">
      <vt:lpstr>Times New Roman</vt:lpstr>
      <vt:lpstr>Comic Sans MS</vt:lpstr>
      <vt:lpstr>Wingdings</vt:lpstr>
      <vt:lpstr>Arial</vt:lpstr>
      <vt:lpstr>default</vt:lpstr>
      <vt:lpstr>第二章 簡單的C++</vt:lpstr>
      <vt:lpstr>簡單的C++程式</vt:lpstr>
      <vt:lpstr>關於ISO C++的標準 </vt:lpstr>
      <vt:lpstr>#include指令及標頭檔 </vt:lpstr>
      <vt:lpstr>主函數、大括號、區塊與主體</vt:lpstr>
      <vt:lpstr>變數</vt:lpstr>
      <vt:lpstr>變數的設值 </vt:lpstr>
      <vt:lpstr>cout與插入運算子&lt;&lt; </vt:lpstr>
      <vt:lpstr>換行輸出的範例 </vt:lpstr>
      <vt:lpstr>識別字</vt:lpstr>
      <vt:lpstr>關鍵字 </vt:lpstr>
      <vt:lpstr>語法錯誤 </vt:lpstr>
      <vt:lpstr>語意錯誤 </vt:lpstr>
      <vt:lpstr>將程式碼縮排 </vt:lpstr>
      <vt:lpstr>註解</vt:lpstr>
      <vt:lpstr>PowerPoint 簡報</vt:lpstr>
    </vt:vector>
  </TitlesOfParts>
  <Company>My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認識C語言</dc:title>
  <dc:creator>Customer</dc:creator>
  <cp:lastModifiedBy>Eclair Chen</cp:lastModifiedBy>
  <cp:revision>163</cp:revision>
  <cp:lastPrinted>1601-01-01T00:00:00Z</cp:lastPrinted>
  <dcterms:created xsi:type="dcterms:W3CDTF">2007-03-13T09:49:44Z</dcterms:created>
  <dcterms:modified xsi:type="dcterms:W3CDTF">2024-10-29T16:12:31Z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3</vt:i4>
  </property>
</Properties>
</file>