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  <p:sldMasterId id="2147483706" r:id="rId2"/>
  </p:sldMasterIdLst>
  <p:notesMasterIdLst>
    <p:notesMasterId r:id="rId41"/>
  </p:notesMasterIdLst>
  <p:handoutMasterIdLst>
    <p:handoutMasterId r:id="rId42"/>
  </p:handoutMasterIdLst>
  <p:sldIdLst>
    <p:sldId id="256" r:id="rId3"/>
    <p:sldId id="304" r:id="rId4"/>
    <p:sldId id="308" r:id="rId5"/>
    <p:sldId id="310" r:id="rId6"/>
    <p:sldId id="312" r:id="rId7"/>
    <p:sldId id="343" r:id="rId8"/>
    <p:sldId id="345" r:id="rId9"/>
    <p:sldId id="347" r:id="rId10"/>
    <p:sldId id="348" r:id="rId11"/>
    <p:sldId id="351" r:id="rId12"/>
    <p:sldId id="353" r:id="rId13"/>
    <p:sldId id="355" r:id="rId14"/>
    <p:sldId id="398" r:id="rId15"/>
    <p:sldId id="399" r:id="rId16"/>
    <p:sldId id="401" r:id="rId17"/>
    <p:sldId id="402" r:id="rId18"/>
    <p:sldId id="403" r:id="rId19"/>
    <p:sldId id="404" r:id="rId20"/>
    <p:sldId id="406" r:id="rId21"/>
    <p:sldId id="407" r:id="rId22"/>
    <p:sldId id="409" r:id="rId23"/>
    <p:sldId id="410" r:id="rId24"/>
    <p:sldId id="411" r:id="rId25"/>
    <p:sldId id="412" r:id="rId26"/>
    <p:sldId id="413" r:id="rId27"/>
    <p:sldId id="414" r:id="rId28"/>
    <p:sldId id="415" r:id="rId29"/>
    <p:sldId id="416" r:id="rId30"/>
    <p:sldId id="417" r:id="rId31"/>
    <p:sldId id="418" r:id="rId32"/>
    <p:sldId id="419" r:id="rId33"/>
    <p:sldId id="420" r:id="rId34"/>
    <p:sldId id="421" r:id="rId35"/>
    <p:sldId id="423" r:id="rId36"/>
    <p:sldId id="424" r:id="rId37"/>
    <p:sldId id="372" r:id="rId38"/>
    <p:sldId id="373" r:id="rId39"/>
    <p:sldId id="272" r:id="rId40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43"/>
      <p:bold r:id="rId44"/>
      <p:italic r:id="rId45"/>
      <p:boldItalic r:id="rId46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CCFFFF"/>
    <a:srgbClr val="CC0000"/>
    <a:srgbClr val="333399"/>
    <a:srgbClr val="FFFFCC"/>
    <a:srgbClr val="FFCCFF"/>
    <a:srgbClr val="99CCFF"/>
    <a:srgbClr val="CCFF99"/>
    <a:srgbClr val="FFCC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98" autoAdjust="0"/>
    <p:restoredTop sz="94660" autoAdjust="0"/>
  </p:normalViewPr>
  <p:slideViewPr>
    <p:cSldViewPr>
      <p:cViewPr varScale="1">
        <p:scale>
          <a:sx n="69" d="100"/>
          <a:sy n="69" d="100"/>
        </p:scale>
        <p:origin x="77" y="326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FA45CD5F-A294-40CD-9C50-DA27CA9EE428}"/>
    <pc:docChg chg="undo custSel delSld modSld sldOrd">
      <pc:chgData name="Eclair Chen" userId="bee3a08289d85a0e" providerId="LiveId" clId="{FA45CD5F-A294-40CD-9C50-DA27CA9EE428}" dt="2024-06-16T14:33:10.870" v="217" actId="6549"/>
      <pc:docMkLst>
        <pc:docMk/>
      </pc:docMkLst>
      <pc:sldChg chg="modSp mod ord">
        <pc:chgData name="Eclair Chen" userId="bee3a08289d85a0e" providerId="LiveId" clId="{FA45CD5F-A294-40CD-9C50-DA27CA9EE428}" dt="2024-06-16T14:33:10.870" v="217" actId="6549"/>
        <pc:sldMkLst>
          <pc:docMk/>
          <pc:sldMk cId="0" sldId="307"/>
        </pc:sldMkLst>
        <pc:spChg chg="mod">
          <ac:chgData name="Eclair Chen" userId="bee3a08289d85a0e" providerId="LiveId" clId="{FA45CD5F-A294-40CD-9C50-DA27CA9EE428}" dt="2024-06-16T14:33:10.870" v="217" actId="6549"/>
          <ac:spMkLst>
            <pc:docMk/>
            <pc:sldMk cId="0" sldId="307"/>
            <ac:spMk id="581651" creationId="{00000000-0000-0000-0000-000000000000}"/>
          </ac:spMkLst>
        </pc:spChg>
      </pc:sldChg>
      <pc:sldChg chg="delSp modSp del mod">
        <pc:chgData name="Eclair Chen" userId="bee3a08289d85a0e" providerId="LiveId" clId="{FA45CD5F-A294-40CD-9C50-DA27CA9EE428}" dt="2024-06-16T14:01:08.483" v="22" actId="2696"/>
        <pc:sldMkLst>
          <pc:docMk/>
          <pc:sldMk cId="0" sldId="309"/>
        </pc:sldMkLst>
        <pc:spChg chg="mod">
          <ac:chgData name="Eclair Chen" userId="bee3a08289d85a0e" providerId="LiveId" clId="{FA45CD5F-A294-40CD-9C50-DA27CA9EE428}" dt="2024-06-16T14:00:19.581" v="17" actId="14100"/>
          <ac:spMkLst>
            <pc:docMk/>
            <pc:sldMk cId="0" sldId="309"/>
            <ac:spMk id="583685" creationId="{00000000-0000-0000-0000-000000000000}"/>
          </ac:spMkLst>
        </pc:spChg>
        <pc:picChg chg="del">
          <ac:chgData name="Eclair Chen" userId="bee3a08289d85a0e" providerId="LiveId" clId="{FA45CD5F-A294-40CD-9C50-DA27CA9EE428}" dt="2024-06-16T13:57:56.968" v="12" actId="478"/>
          <ac:picMkLst>
            <pc:docMk/>
            <pc:sldMk cId="0" sldId="309"/>
            <ac:picMk id="2" creationId="{00000000-0000-0000-0000-000000000000}"/>
          </ac:picMkLst>
        </pc:picChg>
      </pc:sldChg>
      <pc:sldChg chg="addSp modSp mod">
        <pc:chgData name="Eclair Chen" userId="bee3a08289d85a0e" providerId="LiveId" clId="{FA45CD5F-A294-40CD-9C50-DA27CA9EE428}" dt="2024-06-16T14:01:24.211" v="29" actId="1076"/>
        <pc:sldMkLst>
          <pc:docMk/>
          <pc:sldMk cId="0" sldId="310"/>
        </pc:sldMkLst>
        <pc:spChg chg="add mod">
          <ac:chgData name="Eclair Chen" userId="bee3a08289d85a0e" providerId="LiveId" clId="{FA45CD5F-A294-40CD-9C50-DA27CA9EE428}" dt="2024-06-16T14:00:36.445" v="19" actId="1076"/>
          <ac:spMkLst>
            <pc:docMk/>
            <pc:sldMk cId="0" sldId="310"/>
            <ac:spMk id="12" creationId="{4E8815C8-415D-4AF9-84C2-B0A0EB4CFF78}"/>
          </ac:spMkLst>
        </pc:spChg>
        <pc:spChg chg="mod">
          <ac:chgData name="Eclair Chen" userId="bee3a08289d85a0e" providerId="LiveId" clId="{FA45CD5F-A294-40CD-9C50-DA27CA9EE428}" dt="2024-06-16T14:01:11.957" v="28" actId="6549"/>
          <ac:spMkLst>
            <pc:docMk/>
            <pc:sldMk cId="0" sldId="310"/>
            <ac:spMk id="584708" creationId="{00000000-0000-0000-0000-000000000000}"/>
          </ac:spMkLst>
        </pc:spChg>
        <pc:spChg chg="mod">
          <ac:chgData name="Eclair Chen" userId="bee3a08289d85a0e" providerId="LiveId" clId="{FA45CD5F-A294-40CD-9C50-DA27CA9EE428}" dt="2024-06-16T14:00:45.956" v="20" actId="1076"/>
          <ac:spMkLst>
            <pc:docMk/>
            <pc:sldMk cId="0" sldId="310"/>
            <ac:spMk id="584716" creationId="{00000000-0000-0000-0000-000000000000}"/>
          </ac:spMkLst>
        </pc:spChg>
        <pc:picChg chg="add mod modCrop">
          <ac:chgData name="Eclair Chen" userId="bee3a08289d85a0e" providerId="LiveId" clId="{FA45CD5F-A294-40CD-9C50-DA27CA9EE428}" dt="2024-06-16T14:01:24.211" v="29" actId="1076"/>
          <ac:picMkLst>
            <pc:docMk/>
            <pc:sldMk cId="0" sldId="310"/>
            <ac:picMk id="10" creationId="{2120186C-C792-4E38-B073-A8CB787F47FC}"/>
          </ac:picMkLst>
        </pc:picChg>
        <pc:picChg chg="add mod">
          <ac:chgData name="Eclair Chen" userId="bee3a08289d85a0e" providerId="LiveId" clId="{FA45CD5F-A294-40CD-9C50-DA27CA9EE428}" dt="2024-06-16T14:01:00.205" v="21" actId="1076"/>
          <ac:picMkLst>
            <pc:docMk/>
            <pc:sldMk cId="0" sldId="310"/>
            <ac:picMk id="11" creationId="{7E633568-FD14-41DE-B1E4-E3ED1AB886FB}"/>
          </ac:picMkLst>
        </pc:picChg>
        <pc:picChg chg="mod">
          <ac:chgData name="Eclair Chen" userId="bee3a08289d85a0e" providerId="LiveId" clId="{FA45CD5F-A294-40CD-9C50-DA27CA9EE428}" dt="2024-06-16T14:00:45.956" v="20" actId="1076"/>
          <ac:picMkLst>
            <pc:docMk/>
            <pc:sldMk cId="0" sldId="310"/>
            <ac:picMk id="584726" creationId="{00000000-0000-0000-0000-000000000000}"/>
          </ac:picMkLst>
        </pc:picChg>
        <pc:picChg chg="mod">
          <ac:chgData name="Eclair Chen" userId="bee3a08289d85a0e" providerId="LiveId" clId="{FA45CD5F-A294-40CD-9C50-DA27CA9EE428}" dt="2024-06-16T14:00:45.956" v="20" actId="1076"/>
          <ac:picMkLst>
            <pc:docMk/>
            <pc:sldMk cId="0" sldId="310"/>
            <ac:picMk id="584728" creationId="{00000000-0000-0000-0000-000000000000}"/>
          </ac:picMkLst>
        </pc:picChg>
        <pc:picChg chg="mod">
          <ac:chgData name="Eclair Chen" userId="bee3a08289d85a0e" providerId="LiveId" clId="{FA45CD5F-A294-40CD-9C50-DA27CA9EE428}" dt="2024-06-16T14:00:45.956" v="20" actId="1076"/>
          <ac:picMkLst>
            <pc:docMk/>
            <pc:sldMk cId="0" sldId="310"/>
            <ac:picMk id="584729" creationId="{00000000-0000-0000-0000-000000000000}"/>
          </ac:picMkLst>
        </pc:picChg>
      </pc:sldChg>
      <pc:sldChg chg="del">
        <pc:chgData name="Eclair Chen" userId="bee3a08289d85a0e" providerId="LiveId" clId="{FA45CD5F-A294-40CD-9C50-DA27CA9EE428}" dt="2024-06-16T14:04:38.155" v="93" actId="2696"/>
        <pc:sldMkLst>
          <pc:docMk/>
          <pc:sldMk cId="0" sldId="311"/>
        </pc:sldMkLst>
      </pc:sldChg>
      <pc:sldChg chg="addSp modSp mod">
        <pc:chgData name="Eclair Chen" userId="bee3a08289d85a0e" providerId="LiveId" clId="{FA45CD5F-A294-40CD-9C50-DA27CA9EE428}" dt="2024-06-16T14:08:04.336" v="152" actId="20577"/>
        <pc:sldMkLst>
          <pc:docMk/>
          <pc:sldMk cId="0" sldId="312"/>
        </pc:sldMkLst>
        <pc:spChg chg="add mod">
          <ac:chgData name="Eclair Chen" userId="bee3a08289d85a0e" providerId="LiveId" clId="{FA45CD5F-A294-40CD-9C50-DA27CA9EE428}" dt="2024-06-16T14:05:50.596" v="147" actId="1076"/>
          <ac:spMkLst>
            <pc:docMk/>
            <pc:sldMk cId="0" sldId="312"/>
            <ac:spMk id="8" creationId="{41ED290B-B09A-45D3-98B9-8490DA96AFCC}"/>
          </ac:spMkLst>
        </pc:spChg>
        <pc:spChg chg="mod">
          <ac:chgData name="Eclair Chen" userId="bee3a08289d85a0e" providerId="LiveId" clId="{FA45CD5F-A294-40CD-9C50-DA27CA9EE428}" dt="2024-06-16T14:08:04.336" v="152" actId="20577"/>
          <ac:spMkLst>
            <pc:docMk/>
            <pc:sldMk cId="0" sldId="312"/>
            <ac:spMk id="586756" creationId="{00000000-0000-0000-0000-000000000000}"/>
          </ac:spMkLst>
        </pc:spChg>
        <pc:spChg chg="mod">
          <ac:chgData name="Eclair Chen" userId="bee3a08289d85a0e" providerId="LiveId" clId="{FA45CD5F-A294-40CD-9C50-DA27CA9EE428}" dt="2024-06-16T14:04:26.233" v="91" actId="1076"/>
          <ac:spMkLst>
            <pc:docMk/>
            <pc:sldMk cId="0" sldId="312"/>
            <ac:spMk id="586778" creationId="{00000000-0000-0000-0000-000000000000}"/>
          </ac:spMkLst>
        </pc:spChg>
        <pc:picChg chg="add mod">
          <ac:chgData name="Eclair Chen" userId="bee3a08289d85a0e" providerId="LiveId" clId="{FA45CD5F-A294-40CD-9C50-DA27CA9EE428}" dt="2024-06-16T14:04:30.250" v="92" actId="1076"/>
          <ac:picMkLst>
            <pc:docMk/>
            <pc:sldMk cId="0" sldId="312"/>
            <ac:picMk id="9" creationId="{CD697667-CFA0-41B6-AAD3-8BD084D13697}"/>
          </ac:picMkLst>
        </pc:picChg>
        <pc:picChg chg="mod">
          <ac:chgData name="Eclair Chen" userId="bee3a08289d85a0e" providerId="LiveId" clId="{FA45CD5F-A294-40CD-9C50-DA27CA9EE428}" dt="2024-06-16T14:04:23.426" v="90" actId="1076"/>
          <ac:picMkLst>
            <pc:docMk/>
            <pc:sldMk cId="0" sldId="312"/>
            <ac:picMk id="586790" creationId="{00000000-0000-0000-0000-000000000000}"/>
          </ac:picMkLst>
        </pc:picChg>
      </pc:sldChg>
      <pc:sldChg chg="modSp mod">
        <pc:chgData name="Eclair Chen" userId="bee3a08289d85a0e" providerId="LiveId" clId="{FA45CD5F-A294-40CD-9C50-DA27CA9EE428}" dt="2024-06-16T14:09:17.715" v="155" actId="20577"/>
        <pc:sldMkLst>
          <pc:docMk/>
          <pc:sldMk cId="0" sldId="343"/>
        </pc:sldMkLst>
        <pc:spChg chg="mod">
          <ac:chgData name="Eclair Chen" userId="bee3a08289d85a0e" providerId="LiveId" clId="{FA45CD5F-A294-40CD-9C50-DA27CA9EE428}" dt="2024-06-16T14:09:14.845" v="154" actId="20577"/>
          <ac:spMkLst>
            <pc:docMk/>
            <pc:sldMk cId="0" sldId="343"/>
            <ac:spMk id="10" creationId="{00000000-0000-0000-0000-000000000000}"/>
          </ac:spMkLst>
        </pc:spChg>
        <pc:spChg chg="mod">
          <ac:chgData name="Eclair Chen" userId="bee3a08289d85a0e" providerId="LiveId" clId="{FA45CD5F-A294-40CD-9C50-DA27CA9EE428}" dt="2024-06-16T14:09:17.715" v="155" actId="20577"/>
          <ac:spMkLst>
            <pc:docMk/>
            <pc:sldMk cId="0" sldId="343"/>
            <ac:spMk id="11" creationId="{00000000-0000-0000-0000-000000000000}"/>
          </ac:spMkLst>
        </pc:spChg>
        <pc:spChg chg="mod">
          <ac:chgData name="Eclair Chen" userId="bee3a08289d85a0e" providerId="LiveId" clId="{FA45CD5F-A294-40CD-9C50-DA27CA9EE428}" dt="2024-06-16T14:08:19.535" v="153"/>
          <ac:spMkLst>
            <pc:docMk/>
            <pc:sldMk cId="0" sldId="343"/>
            <ac:spMk id="680962" creationId="{00000000-0000-0000-0000-000000000000}"/>
          </ac:spMkLst>
        </pc:spChg>
      </pc:sldChg>
      <pc:sldChg chg="addSp delSp modSp mod">
        <pc:chgData name="Eclair Chen" userId="bee3a08289d85a0e" providerId="LiveId" clId="{FA45CD5F-A294-40CD-9C50-DA27CA9EE428}" dt="2024-06-16T14:11:22.015" v="159" actId="1076"/>
        <pc:sldMkLst>
          <pc:docMk/>
          <pc:sldMk cId="0" sldId="347"/>
        </pc:sldMkLst>
        <pc:picChg chg="del">
          <ac:chgData name="Eclair Chen" userId="bee3a08289d85a0e" providerId="LiveId" clId="{FA45CD5F-A294-40CD-9C50-DA27CA9EE428}" dt="2024-06-16T14:11:14.649" v="156" actId="478"/>
          <ac:picMkLst>
            <pc:docMk/>
            <pc:sldMk cId="0" sldId="347"/>
            <ac:picMk id="2" creationId="{00000000-0000-0000-0000-000000000000}"/>
          </ac:picMkLst>
        </pc:picChg>
        <pc:picChg chg="add mod">
          <ac:chgData name="Eclair Chen" userId="bee3a08289d85a0e" providerId="LiveId" clId="{FA45CD5F-A294-40CD-9C50-DA27CA9EE428}" dt="2024-06-16T14:11:22.015" v="159" actId="1076"/>
          <ac:picMkLst>
            <pc:docMk/>
            <pc:sldMk cId="0" sldId="347"/>
            <ac:picMk id="3" creationId="{DF003F49-C47C-4BBF-B7AC-0A9598CFAAF4}"/>
          </ac:picMkLst>
        </pc:picChg>
      </pc:sldChg>
      <pc:sldChg chg="addSp delSp modSp mod">
        <pc:chgData name="Eclair Chen" userId="bee3a08289d85a0e" providerId="LiveId" clId="{FA45CD5F-A294-40CD-9C50-DA27CA9EE428}" dt="2024-06-16T14:19:31.876" v="173" actId="1076"/>
        <pc:sldMkLst>
          <pc:docMk/>
          <pc:sldMk cId="0" sldId="351"/>
        </pc:sldMkLst>
        <pc:spChg chg="mod">
          <ac:chgData name="Eclair Chen" userId="bee3a08289d85a0e" providerId="LiveId" clId="{FA45CD5F-A294-40CD-9C50-DA27CA9EE428}" dt="2024-06-16T14:19:31.876" v="173" actId="1076"/>
          <ac:spMkLst>
            <pc:docMk/>
            <pc:sldMk cId="0" sldId="351"/>
            <ac:spMk id="9" creationId="{00000000-0000-0000-0000-000000000000}"/>
          </ac:spMkLst>
        </pc:spChg>
        <pc:spChg chg="mod">
          <ac:chgData name="Eclair Chen" userId="bee3a08289d85a0e" providerId="LiveId" clId="{FA45CD5F-A294-40CD-9C50-DA27CA9EE428}" dt="2024-06-16T14:19:17.669" v="170" actId="1076"/>
          <ac:spMkLst>
            <pc:docMk/>
            <pc:sldMk cId="0" sldId="351"/>
            <ac:spMk id="12" creationId="{00000000-0000-0000-0000-000000000000}"/>
          </ac:spMkLst>
        </pc:spChg>
        <pc:picChg chg="add mod ord">
          <ac:chgData name="Eclair Chen" userId="bee3a08289d85a0e" providerId="LiveId" clId="{FA45CD5F-A294-40CD-9C50-DA27CA9EE428}" dt="2024-06-16T14:18:58.136" v="165" actId="167"/>
          <ac:picMkLst>
            <pc:docMk/>
            <pc:sldMk cId="0" sldId="351"/>
            <ac:picMk id="2" creationId="{A5A56079-0A01-46BF-BCE2-6095589D98CF}"/>
          </ac:picMkLst>
        </pc:picChg>
        <pc:picChg chg="del">
          <ac:chgData name="Eclair Chen" userId="bee3a08289d85a0e" providerId="LiveId" clId="{FA45CD5F-A294-40CD-9C50-DA27CA9EE428}" dt="2024-06-16T14:19:00.392" v="166" actId="478"/>
          <ac:picMkLst>
            <pc:docMk/>
            <pc:sldMk cId="0" sldId="351"/>
            <ac:picMk id="3" creationId="{00000000-0000-0000-0000-000000000000}"/>
          </ac:picMkLst>
        </pc:picChg>
        <pc:picChg chg="mod">
          <ac:chgData name="Eclair Chen" userId="bee3a08289d85a0e" providerId="LiveId" clId="{FA45CD5F-A294-40CD-9C50-DA27CA9EE428}" dt="2024-06-16T14:19:13.395" v="169" actId="1076"/>
          <ac:picMkLst>
            <pc:docMk/>
            <pc:sldMk cId="0" sldId="351"/>
            <ac:picMk id="4" creationId="{00000000-0000-0000-0000-000000000000}"/>
          </ac:picMkLst>
        </pc:picChg>
        <pc:picChg chg="del">
          <ac:chgData name="Eclair Chen" userId="bee3a08289d85a0e" providerId="LiveId" clId="{FA45CD5F-A294-40CD-9C50-DA27CA9EE428}" dt="2024-06-16T14:18:34.879" v="160" actId="478"/>
          <ac:picMkLst>
            <pc:docMk/>
            <pc:sldMk cId="0" sldId="351"/>
            <ac:picMk id="10" creationId="{00000000-0000-0000-0000-000000000000}"/>
          </ac:picMkLst>
        </pc:picChg>
      </pc:sldChg>
      <pc:sldChg chg="modSp mod">
        <pc:chgData name="Eclair Chen" userId="bee3a08289d85a0e" providerId="LiveId" clId="{FA45CD5F-A294-40CD-9C50-DA27CA9EE428}" dt="2024-06-16T14:22:10.309" v="178" actId="1076"/>
        <pc:sldMkLst>
          <pc:docMk/>
          <pc:sldMk cId="0" sldId="353"/>
        </pc:sldMkLst>
        <pc:spChg chg="mod">
          <ac:chgData name="Eclair Chen" userId="bee3a08289d85a0e" providerId="LiveId" clId="{FA45CD5F-A294-40CD-9C50-DA27CA9EE428}" dt="2024-06-16T14:22:10.309" v="178" actId="1076"/>
          <ac:spMkLst>
            <pc:docMk/>
            <pc:sldMk cId="0" sldId="353"/>
            <ac:spMk id="16" creationId="{00000000-0000-0000-0000-000000000000}"/>
          </ac:spMkLst>
        </pc:spChg>
      </pc:sldChg>
      <pc:sldChg chg="modSp mod">
        <pc:chgData name="Eclair Chen" userId="bee3a08289d85a0e" providerId="LiveId" clId="{FA45CD5F-A294-40CD-9C50-DA27CA9EE428}" dt="2024-06-16T14:23:52.576" v="193"/>
        <pc:sldMkLst>
          <pc:docMk/>
          <pc:sldMk cId="1358441334" sldId="399"/>
        </pc:sldMkLst>
        <pc:spChg chg="mod">
          <ac:chgData name="Eclair Chen" userId="bee3a08289d85a0e" providerId="LiveId" clId="{FA45CD5F-A294-40CD-9C50-DA27CA9EE428}" dt="2024-06-16T14:23:52.576" v="193"/>
          <ac:spMkLst>
            <pc:docMk/>
            <pc:sldMk cId="1358441334" sldId="399"/>
            <ac:spMk id="696323" creationId="{350FFD5C-8A8F-4ED0-BEC7-4A707C402008}"/>
          </ac:spMkLst>
        </pc:spChg>
      </pc:sldChg>
      <pc:sldChg chg="del">
        <pc:chgData name="Eclair Chen" userId="bee3a08289d85a0e" providerId="LiveId" clId="{FA45CD5F-A294-40CD-9C50-DA27CA9EE428}" dt="2024-06-16T14:28:09.362" v="213" actId="2696"/>
        <pc:sldMkLst>
          <pc:docMk/>
          <pc:sldMk cId="4175763227" sldId="405"/>
        </pc:sldMkLst>
      </pc:sldChg>
      <pc:sldChg chg="addSp modSp mod">
        <pc:chgData name="Eclair Chen" userId="bee3a08289d85a0e" providerId="LiveId" clId="{FA45CD5F-A294-40CD-9C50-DA27CA9EE428}" dt="2024-06-16T14:28:02.033" v="212" actId="1076"/>
        <pc:sldMkLst>
          <pc:docMk/>
          <pc:sldMk cId="3007806078" sldId="406"/>
        </pc:sldMkLst>
        <pc:spChg chg="mod">
          <ac:chgData name="Eclair Chen" userId="bee3a08289d85a0e" providerId="LiveId" clId="{FA45CD5F-A294-40CD-9C50-DA27CA9EE428}" dt="2024-06-16T14:26:58.808" v="202" actId="14100"/>
          <ac:spMkLst>
            <pc:docMk/>
            <pc:sldMk cId="3007806078" sldId="406"/>
            <ac:spMk id="709634" creationId="{45863A41-9376-4612-A53A-967331C482E9}"/>
          </ac:spMkLst>
        </pc:spChg>
        <pc:spChg chg="mod">
          <ac:chgData name="Eclair Chen" userId="bee3a08289d85a0e" providerId="LiveId" clId="{FA45CD5F-A294-40CD-9C50-DA27CA9EE428}" dt="2024-06-16T14:27:06.312" v="203" actId="1076"/>
          <ac:spMkLst>
            <pc:docMk/>
            <pc:sldMk cId="3007806078" sldId="406"/>
            <ac:spMk id="709635" creationId="{CD67FEC1-16BB-4E24-A713-83D4EC10AD36}"/>
          </ac:spMkLst>
        </pc:spChg>
        <pc:picChg chg="add mod">
          <ac:chgData name="Eclair Chen" userId="bee3a08289d85a0e" providerId="LiveId" clId="{FA45CD5F-A294-40CD-9C50-DA27CA9EE428}" dt="2024-06-16T14:27:55.746" v="211" actId="1076"/>
          <ac:picMkLst>
            <pc:docMk/>
            <pc:sldMk cId="3007806078" sldId="406"/>
            <ac:picMk id="10" creationId="{63435DBA-2C5C-48EA-BE98-5F95443C3908}"/>
          </ac:picMkLst>
        </pc:picChg>
        <pc:picChg chg="mod">
          <ac:chgData name="Eclair Chen" userId="bee3a08289d85a0e" providerId="LiveId" clId="{FA45CD5F-A294-40CD-9C50-DA27CA9EE428}" dt="2024-06-16T14:28:02.033" v="212" actId="1076"/>
          <ac:picMkLst>
            <pc:docMk/>
            <pc:sldMk cId="3007806078" sldId="406"/>
            <ac:picMk id="709637" creationId="{B1D338F1-3817-44A5-BE6E-86F7423F64A0}"/>
          </ac:picMkLst>
        </pc:picChg>
        <pc:picChg chg="mod">
          <ac:chgData name="Eclair Chen" userId="bee3a08289d85a0e" providerId="LiveId" clId="{FA45CD5F-A294-40CD-9C50-DA27CA9EE428}" dt="2024-06-16T14:27:32.965" v="207" actId="1076"/>
          <ac:picMkLst>
            <pc:docMk/>
            <pc:sldMk cId="3007806078" sldId="406"/>
            <ac:picMk id="709638" creationId="{02CC22B7-0C0F-477F-9E09-3ECDC4ED607F}"/>
          </ac:picMkLst>
        </pc:picChg>
        <pc:picChg chg="mod">
          <ac:chgData name="Eclair Chen" userId="bee3a08289d85a0e" providerId="LiveId" clId="{FA45CD5F-A294-40CD-9C50-DA27CA9EE428}" dt="2024-06-16T14:27:37.327" v="208" actId="1076"/>
          <ac:picMkLst>
            <pc:docMk/>
            <pc:sldMk cId="3007806078" sldId="406"/>
            <ac:picMk id="709639" creationId="{200D5A42-F14C-4B88-B6E1-4ADF3923260D}"/>
          </ac:picMkLst>
        </pc:picChg>
      </pc:sldChg>
    </pc:docChg>
  </pc:docChgLst>
  <pc:docChgLst>
    <pc:chgData name="Eclair Chen" userId="bee3a08289d85a0e" providerId="LiveId" clId="{1C81D2A2-AC65-42D4-BC4D-010A27F66A6C}"/>
    <pc:docChg chg="undo custSel addSld delSld modSld sldOrd">
      <pc:chgData name="Eclair Chen" userId="bee3a08289d85a0e" providerId="LiveId" clId="{1C81D2A2-AC65-42D4-BC4D-010A27F66A6C}" dt="2024-11-27T06:54:49.663" v="434" actId="2696"/>
      <pc:docMkLst>
        <pc:docMk/>
      </pc:docMkLst>
      <pc:sldChg chg="ord">
        <pc:chgData name="Eclair Chen" userId="bee3a08289d85a0e" providerId="LiveId" clId="{1C81D2A2-AC65-42D4-BC4D-010A27F66A6C}" dt="2024-11-27T05:47:34.888" v="139"/>
        <pc:sldMkLst>
          <pc:docMk/>
          <pc:sldMk cId="0" sldId="272"/>
        </pc:sldMkLst>
      </pc:sldChg>
      <pc:sldChg chg="addSp delSp modSp mod">
        <pc:chgData name="Eclair Chen" userId="bee3a08289d85a0e" providerId="LiveId" clId="{1C81D2A2-AC65-42D4-BC4D-010A27F66A6C}" dt="2024-11-27T05:34:10.127" v="106" actId="1076"/>
        <pc:sldMkLst>
          <pc:docMk/>
          <pc:sldMk cId="0" sldId="304"/>
        </pc:sldMkLst>
        <pc:spChg chg="add mod">
          <ac:chgData name="Eclair Chen" userId="bee3a08289d85a0e" providerId="LiveId" clId="{1C81D2A2-AC65-42D4-BC4D-010A27F66A6C}" dt="2024-11-27T05:33:52.004" v="104" actId="207"/>
          <ac:spMkLst>
            <pc:docMk/>
            <pc:sldMk cId="0" sldId="304"/>
            <ac:spMk id="10" creationId="{B6C12D49-D5F0-4844-B40C-65066192880D}"/>
          </ac:spMkLst>
        </pc:spChg>
        <pc:spChg chg="mod">
          <ac:chgData name="Eclair Chen" userId="bee3a08289d85a0e" providerId="LiveId" clId="{1C81D2A2-AC65-42D4-BC4D-010A27F66A6C}" dt="2024-11-27T05:28:32.549" v="48" actId="14100"/>
          <ac:spMkLst>
            <pc:docMk/>
            <pc:sldMk cId="0" sldId="304"/>
            <ac:spMk id="578564" creationId="{00000000-0000-0000-0000-000000000000}"/>
          </ac:spMkLst>
        </pc:spChg>
        <pc:spChg chg="mod">
          <ac:chgData name="Eclair Chen" userId="bee3a08289d85a0e" providerId="LiveId" clId="{1C81D2A2-AC65-42D4-BC4D-010A27F66A6C}" dt="2024-11-27T05:30:09.520" v="75" actId="6549"/>
          <ac:spMkLst>
            <pc:docMk/>
            <pc:sldMk cId="0" sldId="304"/>
            <ac:spMk id="578565" creationId="{00000000-0000-0000-0000-000000000000}"/>
          </ac:spMkLst>
        </pc:spChg>
        <pc:picChg chg="add mod">
          <ac:chgData name="Eclair Chen" userId="bee3a08289d85a0e" providerId="LiveId" clId="{1C81D2A2-AC65-42D4-BC4D-010A27F66A6C}" dt="2024-11-27T05:34:10.127" v="106" actId="1076"/>
          <ac:picMkLst>
            <pc:docMk/>
            <pc:sldMk cId="0" sldId="304"/>
            <ac:picMk id="2" creationId="{0CE6C503-4AEC-4672-9AC3-317FF3589D72}"/>
          </ac:picMkLst>
        </pc:picChg>
        <pc:picChg chg="add mod">
          <ac:chgData name="Eclair Chen" userId="bee3a08289d85a0e" providerId="LiveId" clId="{1C81D2A2-AC65-42D4-BC4D-010A27F66A6C}" dt="2024-11-27T05:33:44.838" v="102" actId="1076"/>
          <ac:picMkLst>
            <pc:docMk/>
            <pc:sldMk cId="0" sldId="304"/>
            <ac:picMk id="9" creationId="{62B5D01F-B000-4FFE-9796-70BE3B2309E0}"/>
          </ac:picMkLst>
        </pc:picChg>
        <pc:picChg chg="add del mod">
          <ac:chgData name="Eclair Chen" userId="bee3a08289d85a0e" providerId="LiveId" clId="{1C81D2A2-AC65-42D4-BC4D-010A27F66A6C}" dt="2024-11-27T05:31:46.208" v="90" actId="478"/>
          <ac:picMkLst>
            <pc:docMk/>
            <pc:sldMk cId="0" sldId="304"/>
            <ac:picMk id="11" creationId="{3EDCCEDD-5495-464C-9EE5-5063ECD99E1B}"/>
          </ac:picMkLst>
        </pc:picChg>
        <pc:picChg chg="mod">
          <ac:chgData name="Eclair Chen" userId="bee3a08289d85a0e" providerId="LiveId" clId="{1C81D2A2-AC65-42D4-BC4D-010A27F66A6C}" dt="2024-11-27T05:29:21.527" v="73" actId="14100"/>
          <ac:picMkLst>
            <pc:docMk/>
            <pc:sldMk cId="0" sldId="304"/>
            <ac:picMk id="578569" creationId="{00000000-0000-0000-0000-000000000000}"/>
          </ac:picMkLst>
        </pc:picChg>
        <pc:picChg chg="mod">
          <ac:chgData name="Eclair Chen" userId="bee3a08289d85a0e" providerId="LiveId" clId="{1C81D2A2-AC65-42D4-BC4D-010A27F66A6C}" dt="2024-11-27T05:33:42.767" v="101" actId="1076"/>
          <ac:picMkLst>
            <pc:docMk/>
            <pc:sldMk cId="0" sldId="304"/>
            <ac:picMk id="578570" creationId="{00000000-0000-0000-0000-000000000000}"/>
          </ac:picMkLst>
        </pc:picChg>
      </pc:sldChg>
      <pc:sldChg chg="del">
        <pc:chgData name="Eclair Chen" userId="bee3a08289d85a0e" providerId="LiveId" clId="{1C81D2A2-AC65-42D4-BC4D-010A27F66A6C}" dt="2024-11-27T05:34:19.784" v="107" actId="2696"/>
        <pc:sldMkLst>
          <pc:docMk/>
          <pc:sldMk cId="0" sldId="305"/>
        </pc:sldMkLst>
      </pc:sldChg>
      <pc:sldChg chg="modSp mod">
        <pc:chgData name="Eclair Chen" userId="bee3a08289d85a0e" providerId="LiveId" clId="{1C81D2A2-AC65-42D4-BC4D-010A27F66A6C}" dt="2024-11-27T05:30:40.834" v="81" actId="208"/>
        <pc:sldMkLst>
          <pc:docMk/>
          <pc:sldMk cId="0" sldId="308"/>
        </pc:sldMkLst>
        <pc:spChg chg="mod">
          <ac:chgData name="Eclair Chen" userId="bee3a08289d85a0e" providerId="LiveId" clId="{1C81D2A2-AC65-42D4-BC4D-010A27F66A6C}" dt="2024-11-27T05:30:40.834" v="81" actId="208"/>
          <ac:spMkLst>
            <pc:docMk/>
            <pc:sldMk cId="0" sldId="308"/>
            <ac:spMk id="582682" creationId="{00000000-0000-0000-0000-000000000000}"/>
          </ac:spMkLst>
        </pc:spChg>
      </pc:sldChg>
      <pc:sldChg chg="modSp mod">
        <pc:chgData name="Eclair Chen" userId="bee3a08289d85a0e" providerId="LiveId" clId="{1C81D2A2-AC65-42D4-BC4D-010A27F66A6C}" dt="2024-11-27T05:35:37.764" v="115" actId="20577"/>
        <pc:sldMkLst>
          <pc:docMk/>
          <pc:sldMk cId="0" sldId="312"/>
        </pc:sldMkLst>
        <pc:spChg chg="mod">
          <ac:chgData name="Eclair Chen" userId="bee3a08289d85a0e" providerId="LiveId" clId="{1C81D2A2-AC65-42D4-BC4D-010A27F66A6C}" dt="2024-11-27T05:35:37.764" v="115" actId="20577"/>
          <ac:spMkLst>
            <pc:docMk/>
            <pc:sldMk cId="0" sldId="312"/>
            <ac:spMk id="586756" creationId="{00000000-0000-0000-0000-000000000000}"/>
          </ac:spMkLst>
        </pc:spChg>
      </pc:sldChg>
      <pc:sldChg chg="modSp mod">
        <pc:chgData name="Eclair Chen" userId="bee3a08289d85a0e" providerId="LiveId" clId="{1C81D2A2-AC65-42D4-BC4D-010A27F66A6C}" dt="2024-11-27T05:35:46.921" v="117" actId="14100"/>
        <pc:sldMkLst>
          <pc:docMk/>
          <pc:sldMk cId="0" sldId="343"/>
        </pc:sldMkLst>
        <pc:spChg chg="mod">
          <ac:chgData name="Eclair Chen" userId="bee3a08289d85a0e" providerId="LiveId" clId="{1C81D2A2-AC65-42D4-BC4D-010A27F66A6C}" dt="2024-11-27T05:35:46.921" v="117" actId="14100"/>
          <ac:spMkLst>
            <pc:docMk/>
            <pc:sldMk cId="0" sldId="343"/>
            <ac:spMk id="680962" creationId="{00000000-0000-0000-0000-000000000000}"/>
          </ac:spMkLst>
        </pc:spChg>
        <pc:spChg chg="mod">
          <ac:chgData name="Eclair Chen" userId="bee3a08289d85a0e" providerId="LiveId" clId="{1C81D2A2-AC65-42D4-BC4D-010A27F66A6C}" dt="2024-11-27T05:35:44.119" v="116" actId="14100"/>
          <ac:spMkLst>
            <pc:docMk/>
            <pc:sldMk cId="0" sldId="343"/>
            <ac:spMk id="680963" creationId="{00000000-0000-0000-0000-000000000000}"/>
          </ac:spMkLst>
        </pc:spChg>
      </pc:sldChg>
      <pc:sldChg chg="modSp mod">
        <pc:chgData name="Eclair Chen" userId="bee3a08289d85a0e" providerId="LiveId" clId="{1C81D2A2-AC65-42D4-BC4D-010A27F66A6C}" dt="2024-11-27T05:35:33.775" v="113" actId="20577"/>
        <pc:sldMkLst>
          <pc:docMk/>
          <pc:sldMk cId="0" sldId="345"/>
        </pc:sldMkLst>
        <pc:spChg chg="mod">
          <ac:chgData name="Eclair Chen" userId="bee3a08289d85a0e" providerId="LiveId" clId="{1C81D2A2-AC65-42D4-BC4D-010A27F66A6C}" dt="2024-11-27T05:35:33.775" v="113" actId="20577"/>
          <ac:spMkLst>
            <pc:docMk/>
            <pc:sldMk cId="0" sldId="345"/>
            <ac:spMk id="683010" creationId="{00000000-0000-0000-0000-000000000000}"/>
          </ac:spMkLst>
        </pc:spChg>
      </pc:sldChg>
      <pc:sldChg chg="modSp mod">
        <pc:chgData name="Eclair Chen" userId="bee3a08289d85a0e" providerId="LiveId" clId="{1C81D2A2-AC65-42D4-BC4D-010A27F66A6C}" dt="2024-11-27T05:40:01.759" v="124" actId="20577"/>
        <pc:sldMkLst>
          <pc:docMk/>
          <pc:sldMk cId="0" sldId="351"/>
        </pc:sldMkLst>
        <pc:spChg chg="mod">
          <ac:chgData name="Eclair Chen" userId="bee3a08289d85a0e" providerId="LiveId" clId="{1C81D2A2-AC65-42D4-BC4D-010A27F66A6C}" dt="2024-11-27T05:40:01.759" v="124" actId="20577"/>
          <ac:spMkLst>
            <pc:docMk/>
            <pc:sldMk cId="0" sldId="351"/>
            <ac:spMk id="689155" creationId="{00000000-0000-0000-0000-000000000000}"/>
          </ac:spMkLst>
        </pc:spChg>
      </pc:sldChg>
      <pc:sldChg chg="modSp add mod">
        <pc:chgData name="Eclair Chen" userId="bee3a08289d85a0e" providerId="LiveId" clId="{1C81D2A2-AC65-42D4-BC4D-010A27F66A6C}" dt="2024-11-27T06:54:42.448" v="433" actId="20577"/>
        <pc:sldMkLst>
          <pc:docMk/>
          <pc:sldMk cId="0" sldId="372"/>
        </pc:sldMkLst>
        <pc:spChg chg="mod">
          <ac:chgData name="Eclair Chen" userId="bee3a08289d85a0e" providerId="LiveId" clId="{1C81D2A2-AC65-42D4-BC4D-010A27F66A6C}" dt="2024-11-27T06:54:42.448" v="433" actId="20577"/>
          <ac:spMkLst>
            <pc:docMk/>
            <pc:sldMk cId="0" sldId="372"/>
            <ac:spMk id="710658" creationId="{00000000-0000-0000-0000-000000000000}"/>
          </ac:spMkLst>
        </pc:spChg>
        <pc:spChg chg="mod">
          <ac:chgData name="Eclair Chen" userId="bee3a08289d85a0e" providerId="LiveId" clId="{1C81D2A2-AC65-42D4-BC4D-010A27F66A6C}" dt="2024-11-27T06:18:07.516" v="401" actId="20577"/>
          <ac:spMkLst>
            <pc:docMk/>
            <pc:sldMk cId="0" sldId="372"/>
            <ac:spMk id="710659" creationId="{00000000-0000-0000-0000-000000000000}"/>
          </ac:spMkLst>
        </pc:spChg>
        <pc:spChg chg="mod">
          <ac:chgData name="Eclair Chen" userId="bee3a08289d85a0e" providerId="LiveId" clId="{1C81D2A2-AC65-42D4-BC4D-010A27F66A6C}" dt="2024-11-27T06:16:14.313" v="372" actId="20577"/>
          <ac:spMkLst>
            <pc:docMk/>
            <pc:sldMk cId="0" sldId="372"/>
            <ac:spMk id="710660" creationId="{00000000-0000-0000-0000-000000000000}"/>
          </ac:spMkLst>
        </pc:spChg>
      </pc:sldChg>
      <pc:sldChg chg="addSp delSp modSp add mod">
        <pc:chgData name="Eclair Chen" userId="bee3a08289d85a0e" providerId="LiveId" clId="{1C81D2A2-AC65-42D4-BC4D-010A27F66A6C}" dt="2024-11-27T06:54:40.713" v="432" actId="20577"/>
        <pc:sldMkLst>
          <pc:docMk/>
          <pc:sldMk cId="0" sldId="373"/>
        </pc:sldMkLst>
        <pc:spChg chg="mod">
          <ac:chgData name="Eclair Chen" userId="bee3a08289d85a0e" providerId="LiveId" clId="{1C81D2A2-AC65-42D4-BC4D-010A27F66A6C}" dt="2024-11-27T06:54:40.713" v="432" actId="20577"/>
          <ac:spMkLst>
            <pc:docMk/>
            <pc:sldMk cId="0" sldId="373"/>
            <ac:spMk id="711682" creationId="{00000000-0000-0000-0000-000000000000}"/>
          </ac:spMkLst>
        </pc:spChg>
        <pc:spChg chg="mod">
          <ac:chgData name="Eclair Chen" userId="bee3a08289d85a0e" providerId="LiveId" clId="{1C81D2A2-AC65-42D4-BC4D-010A27F66A6C}" dt="2024-11-27T06:16:20.830" v="373" actId="20577"/>
          <ac:spMkLst>
            <pc:docMk/>
            <pc:sldMk cId="0" sldId="373"/>
            <ac:spMk id="711684" creationId="{00000000-0000-0000-0000-000000000000}"/>
          </ac:spMkLst>
        </pc:spChg>
        <pc:picChg chg="add mod ord">
          <ac:chgData name="Eclair Chen" userId="bee3a08289d85a0e" providerId="LiveId" clId="{1C81D2A2-AC65-42D4-BC4D-010A27F66A6C}" dt="2024-11-27T06:54:22.798" v="429" actId="14100"/>
          <ac:picMkLst>
            <pc:docMk/>
            <pc:sldMk cId="0" sldId="373"/>
            <ac:picMk id="2" creationId="{533C5C0B-E23D-4ADB-94DD-875AF52FB564}"/>
          </ac:picMkLst>
        </pc:picChg>
        <pc:picChg chg="del">
          <ac:chgData name="Eclair Chen" userId="bee3a08289d85a0e" providerId="LiveId" clId="{1C81D2A2-AC65-42D4-BC4D-010A27F66A6C}" dt="2024-11-27T06:53:06.099" v="402" actId="478"/>
          <ac:picMkLst>
            <pc:docMk/>
            <pc:sldMk cId="0" sldId="373"/>
            <ac:picMk id="3" creationId="{CF5702B2-63DA-4356-A53C-6D95D42D3A64}"/>
          </ac:picMkLst>
        </pc:picChg>
        <pc:picChg chg="add mod ord">
          <ac:chgData name="Eclair Chen" userId="bee3a08289d85a0e" providerId="LiveId" clId="{1C81D2A2-AC65-42D4-BC4D-010A27F66A6C}" dt="2024-11-27T06:54:32.144" v="431" actId="1076"/>
          <ac:picMkLst>
            <pc:docMk/>
            <pc:sldMk cId="0" sldId="373"/>
            <ac:picMk id="4" creationId="{94D9C015-290C-4BFC-8F26-6062B9CB9132}"/>
          </ac:picMkLst>
        </pc:picChg>
      </pc:sldChg>
      <pc:sldChg chg="modSp add del mod">
        <pc:chgData name="Eclair Chen" userId="bee3a08289d85a0e" providerId="LiveId" clId="{1C81D2A2-AC65-42D4-BC4D-010A27F66A6C}" dt="2024-11-27T06:54:49.663" v="434" actId="2696"/>
        <pc:sldMkLst>
          <pc:docMk/>
          <pc:sldMk cId="0" sldId="374"/>
        </pc:sldMkLst>
        <pc:spChg chg="mod">
          <ac:chgData name="Eclair Chen" userId="bee3a08289d85a0e" providerId="LiveId" clId="{1C81D2A2-AC65-42D4-BC4D-010A27F66A6C}" dt="2024-11-27T06:16:24.671" v="374" actId="20577"/>
          <ac:spMkLst>
            <pc:docMk/>
            <pc:sldMk cId="0" sldId="374"/>
            <ac:spMk id="712708" creationId="{00000000-0000-0000-0000-000000000000}"/>
          </ac:spMkLst>
        </pc:spChg>
      </pc:sldChg>
      <pc:sldChg chg="addSp modSp mod">
        <pc:chgData name="Eclair Chen" userId="bee3a08289d85a0e" providerId="LiveId" clId="{1C81D2A2-AC65-42D4-BC4D-010A27F66A6C}" dt="2024-11-27T06:00:45.425" v="237" actId="14100"/>
        <pc:sldMkLst>
          <pc:docMk/>
          <pc:sldMk cId="2514558237" sldId="419"/>
        </pc:sldMkLst>
        <pc:spChg chg="add mod">
          <ac:chgData name="Eclair Chen" userId="bee3a08289d85a0e" providerId="LiveId" clId="{1C81D2A2-AC65-42D4-BC4D-010A27F66A6C}" dt="2024-11-27T06:00:45.425" v="237" actId="14100"/>
          <ac:spMkLst>
            <pc:docMk/>
            <pc:sldMk cId="2514558237" sldId="419"/>
            <ac:spMk id="10" creationId="{873ED1BD-C399-40BE-8FCC-0348FC10FD5E}"/>
          </ac:spMkLst>
        </pc:spChg>
        <pc:spChg chg="mod">
          <ac:chgData name="Eclair Chen" userId="bee3a08289d85a0e" providerId="LiveId" clId="{1C81D2A2-AC65-42D4-BC4D-010A27F66A6C}" dt="2024-11-27T05:56:52.821" v="165" actId="6549"/>
          <ac:spMkLst>
            <pc:docMk/>
            <pc:sldMk cId="2514558237" sldId="419"/>
            <ac:spMk id="729091" creationId="{534ADF35-9D25-4D40-AB47-855E78D4D6A8}"/>
          </ac:spMkLst>
        </pc:spChg>
        <pc:picChg chg="mod">
          <ac:chgData name="Eclair Chen" userId="bee3a08289d85a0e" providerId="LiveId" clId="{1C81D2A2-AC65-42D4-BC4D-010A27F66A6C}" dt="2024-11-27T05:56:07.567" v="144" actId="1076"/>
          <ac:picMkLst>
            <pc:docMk/>
            <pc:sldMk cId="2514558237" sldId="419"/>
            <ac:picMk id="2" creationId="{00000000-0000-0000-0000-000000000000}"/>
          </ac:picMkLst>
        </pc:picChg>
        <pc:picChg chg="mod">
          <ac:chgData name="Eclair Chen" userId="bee3a08289d85a0e" providerId="LiveId" clId="{1C81D2A2-AC65-42D4-BC4D-010A27F66A6C}" dt="2024-11-27T05:56:58.313" v="166" actId="1076"/>
          <ac:picMkLst>
            <pc:docMk/>
            <pc:sldMk cId="2514558237" sldId="419"/>
            <ac:picMk id="3" creationId="{00000000-0000-0000-0000-000000000000}"/>
          </ac:picMkLst>
        </pc:picChg>
        <pc:picChg chg="mod">
          <ac:chgData name="Eclair Chen" userId="bee3a08289d85a0e" providerId="LiveId" clId="{1C81D2A2-AC65-42D4-BC4D-010A27F66A6C}" dt="2024-11-27T05:56:03" v="142" actId="1076"/>
          <ac:picMkLst>
            <pc:docMk/>
            <pc:sldMk cId="2514558237" sldId="419"/>
            <ac:picMk id="4" creationId="{00000000-0000-0000-0000-000000000000}"/>
          </ac:picMkLst>
        </pc:picChg>
        <pc:picChg chg="mod">
          <ac:chgData name="Eclair Chen" userId="bee3a08289d85a0e" providerId="LiveId" clId="{1C81D2A2-AC65-42D4-BC4D-010A27F66A6C}" dt="2024-11-27T05:56:05.378" v="143" actId="1076"/>
          <ac:picMkLst>
            <pc:docMk/>
            <pc:sldMk cId="2514558237" sldId="419"/>
            <ac:picMk id="5" creationId="{00000000-0000-0000-0000-000000000000}"/>
          </ac:picMkLst>
        </pc:picChg>
        <pc:picChg chg="add mod">
          <ac:chgData name="Eclair Chen" userId="bee3a08289d85a0e" providerId="LiveId" clId="{1C81D2A2-AC65-42D4-BC4D-010A27F66A6C}" dt="2024-11-27T05:59:30.421" v="235" actId="1076"/>
          <ac:picMkLst>
            <pc:docMk/>
            <pc:sldMk cId="2514558237" sldId="419"/>
            <ac:picMk id="6" creationId="{086EE23A-781A-4FC3-8A08-BA8A034E9E37}"/>
          </ac:picMkLst>
        </pc:picChg>
      </pc:sldChg>
      <pc:sldChg chg="del">
        <pc:chgData name="Eclair Chen" userId="bee3a08289d85a0e" providerId="LiveId" clId="{1C81D2A2-AC65-42D4-BC4D-010A27F66A6C}" dt="2024-11-27T06:06:50.752" v="292" actId="2696"/>
        <pc:sldMkLst>
          <pc:docMk/>
          <pc:sldMk cId="169777245" sldId="422"/>
        </pc:sldMkLst>
      </pc:sldChg>
      <pc:sldChg chg="addSp modSp mod">
        <pc:chgData name="Eclair Chen" userId="bee3a08289d85a0e" providerId="LiveId" clId="{1C81D2A2-AC65-42D4-BC4D-010A27F66A6C}" dt="2024-11-27T06:08:15.417" v="308" actId="1076"/>
        <pc:sldMkLst>
          <pc:docMk/>
          <pc:sldMk cId="3789542229" sldId="423"/>
        </pc:sldMkLst>
        <pc:spChg chg="mod">
          <ac:chgData name="Eclair Chen" userId="bee3a08289d85a0e" providerId="LiveId" clId="{1C81D2A2-AC65-42D4-BC4D-010A27F66A6C}" dt="2024-11-27T06:08:15.417" v="308" actId="1076"/>
          <ac:spMkLst>
            <pc:docMk/>
            <pc:sldMk cId="3789542229" sldId="423"/>
            <ac:spMk id="7" creationId="{C081EAEB-DE86-4A86-B999-E84F327356DA}"/>
          </ac:spMkLst>
        </pc:spChg>
        <pc:spChg chg="add mod">
          <ac:chgData name="Eclair Chen" userId="bee3a08289d85a0e" providerId="LiveId" clId="{1C81D2A2-AC65-42D4-BC4D-010A27F66A6C}" dt="2024-11-27T06:07:12.454" v="303" actId="113"/>
          <ac:spMkLst>
            <pc:docMk/>
            <pc:sldMk cId="3789542229" sldId="423"/>
            <ac:spMk id="11" creationId="{FE83B5AA-E972-42BD-8F09-4F7809849C5D}"/>
          </ac:spMkLst>
        </pc:spChg>
        <pc:spChg chg="add mod">
          <ac:chgData name="Eclair Chen" userId="bee3a08289d85a0e" providerId="LiveId" clId="{1C81D2A2-AC65-42D4-BC4D-010A27F66A6C}" dt="2024-11-27T06:07:15.399" v="304" actId="113"/>
          <ac:spMkLst>
            <pc:docMk/>
            <pc:sldMk cId="3789542229" sldId="423"/>
            <ac:spMk id="12" creationId="{67C37435-DD04-4B07-97E5-A7F34AE7777F}"/>
          </ac:spMkLst>
        </pc:spChg>
        <pc:spChg chg="mod">
          <ac:chgData name="Eclair Chen" userId="bee3a08289d85a0e" providerId="LiveId" clId="{1C81D2A2-AC65-42D4-BC4D-010A27F66A6C}" dt="2024-11-27T06:06:55.288" v="298" actId="6549"/>
          <ac:spMkLst>
            <pc:docMk/>
            <pc:sldMk cId="3789542229" sldId="423"/>
            <ac:spMk id="734210" creationId="{D6EDC0A9-4D57-41D4-89B0-F96097390D87}"/>
          </ac:spMkLst>
        </pc:spChg>
        <pc:spChg chg="mod">
          <ac:chgData name="Eclair Chen" userId="bee3a08289d85a0e" providerId="LiveId" clId="{1C81D2A2-AC65-42D4-BC4D-010A27F66A6C}" dt="2024-11-27T06:07:08.997" v="302" actId="1076"/>
          <ac:spMkLst>
            <pc:docMk/>
            <pc:sldMk cId="3789542229" sldId="423"/>
            <ac:spMk id="734211" creationId="{D0A7B4DF-A39E-45C2-B4AD-A65522E2265C}"/>
          </ac:spMkLst>
        </pc:spChg>
        <pc:picChg chg="mod ord">
          <ac:chgData name="Eclair Chen" userId="bee3a08289d85a0e" providerId="LiveId" clId="{1C81D2A2-AC65-42D4-BC4D-010A27F66A6C}" dt="2024-11-27T06:08:11.816" v="307" actId="1076"/>
          <ac:picMkLst>
            <pc:docMk/>
            <pc:sldMk cId="3789542229" sldId="423"/>
            <ac:picMk id="3" creationId="{528F8727-63CA-4B3D-B2BC-48A3DB5FB5A1}"/>
          </ac:picMkLst>
        </pc:picChg>
        <pc:picChg chg="add mod">
          <ac:chgData name="Eclair Chen" userId="bee3a08289d85a0e" providerId="LiveId" clId="{1C81D2A2-AC65-42D4-BC4D-010A27F66A6C}" dt="2024-11-27T06:05:39.167" v="277" actId="1076"/>
          <ac:picMkLst>
            <pc:docMk/>
            <pc:sldMk cId="3789542229" sldId="423"/>
            <ac:picMk id="9" creationId="{F528C450-442D-4E77-A178-F8DF51EFD27B}"/>
          </ac:picMkLst>
        </pc:picChg>
        <pc:picChg chg="add mod">
          <ac:chgData name="Eclair Chen" userId="bee3a08289d85a0e" providerId="LiveId" clId="{1C81D2A2-AC65-42D4-BC4D-010A27F66A6C}" dt="2024-11-27T06:05:32.225" v="274" actId="1076"/>
          <ac:picMkLst>
            <pc:docMk/>
            <pc:sldMk cId="3789542229" sldId="423"/>
            <ac:picMk id="10" creationId="{F39FC964-D9EA-401B-B948-CCECECB51212}"/>
          </ac:picMkLst>
        </pc:picChg>
      </pc:sldChg>
      <pc:sldChg chg="delSp modSp add mod">
        <pc:chgData name="Eclair Chen" userId="bee3a08289d85a0e" providerId="LiveId" clId="{1C81D2A2-AC65-42D4-BC4D-010A27F66A6C}" dt="2024-11-27T06:15:30.098" v="371" actId="207"/>
        <pc:sldMkLst>
          <pc:docMk/>
          <pc:sldMk cId="1398312028" sldId="424"/>
        </pc:sldMkLst>
        <pc:spChg chg="del mod">
          <ac:chgData name="Eclair Chen" userId="bee3a08289d85a0e" providerId="LiveId" clId="{1C81D2A2-AC65-42D4-BC4D-010A27F66A6C}" dt="2024-11-27T06:11:24.441" v="332" actId="478"/>
          <ac:spMkLst>
            <pc:docMk/>
            <pc:sldMk cId="1398312028" sldId="424"/>
            <ac:spMk id="7" creationId="{C081EAEB-DE86-4A86-B999-E84F327356DA}"/>
          </ac:spMkLst>
        </pc:spChg>
        <pc:spChg chg="del">
          <ac:chgData name="Eclair Chen" userId="bee3a08289d85a0e" providerId="LiveId" clId="{1C81D2A2-AC65-42D4-BC4D-010A27F66A6C}" dt="2024-11-27T06:11:26.177" v="333" actId="478"/>
          <ac:spMkLst>
            <pc:docMk/>
            <pc:sldMk cId="1398312028" sldId="424"/>
            <ac:spMk id="11" creationId="{FE83B5AA-E972-42BD-8F09-4F7809849C5D}"/>
          </ac:spMkLst>
        </pc:spChg>
        <pc:spChg chg="del">
          <ac:chgData name="Eclair Chen" userId="bee3a08289d85a0e" providerId="LiveId" clId="{1C81D2A2-AC65-42D4-BC4D-010A27F66A6C}" dt="2024-11-27T06:11:29.738" v="336" actId="478"/>
          <ac:spMkLst>
            <pc:docMk/>
            <pc:sldMk cId="1398312028" sldId="424"/>
            <ac:spMk id="12" creationId="{67C37435-DD04-4B07-97E5-A7F34AE7777F}"/>
          </ac:spMkLst>
        </pc:spChg>
        <pc:spChg chg="mod">
          <ac:chgData name="Eclair Chen" userId="bee3a08289d85a0e" providerId="LiveId" clId="{1C81D2A2-AC65-42D4-BC4D-010A27F66A6C}" dt="2024-11-27T06:13:34.898" v="347" actId="20577"/>
          <ac:spMkLst>
            <pc:docMk/>
            <pc:sldMk cId="1398312028" sldId="424"/>
            <ac:spMk id="734210" creationId="{D6EDC0A9-4D57-41D4-89B0-F96097390D87}"/>
          </ac:spMkLst>
        </pc:spChg>
        <pc:spChg chg="mod">
          <ac:chgData name="Eclair Chen" userId="bee3a08289d85a0e" providerId="LiveId" clId="{1C81D2A2-AC65-42D4-BC4D-010A27F66A6C}" dt="2024-11-27T06:15:30.098" v="371" actId="207"/>
          <ac:spMkLst>
            <pc:docMk/>
            <pc:sldMk cId="1398312028" sldId="424"/>
            <ac:spMk id="734211" creationId="{D0A7B4DF-A39E-45C2-B4AD-A65522E2265C}"/>
          </ac:spMkLst>
        </pc:spChg>
        <pc:picChg chg="del">
          <ac:chgData name="Eclair Chen" userId="bee3a08289d85a0e" providerId="LiveId" clId="{1C81D2A2-AC65-42D4-BC4D-010A27F66A6C}" dt="2024-11-27T06:11:30.473" v="337" actId="478"/>
          <ac:picMkLst>
            <pc:docMk/>
            <pc:sldMk cId="1398312028" sldId="424"/>
            <ac:picMk id="3" creationId="{528F8727-63CA-4B3D-B2BC-48A3DB5FB5A1}"/>
          </ac:picMkLst>
        </pc:picChg>
        <pc:picChg chg="del">
          <ac:chgData name="Eclair Chen" userId="bee3a08289d85a0e" providerId="LiveId" clId="{1C81D2A2-AC65-42D4-BC4D-010A27F66A6C}" dt="2024-11-27T06:11:27.034" v="334" actId="478"/>
          <ac:picMkLst>
            <pc:docMk/>
            <pc:sldMk cId="1398312028" sldId="424"/>
            <ac:picMk id="9" creationId="{F528C450-442D-4E77-A178-F8DF51EFD27B}"/>
          </ac:picMkLst>
        </pc:picChg>
        <pc:picChg chg="del">
          <ac:chgData name="Eclair Chen" userId="bee3a08289d85a0e" providerId="LiveId" clId="{1C81D2A2-AC65-42D4-BC4D-010A27F66A6C}" dt="2024-11-27T06:11:27.897" v="335" actId="478"/>
          <ac:picMkLst>
            <pc:docMk/>
            <pc:sldMk cId="1398312028" sldId="424"/>
            <ac:picMk id="10" creationId="{F39FC964-D9EA-401B-B948-CCECECB51212}"/>
          </ac:picMkLst>
        </pc:picChg>
      </pc:sldChg>
    </pc:docChg>
  </pc:docChgLst>
  <pc:docChgLst>
    <pc:chgData name="Eclair Chen" userId="bee3a08289d85a0e" providerId="LiveId" clId="{C54C6CE4-832A-4182-B126-11AA7A6FAFE7}"/>
    <pc:docChg chg="undo custSel delSld modSld">
      <pc:chgData name="Eclair Chen" userId="bee3a08289d85a0e" providerId="LiveId" clId="{C54C6CE4-832A-4182-B126-11AA7A6FAFE7}" dt="2024-11-03T13:12:52.297" v="544" actId="2696"/>
      <pc:docMkLst>
        <pc:docMk/>
      </pc:docMkLst>
      <pc:sldChg chg="modSp mod">
        <pc:chgData name="Eclair Chen" userId="bee3a08289d85a0e" providerId="LiveId" clId="{C54C6CE4-832A-4182-B126-11AA7A6FAFE7}" dt="2024-11-03T10:33:47.590" v="8" actId="207"/>
        <pc:sldMkLst>
          <pc:docMk/>
          <pc:sldMk cId="0" sldId="304"/>
        </pc:sldMkLst>
        <pc:spChg chg="mod">
          <ac:chgData name="Eclair Chen" userId="bee3a08289d85a0e" providerId="LiveId" clId="{C54C6CE4-832A-4182-B126-11AA7A6FAFE7}" dt="2024-11-03T10:33:47.590" v="8" actId="207"/>
          <ac:spMkLst>
            <pc:docMk/>
            <pc:sldMk cId="0" sldId="304"/>
            <ac:spMk id="578565" creationId="{00000000-0000-0000-0000-000000000000}"/>
          </ac:spMkLst>
        </pc:spChg>
      </pc:sldChg>
      <pc:sldChg chg="modSp mod">
        <pc:chgData name="Eclair Chen" userId="bee3a08289d85a0e" providerId="LiveId" clId="{C54C6CE4-832A-4182-B126-11AA7A6FAFE7}" dt="2024-11-03T10:33:37.518" v="4" actId="207"/>
        <pc:sldMkLst>
          <pc:docMk/>
          <pc:sldMk cId="0" sldId="305"/>
        </pc:sldMkLst>
        <pc:spChg chg="mod">
          <ac:chgData name="Eclair Chen" userId="bee3a08289d85a0e" providerId="LiveId" clId="{C54C6CE4-832A-4182-B126-11AA7A6FAFE7}" dt="2024-11-03T10:33:37.518" v="4" actId="207"/>
          <ac:spMkLst>
            <pc:docMk/>
            <pc:sldMk cId="0" sldId="305"/>
            <ac:spMk id="579589" creationId="{00000000-0000-0000-0000-000000000000}"/>
          </ac:spMkLst>
        </pc:spChg>
      </pc:sldChg>
      <pc:sldChg chg="del">
        <pc:chgData name="Eclair Chen" userId="bee3a08289d85a0e" providerId="LiveId" clId="{C54C6CE4-832A-4182-B126-11AA7A6FAFE7}" dt="2024-11-03T13:12:52.297" v="544" actId="2696"/>
        <pc:sldMkLst>
          <pc:docMk/>
          <pc:sldMk cId="0" sldId="307"/>
        </pc:sldMkLst>
      </pc:sldChg>
      <pc:sldChg chg="modSp mod">
        <pc:chgData name="Eclair Chen" userId="bee3a08289d85a0e" providerId="LiveId" clId="{C54C6CE4-832A-4182-B126-11AA7A6FAFE7}" dt="2024-11-03T10:33:21.502" v="2" actId="6549"/>
        <pc:sldMkLst>
          <pc:docMk/>
          <pc:sldMk cId="0" sldId="308"/>
        </pc:sldMkLst>
        <pc:spChg chg="mod">
          <ac:chgData name="Eclair Chen" userId="bee3a08289d85a0e" providerId="LiveId" clId="{C54C6CE4-832A-4182-B126-11AA7A6FAFE7}" dt="2024-11-03T10:33:21.502" v="2" actId="6549"/>
          <ac:spMkLst>
            <pc:docMk/>
            <pc:sldMk cId="0" sldId="308"/>
            <ac:spMk id="582682" creationId="{00000000-0000-0000-0000-000000000000}"/>
          </ac:spMkLst>
        </pc:spChg>
      </pc:sldChg>
      <pc:sldChg chg="addSp delSp modSp mod">
        <pc:chgData name="Eclair Chen" userId="bee3a08289d85a0e" providerId="LiveId" clId="{C54C6CE4-832A-4182-B126-11AA7A6FAFE7}" dt="2024-11-03T10:40:35.502" v="11" actId="1076"/>
        <pc:sldMkLst>
          <pc:docMk/>
          <pc:sldMk cId="0" sldId="310"/>
        </pc:sldMkLst>
        <pc:picChg chg="add mod">
          <ac:chgData name="Eclair Chen" userId="bee3a08289d85a0e" providerId="LiveId" clId="{C54C6CE4-832A-4182-B126-11AA7A6FAFE7}" dt="2024-11-03T10:40:35.502" v="11" actId="1076"/>
          <ac:picMkLst>
            <pc:docMk/>
            <pc:sldMk cId="0" sldId="310"/>
            <ac:picMk id="2" creationId="{C8ABF755-D5B8-452F-85A1-E1363C700A17}"/>
          </ac:picMkLst>
        </pc:picChg>
        <pc:picChg chg="del">
          <ac:chgData name="Eclair Chen" userId="bee3a08289d85a0e" providerId="LiveId" clId="{C54C6CE4-832A-4182-B126-11AA7A6FAFE7}" dt="2024-11-03T10:40:28.753" v="9" actId="478"/>
          <ac:picMkLst>
            <pc:docMk/>
            <pc:sldMk cId="0" sldId="310"/>
            <ac:picMk id="584726" creationId="{00000000-0000-0000-0000-000000000000}"/>
          </ac:picMkLst>
        </pc:picChg>
      </pc:sldChg>
      <pc:sldChg chg="modSp mod">
        <pc:chgData name="Eclair Chen" userId="bee3a08289d85a0e" providerId="LiveId" clId="{C54C6CE4-832A-4182-B126-11AA7A6FAFE7}" dt="2024-11-03T10:41:07.971" v="15" actId="207"/>
        <pc:sldMkLst>
          <pc:docMk/>
          <pc:sldMk cId="0" sldId="312"/>
        </pc:sldMkLst>
        <pc:spChg chg="mod">
          <ac:chgData name="Eclair Chen" userId="bee3a08289d85a0e" providerId="LiveId" clId="{C54C6CE4-832A-4182-B126-11AA7A6FAFE7}" dt="2024-11-03T10:41:03.450" v="13" actId="207"/>
          <ac:spMkLst>
            <pc:docMk/>
            <pc:sldMk cId="0" sldId="312"/>
            <ac:spMk id="8" creationId="{41ED290B-B09A-45D3-98B9-8490DA96AFCC}"/>
          </ac:spMkLst>
        </pc:spChg>
        <pc:spChg chg="mod">
          <ac:chgData name="Eclair Chen" userId="bee3a08289d85a0e" providerId="LiveId" clId="{C54C6CE4-832A-4182-B126-11AA7A6FAFE7}" dt="2024-11-03T10:41:07.971" v="15" actId="207"/>
          <ac:spMkLst>
            <pc:docMk/>
            <pc:sldMk cId="0" sldId="312"/>
            <ac:spMk id="586778" creationId="{00000000-0000-0000-0000-000000000000}"/>
          </ac:spMkLst>
        </pc:spChg>
      </pc:sldChg>
      <pc:sldChg chg="modSp mod">
        <pc:chgData name="Eclair Chen" userId="bee3a08289d85a0e" providerId="LiveId" clId="{C54C6CE4-832A-4182-B126-11AA7A6FAFE7}" dt="2024-11-03T10:46:14.898" v="37" actId="20577"/>
        <pc:sldMkLst>
          <pc:docMk/>
          <pc:sldMk cId="0" sldId="343"/>
        </pc:sldMkLst>
        <pc:spChg chg="mod">
          <ac:chgData name="Eclair Chen" userId="bee3a08289d85a0e" providerId="LiveId" clId="{C54C6CE4-832A-4182-B126-11AA7A6FAFE7}" dt="2024-11-03T10:46:14.898" v="37" actId="20577"/>
          <ac:spMkLst>
            <pc:docMk/>
            <pc:sldMk cId="0" sldId="343"/>
            <ac:spMk id="680963" creationId="{00000000-0000-0000-0000-000000000000}"/>
          </ac:spMkLst>
        </pc:spChg>
      </pc:sldChg>
      <pc:sldChg chg="modSp mod">
        <pc:chgData name="Eclair Chen" userId="bee3a08289d85a0e" providerId="LiveId" clId="{C54C6CE4-832A-4182-B126-11AA7A6FAFE7}" dt="2024-11-03T10:46:08.178" v="32" actId="20577"/>
        <pc:sldMkLst>
          <pc:docMk/>
          <pc:sldMk cId="0" sldId="347"/>
        </pc:sldMkLst>
        <pc:spChg chg="mod">
          <ac:chgData name="Eclair Chen" userId="bee3a08289d85a0e" providerId="LiveId" clId="{C54C6CE4-832A-4182-B126-11AA7A6FAFE7}" dt="2024-11-03T10:46:08.178" v="32" actId="20577"/>
          <ac:spMkLst>
            <pc:docMk/>
            <pc:sldMk cId="0" sldId="347"/>
            <ac:spMk id="685059" creationId="{00000000-0000-0000-0000-000000000000}"/>
          </ac:spMkLst>
        </pc:spChg>
      </pc:sldChg>
      <pc:sldChg chg="modSp mod">
        <pc:chgData name="Eclair Chen" userId="bee3a08289d85a0e" providerId="LiveId" clId="{C54C6CE4-832A-4182-B126-11AA7A6FAFE7}" dt="2024-11-03T10:46:02.478" v="26" actId="6549"/>
        <pc:sldMkLst>
          <pc:docMk/>
          <pc:sldMk cId="0" sldId="348"/>
        </pc:sldMkLst>
        <pc:spChg chg="mod">
          <ac:chgData name="Eclair Chen" userId="bee3a08289d85a0e" providerId="LiveId" clId="{C54C6CE4-832A-4182-B126-11AA7A6FAFE7}" dt="2024-11-03T10:46:02.478" v="26" actId="6549"/>
          <ac:spMkLst>
            <pc:docMk/>
            <pc:sldMk cId="0" sldId="348"/>
            <ac:spMk id="686083" creationId="{00000000-0000-0000-0000-000000000000}"/>
          </ac:spMkLst>
        </pc:spChg>
      </pc:sldChg>
      <pc:sldChg chg="modSp mod">
        <pc:chgData name="Eclair Chen" userId="bee3a08289d85a0e" providerId="LiveId" clId="{C54C6CE4-832A-4182-B126-11AA7A6FAFE7}" dt="2024-11-03T10:45:38.599" v="22" actId="6549"/>
        <pc:sldMkLst>
          <pc:docMk/>
          <pc:sldMk cId="0" sldId="355"/>
        </pc:sldMkLst>
        <pc:spChg chg="mod">
          <ac:chgData name="Eclair Chen" userId="bee3a08289d85a0e" providerId="LiveId" clId="{C54C6CE4-832A-4182-B126-11AA7A6FAFE7}" dt="2024-11-03T10:45:38.599" v="22" actId="6549"/>
          <ac:spMkLst>
            <pc:docMk/>
            <pc:sldMk cId="0" sldId="355"/>
            <ac:spMk id="693251" creationId="{00000000-0000-0000-0000-000000000000}"/>
          </ac:spMkLst>
        </pc:spChg>
      </pc:sldChg>
      <pc:sldChg chg="modSp mod">
        <pc:chgData name="Eclair Chen" userId="bee3a08289d85a0e" providerId="LiveId" clId="{C54C6CE4-832A-4182-B126-11AA7A6FAFE7}" dt="2024-11-03T10:45:32.891" v="21" actId="20577"/>
        <pc:sldMkLst>
          <pc:docMk/>
          <pc:sldMk cId="3019938894" sldId="398"/>
        </pc:sldMkLst>
        <pc:spChg chg="mod">
          <ac:chgData name="Eclair Chen" userId="bee3a08289d85a0e" providerId="LiveId" clId="{C54C6CE4-832A-4182-B126-11AA7A6FAFE7}" dt="2024-11-03T10:45:32.891" v="21" actId="20577"/>
          <ac:spMkLst>
            <pc:docMk/>
            <pc:sldMk cId="3019938894" sldId="398"/>
            <ac:spMk id="695299" creationId="{B40D354E-B8E4-4E69-9225-17131389DC27}"/>
          </ac:spMkLst>
        </pc:spChg>
      </pc:sldChg>
      <pc:sldChg chg="modSp mod">
        <pc:chgData name="Eclair Chen" userId="bee3a08289d85a0e" providerId="LiveId" clId="{C54C6CE4-832A-4182-B126-11AA7A6FAFE7}" dt="2024-11-03T10:51:20.353" v="41" actId="1076"/>
        <pc:sldMkLst>
          <pc:docMk/>
          <pc:sldMk cId="3007806078" sldId="406"/>
        </pc:sldMkLst>
        <pc:spChg chg="mod">
          <ac:chgData name="Eclair Chen" userId="bee3a08289d85a0e" providerId="LiveId" clId="{C54C6CE4-832A-4182-B126-11AA7A6FAFE7}" dt="2024-11-03T10:51:15.483" v="40" actId="14100"/>
          <ac:spMkLst>
            <pc:docMk/>
            <pc:sldMk cId="3007806078" sldId="406"/>
            <ac:spMk id="709635" creationId="{CD67FEC1-16BB-4E24-A713-83D4EC10AD36}"/>
          </ac:spMkLst>
        </pc:spChg>
        <pc:picChg chg="mod">
          <ac:chgData name="Eclair Chen" userId="bee3a08289d85a0e" providerId="LiveId" clId="{C54C6CE4-832A-4182-B126-11AA7A6FAFE7}" dt="2024-11-03T10:51:20.353" v="41" actId="1076"/>
          <ac:picMkLst>
            <pc:docMk/>
            <pc:sldMk cId="3007806078" sldId="406"/>
            <ac:picMk id="10" creationId="{63435DBA-2C5C-48EA-BE98-5F95443C3908}"/>
          </ac:picMkLst>
        </pc:picChg>
        <pc:picChg chg="mod">
          <ac:chgData name="Eclair Chen" userId="bee3a08289d85a0e" providerId="LiveId" clId="{C54C6CE4-832A-4182-B126-11AA7A6FAFE7}" dt="2024-11-03T10:51:08.868" v="39" actId="1076"/>
          <ac:picMkLst>
            <pc:docMk/>
            <pc:sldMk cId="3007806078" sldId="406"/>
            <ac:picMk id="709637" creationId="{B1D338F1-3817-44A5-BE6E-86F7423F64A0}"/>
          </ac:picMkLst>
        </pc:picChg>
        <pc:picChg chg="mod">
          <ac:chgData name="Eclair Chen" userId="bee3a08289d85a0e" providerId="LiveId" clId="{C54C6CE4-832A-4182-B126-11AA7A6FAFE7}" dt="2024-11-03T10:51:08.868" v="39" actId="1076"/>
          <ac:picMkLst>
            <pc:docMk/>
            <pc:sldMk cId="3007806078" sldId="406"/>
            <ac:picMk id="709638" creationId="{02CC22B7-0C0F-477F-9E09-3ECDC4ED607F}"/>
          </ac:picMkLst>
        </pc:picChg>
        <pc:picChg chg="mod">
          <ac:chgData name="Eclair Chen" userId="bee3a08289d85a0e" providerId="LiveId" clId="{C54C6CE4-832A-4182-B126-11AA7A6FAFE7}" dt="2024-11-03T10:51:08.868" v="39" actId="1076"/>
          <ac:picMkLst>
            <pc:docMk/>
            <pc:sldMk cId="3007806078" sldId="406"/>
            <ac:picMk id="709639" creationId="{200D5A42-F14C-4B88-B6E1-4ADF3923260D}"/>
          </ac:picMkLst>
        </pc:picChg>
      </pc:sldChg>
      <pc:sldChg chg="del">
        <pc:chgData name="Eclair Chen" userId="bee3a08289d85a0e" providerId="LiveId" clId="{C54C6CE4-832A-4182-B126-11AA7A6FAFE7}" dt="2024-11-03T11:04:09.782" v="146" actId="2696"/>
        <pc:sldMkLst>
          <pc:docMk/>
          <pc:sldMk cId="1841253861" sldId="408"/>
        </pc:sldMkLst>
      </pc:sldChg>
      <pc:sldChg chg="addSp delSp modSp mod">
        <pc:chgData name="Eclair Chen" userId="bee3a08289d85a0e" providerId="LiveId" clId="{C54C6CE4-832A-4182-B126-11AA7A6FAFE7}" dt="2024-11-03T11:04:02.616" v="145" actId="14100"/>
        <pc:sldMkLst>
          <pc:docMk/>
          <pc:sldMk cId="3739039175" sldId="409"/>
        </pc:sldMkLst>
        <pc:spChg chg="add del mod">
          <ac:chgData name="Eclair Chen" userId="bee3a08289d85a0e" providerId="LiveId" clId="{C54C6CE4-832A-4182-B126-11AA7A6FAFE7}" dt="2024-11-03T10:55:24.812" v="44" actId="478"/>
          <ac:spMkLst>
            <pc:docMk/>
            <pc:sldMk cId="3739039175" sldId="409"/>
            <ac:spMk id="2" creationId="{458988B4-A0A0-4972-9E67-A501D4C56175}"/>
          </ac:spMkLst>
        </pc:spChg>
        <pc:spChg chg="add mod">
          <ac:chgData name="Eclair Chen" userId="bee3a08289d85a0e" providerId="LiveId" clId="{C54C6CE4-832A-4182-B126-11AA7A6FAFE7}" dt="2024-11-03T11:04:02.616" v="145" actId="14100"/>
          <ac:spMkLst>
            <pc:docMk/>
            <pc:sldMk cId="3739039175" sldId="409"/>
            <ac:spMk id="5" creationId="{131C0E4B-9F0A-44C1-9C51-8F70D845598D}"/>
          </ac:spMkLst>
        </pc:spChg>
        <pc:spChg chg="add mod">
          <ac:chgData name="Eclair Chen" userId="bee3a08289d85a0e" providerId="LiveId" clId="{C54C6CE4-832A-4182-B126-11AA7A6FAFE7}" dt="2024-11-03T11:03:53.496" v="144" actId="1076"/>
          <ac:spMkLst>
            <pc:docMk/>
            <pc:sldMk cId="3739039175" sldId="409"/>
            <ac:spMk id="6" creationId="{8DEEC39A-9518-4CB3-8A49-E824126CEF85}"/>
          </ac:spMkLst>
        </pc:spChg>
        <pc:spChg chg="mod">
          <ac:chgData name="Eclair Chen" userId="bee3a08289d85a0e" providerId="LiveId" clId="{C54C6CE4-832A-4182-B126-11AA7A6FAFE7}" dt="2024-11-03T11:03:29.567" v="141" actId="6549"/>
          <ac:spMkLst>
            <pc:docMk/>
            <pc:sldMk cId="3739039175" sldId="409"/>
            <ac:spMk id="712706" creationId="{75F0C1B6-F331-40DB-AD64-79877AAE8E00}"/>
          </ac:spMkLst>
        </pc:spChg>
        <pc:spChg chg="del mod">
          <ac:chgData name="Eclair Chen" userId="bee3a08289d85a0e" providerId="LiveId" clId="{C54C6CE4-832A-4182-B126-11AA7A6FAFE7}" dt="2024-11-03T10:55:22.284" v="43" actId="478"/>
          <ac:spMkLst>
            <pc:docMk/>
            <pc:sldMk cId="3739039175" sldId="409"/>
            <ac:spMk id="712707" creationId="{775EF8D3-0BE8-4B82-86B3-26F15D64886F}"/>
          </ac:spMkLst>
        </pc:spChg>
        <pc:picChg chg="del">
          <ac:chgData name="Eclair Chen" userId="bee3a08289d85a0e" providerId="LiveId" clId="{C54C6CE4-832A-4182-B126-11AA7A6FAFE7}" dt="2024-11-03T10:57:53.708" v="57" actId="478"/>
          <ac:picMkLst>
            <pc:docMk/>
            <pc:sldMk cId="3739039175" sldId="409"/>
            <ac:picMk id="3" creationId="{B88B0EFB-DB2F-4D52-A183-898C3259D2F4}"/>
          </ac:picMkLst>
        </pc:picChg>
        <pc:picChg chg="add mod ord">
          <ac:chgData name="Eclair Chen" userId="bee3a08289d85a0e" providerId="LiveId" clId="{C54C6CE4-832A-4182-B126-11AA7A6FAFE7}" dt="2024-11-03T11:03:37.428" v="143" actId="1076"/>
          <ac:picMkLst>
            <pc:docMk/>
            <pc:sldMk cId="3739039175" sldId="409"/>
            <ac:picMk id="4" creationId="{DB8D91AB-9495-448E-929B-0C83653537DB}"/>
          </ac:picMkLst>
        </pc:picChg>
        <pc:picChg chg="add mod">
          <ac:chgData name="Eclair Chen" userId="bee3a08289d85a0e" providerId="LiveId" clId="{C54C6CE4-832A-4182-B126-11AA7A6FAFE7}" dt="2024-11-03T10:58:17.372" v="62" actId="1076"/>
          <ac:picMkLst>
            <pc:docMk/>
            <pc:sldMk cId="3739039175" sldId="409"/>
            <ac:picMk id="9" creationId="{56A37FA2-ACD1-413F-AB24-D1210605E37F}"/>
          </ac:picMkLst>
        </pc:picChg>
      </pc:sldChg>
      <pc:sldChg chg="addSp delSp modSp mod">
        <pc:chgData name="Eclair Chen" userId="bee3a08289d85a0e" providerId="LiveId" clId="{C54C6CE4-832A-4182-B126-11AA7A6FAFE7}" dt="2024-11-03T11:24:34.798" v="243" actId="1076"/>
        <pc:sldMkLst>
          <pc:docMk/>
          <pc:sldMk cId="3854912977" sldId="410"/>
        </pc:sldMkLst>
        <pc:spChg chg="add del">
          <ac:chgData name="Eclair Chen" userId="bee3a08289d85a0e" providerId="LiveId" clId="{C54C6CE4-832A-4182-B126-11AA7A6FAFE7}" dt="2024-11-03T11:22:03.508" v="198"/>
          <ac:spMkLst>
            <pc:docMk/>
            <pc:sldMk cId="3854912977" sldId="410"/>
            <ac:spMk id="3" creationId="{5BE6B9E3-E8A4-4A83-988E-7141D17207F9}"/>
          </ac:spMkLst>
        </pc:spChg>
        <pc:spChg chg="del">
          <ac:chgData name="Eclair Chen" userId="bee3a08289d85a0e" providerId="LiveId" clId="{C54C6CE4-832A-4182-B126-11AA7A6FAFE7}" dt="2024-11-03T11:11:33.765" v="160" actId="478"/>
          <ac:spMkLst>
            <pc:docMk/>
            <pc:sldMk cId="3854912977" sldId="410"/>
            <ac:spMk id="7" creationId="{A7CCB31C-6702-4F1F-9198-BBDDF2A829AF}"/>
          </ac:spMkLst>
        </pc:spChg>
        <pc:spChg chg="mod">
          <ac:chgData name="Eclair Chen" userId="bee3a08289d85a0e" providerId="LiveId" clId="{C54C6CE4-832A-4182-B126-11AA7A6FAFE7}" dt="2024-11-03T11:24:21.030" v="240"/>
          <ac:spMkLst>
            <pc:docMk/>
            <pc:sldMk cId="3854912977" sldId="410"/>
            <ac:spMk id="714755" creationId="{30DA5858-3347-477F-9510-1DA6DA330D44}"/>
          </ac:spMkLst>
        </pc:spChg>
        <pc:picChg chg="add mod">
          <ac:chgData name="Eclair Chen" userId="bee3a08289d85a0e" providerId="LiveId" clId="{C54C6CE4-832A-4182-B126-11AA7A6FAFE7}" dt="2024-11-03T11:24:34.798" v="243" actId="1076"/>
          <ac:picMkLst>
            <pc:docMk/>
            <pc:sldMk cId="3854912977" sldId="410"/>
            <ac:picMk id="2" creationId="{52485BCA-C63D-4939-BEAD-31FFB5432B2F}"/>
          </ac:picMkLst>
        </pc:picChg>
        <pc:picChg chg="del mod">
          <ac:chgData name="Eclair Chen" userId="bee3a08289d85a0e" providerId="LiveId" clId="{C54C6CE4-832A-4182-B126-11AA7A6FAFE7}" dt="2024-11-03T11:11:35.852" v="161" actId="478"/>
          <ac:picMkLst>
            <pc:docMk/>
            <pc:sldMk cId="3854912977" sldId="410"/>
            <ac:picMk id="8" creationId="{CB821A44-5D49-4561-A83C-3F1E4538AABA}"/>
          </ac:picMkLst>
        </pc:picChg>
        <pc:picChg chg="del">
          <ac:chgData name="Eclair Chen" userId="bee3a08289d85a0e" providerId="LiveId" clId="{C54C6CE4-832A-4182-B126-11AA7A6FAFE7}" dt="2024-11-03T11:11:14.188" v="155" actId="478"/>
          <ac:picMkLst>
            <pc:docMk/>
            <pc:sldMk cId="3854912977" sldId="410"/>
            <ac:picMk id="9" creationId="{6B649009-9967-4185-A8A3-EAA2A493A40C}"/>
          </ac:picMkLst>
        </pc:picChg>
      </pc:sldChg>
      <pc:sldChg chg="addSp delSp modSp mod">
        <pc:chgData name="Eclair Chen" userId="bee3a08289d85a0e" providerId="LiveId" clId="{C54C6CE4-832A-4182-B126-11AA7A6FAFE7}" dt="2024-11-03T11:30:11.165" v="282" actId="1076"/>
        <pc:sldMkLst>
          <pc:docMk/>
          <pc:sldMk cId="3512877858" sldId="411"/>
        </pc:sldMkLst>
        <pc:spChg chg="del mod">
          <ac:chgData name="Eclair Chen" userId="bee3a08289d85a0e" providerId="LiveId" clId="{C54C6CE4-832A-4182-B126-11AA7A6FAFE7}" dt="2024-11-03T11:30:08.027" v="281" actId="478"/>
          <ac:spMkLst>
            <pc:docMk/>
            <pc:sldMk cId="3512877858" sldId="411"/>
            <ac:spMk id="11" creationId="{35FC0887-E4A5-4734-BF88-EA21D7DFFFC0}"/>
          </ac:spMkLst>
        </pc:spChg>
        <pc:spChg chg="mod">
          <ac:chgData name="Eclair Chen" userId="bee3a08289d85a0e" providerId="LiveId" clId="{C54C6CE4-832A-4182-B126-11AA7A6FAFE7}" dt="2024-11-03T11:26:50.473" v="255" actId="20577"/>
          <ac:spMkLst>
            <pc:docMk/>
            <pc:sldMk cId="3512877858" sldId="411"/>
            <ac:spMk id="716803" creationId="{3716A131-F0EC-4A9B-AF69-148B3848F3B1}"/>
          </ac:spMkLst>
        </pc:spChg>
        <pc:picChg chg="add mod ord">
          <ac:chgData name="Eclair Chen" userId="bee3a08289d85a0e" providerId="LiveId" clId="{C54C6CE4-832A-4182-B126-11AA7A6FAFE7}" dt="2024-11-03T11:27:07.200" v="259" actId="1076"/>
          <ac:picMkLst>
            <pc:docMk/>
            <pc:sldMk cId="3512877858" sldId="411"/>
            <ac:picMk id="2" creationId="{12B2CCE3-5807-439C-9285-25569B3BE364}"/>
          </ac:picMkLst>
        </pc:picChg>
        <pc:picChg chg="del">
          <ac:chgData name="Eclair Chen" userId="bee3a08289d85a0e" providerId="LiveId" clId="{C54C6CE4-832A-4182-B126-11AA7A6FAFE7}" dt="2024-11-03T11:26:33.946" v="244" actId="478"/>
          <ac:picMkLst>
            <pc:docMk/>
            <pc:sldMk cId="3512877858" sldId="411"/>
            <ac:picMk id="3" creationId="{D85E1704-6165-448B-B787-DD6951F7A2E8}"/>
          </ac:picMkLst>
        </pc:picChg>
        <pc:picChg chg="add mod">
          <ac:chgData name="Eclair Chen" userId="bee3a08289d85a0e" providerId="LiveId" clId="{C54C6CE4-832A-4182-B126-11AA7A6FAFE7}" dt="2024-11-03T11:30:11.165" v="282" actId="1076"/>
          <ac:picMkLst>
            <pc:docMk/>
            <pc:sldMk cId="3512877858" sldId="411"/>
            <ac:picMk id="4" creationId="{61C3D2ED-100B-4420-9AA7-B5C090BBE977}"/>
          </ac:picMkLst>
        </pc:picChg>
        <pc:picChg chg="del mod">
          <ac:chgData name="Eclair Chen" userId="bee3a08289d85a0e" providerId="LiveId" clId="{C54C6CE4-832A-4182-B126-11AA7A6FAFE7}" dt="2024-11-03T11:29:10.668" v="272" actId="478"/>
          <ac:picMkLst>
            <pc:docMk/>
            <pc:sldMk cId="3512877858" sldId="411"/>
            <ac:picMk id="12" creationId="{299036C1-3560-4DC8-A959-796FB125714B}"/>
          </ac:picMkLst>
        </pc:picChg>
      </pc:sldChg>
      <pc:sldChg chg="addSp delSp modSp mod">
        <pc:chgData name="Eclair Chen" userId="bee3a08289d85a0e" providerId="LiveId" clId="{C54C6CE4-832A-4182-B126-11AA7A6FAFE7}" dt="2024-11-03T11:34:59.733" v="353" actId="478"/>
        <pc:sldMkLst>
          <pc:docMk/>
          <pc:sldMk cId="3401134019" sldId="415"/>
        </pc:sldMkLst>
        <pc:spChg chg="mod">
          <ac:chgData name="Eclair Chen" userId="bee3a08289d85a0e" providerId="LiveId" clId="{C54C6CE4-832A-4182-B126-11AA7A6FAFE7}" dt="2024-11-03T11:34:53.930" v="351" actId="14100"/>
          <ac:spMkLst>
            <pc:docMk/>
            <pc:sldMk cId="3401134019" sldId="415"/>
            <ac:spMk id="722946" creationId="{8BE1D52D-A27C-4480-9902-B5D48FA4EE68}"/>
          </ac:spMkLst>
        </pc:spChg>
        <pc:spChg chg="mod">
          <ac:chgData name="Eclair Chen" userId="bee3a08289d85a0e" providerId="LiveId" clId="{C54C6CE4-832A-4182-B126-11AA7A6FAFE7}" dt="2024-11-03T11:34:53.175" v="350" actId="1076"/>
          <ac:spMkLst>
            <pc:docMk/>
            <pc:sldMk cId="3401134019" sldId="415"/>
            <ac:spMk id="722947" creationId="{1C2C3F97-3323-410A-BC55-2BF7438E7E0B}"/>
          </ac:spMkLst>
        </pc:spChg>
        <pc:picChg chg="mod">
          <ac:chgData name="Eclair Chen" userId="bee3a08289d85a0e" providerId="LiveId" clId="{C54C6CE4-832A-4182-B126-11AA7A6FAFE7}" dt="2024-11-03T11:34:52.284" v="349" actId="1076"/>
          <ac:picMkLst>
            <pc:docMk/>
            <pc:sldMk cId="3401134019" sldId="415"/>
            <ac:picMk id="3" creationId="{8C29E7B2-F81B-459B-AF58-65432D615171}"/>
          </ac:picMkLst>
        </pc:picChg>
        <pc:picChg chg="mod">
          <ac:chgData name="Eclair Chen" userId="bee3a08289d85a0e" providerId="LiveId" clId="{C54C6CE4-832A-4182-B126-11AA7A6FAFE7}" dt="2024-11-03T11:34:51.360" v="348" actId="1076"/>
          <ac:picMkLst>
            <pc:docMk/>
            <pc:sldMk cId="3401134019" sldId="415"/>
            <ac:picMk id="7" creationId="{5E2A16DC-F4E1-4EDB-89AC-3EA28A42E8F2}"/>
          </ac:picMkLst>
        </pc:picChg>
        <pc:picChg chg="add del mod">
          <ac:chgData name="Eclair Chen" userId="bee3a08289d85a0e" providerId="LiveId" clId="{C54C6CE4-832A-4182-B126-11AA7A6FAFE7}" dt="2024-11-03T11:34:59.733" v="353" actId="478"/>
          <ac:picMkLst>
            <pc:docMk/>
            <pc:sldMk cId="3401134019" sldId="415"/>
            <ac:picMk id="8" creationId="{7E10EBF4-7CCF-4D47-B57A-EE80E27E29E1}"/>
          </ac:picMkLst>
        </pc:picChg>
        <pc:picChg chg="add del mod">
          <ac:chgData name="Eclair Chen" userId="bee3a08289d85a0e" providerId="LiveId" clId="{C54C6CE4-832A-4182-B126-11AA7A6FAFE7}" dt="2024-11-03T11:34:58.530" v="352" actId="478"/>
          <ac:picMkLst>
            <pc:docMk/>
            <pc:sldMk cId="3401134019" sldId="415"/>
            <ac:picMk id="10" creationId="{EC2348A1-5FB8-409D-9809-125F610DE247}"/>
          </ac:picMkLst>
        </pc:picChg>
      </pc:sldChg>
      <pc:sldChg chg="addSp delSp modSp mod">
        <pc:chgData name="Eclair Chen" userId="bee3a08289d85a0e" providerId="LiveId" clId="{C54C6CE4-832A-4182-B126-11AA7A6FAFE7}" dt="2024-11-03T11:45:24.824" v="367" actId="1076"/>
        <pc:sldMkLst>
          <pc:docMk/>
          <pc:sldMk cId="940825226" sldId="418"/>
        </pc:sldMkLst>
        <pc:spChg chg="add del mod">
          <ac:chgData name="Eclair Chen" userId="bee3a08289d85a0e" providerId="LiveId" clId="{C54C6CE4-832A-4182-B126-11AA7A6FAFE7}" dt="2024-11-03T11:45:19.215" v="365" actId="478"/>
          <ac:spMkLst>
            <pc:docMk/>
            <pc:sldMk cId="940825226" sldId="418"/>
            <ac:spMk id="2" creationId="{05E7C88F-F143-44C7-AE18-2CCAAE698113}"/>
          </ac:spMkLst>
        </pc:spChg>
        <pc:spChg chg="del mod">
          <ac:chgData name="Eclair Chen" userId="bee3a08289d85a0e" providerId="LiveId" clId="{C54C6CE4-832A-4182-B126-11AA7A6FAFE7}" dt="2024-11-03T11:45:16.292" v="364" actId="478"/>
          <ac:spMkLst>
            <pc:docMk/>
            <pc:sldMk cId="940825226" sldId="418"/>
            <ac:spMk id="727043" creationId="{7EBD3A15-D2FE-4F76-97DC-FABD6A9959BE}"/>
          </ac:spMkLst>
        </pc:spChg>
        <pc:picChg chg="mod">
          <ac:chgData name="Eclair Chen" userId="bee3a08289d85a0e" providerId="LiveId" clId="{C54C6CE4-832A-4182-B126-11AA7A6FAFE7}" dt="2024-11-03T11:45:24.824" v="367" actId="1076"/>
          <ac:picMkLst>
            <pc:docMk/>
            <pc:sldMk cId="940825226" sldId="418"/>
            <ac:picMk id="3" creationId="{9A3CE91D-7FB3-463B-B3FB-16F46B1FBCA0}"/>
          </ac:picMkLst>
        </pc:picChg>
      </pc:sldChg>
      <pc:sldChg chg="modSp mod">
        <pc:chgData name="Eclair Chen" userId="bee3a08289d85a0e" providerId="LiveId" clId="{C54C6CE4-832A-4182-B126-11AA7A6FAFE7}" dt="2024-11-03T11:53:58.502" v="509" actId="14100"/>
        <pc:sldMkLst>
          <pc:docMk/>
          <pc:sldMk cId="2514558237" sldId="419"/>
        </pc:sldMkLst>
        <pc:spChg chg="mod">
          <ac:chgData name="Eclair Chen" userId="bee3a08289d85a0e" providerId="LiveId" clId="{C54C6CE4-832A-4182-B126-11AA7A6FAFE7}" dt="2024-11-03T11:48:15.594" v="423" actId="14100"/>
          <ac:spMkLst>
            <pc:docMk/>
            <pc:sldMk cId="2514558237" sldId="419"/>
            <ac:spMk id="729090" creationId="{8F7FB66A-3D51-4196-911B-B7ED85CE7751}"/>
          </ac:spMkLst>
        </pc:spChg>
        <pc:spChg chg="mod">
          <ac:chgData name="Eclair Chen" userId="bee3a08289d85a0e" providerId="LiveId" clId="{C54C6CE4-832A-4182-B126-11AA7A6FAFE7}" dt="2024-11-03T11:53:58.502" v="509" actId="14100"/>
          <ac:spMkLst>
            <pc:docMk/>
            <pc:sldMk cId="2514558237" sldId="419"/>
            <ac:spMk id="729091" creationId="{534ADF35-9D25-4D40-AB47-855E78D4D6A8}"/>
          </ac:spMkLst>
        </pc:spChg>
        <pc:picChg chg="mod">
          <ac:chgData name="Eclair Chen" userId="bee3a08289d85a0e" providerId="LiveId" clId="{C54C6CE4-832A-4182-B126-11AA7A6FAFE7}" dt="2024-11-03T11:53:19.993" v="503" actId="1076"/>
          <ac:picMkLst>
            <pc:docMk/>
            <pc:sldMk cId="2514558237" sldId="419"/>
            <ac:picMk id="2" creationId="{00000000-0000-0000-0000-000000000000}"/>
          </ac:picMkLst>
        </pc:picChg>
        <pc:picChg chg="mod">
          <ac:chgData name="Eclair Chen" userId="bee3a08289d85a0e" providerId="LiveId" clId="{C54C6CE4-832A-4182-B126-11AA7A6FAFE7}" dt="2024-11-03T11:52:53.634" v="497" actId="1076"/>
          <ac:picMkLst>
            <pc:docMk/>
            <pc:sldMk cId="2514558237" sldId="419"/>
            <ac:picMk id="3" creationId="{00000000-0000-0000-0000-000000000000}"/>
          </ac:picMkLst>
        </pc:picChg>
        <pc:picChg chg="mod">
          <ac:chgData name="Eclair Chen" userId="bee3a08289d85a0e" providerId="LiveId" clId="{C54C6CE4-832A-4182-B126-11AA7A6FAFE7}" dt="2024-11-03T11:53:24.583" v="504" actId="1076"/>
          <ac:picMkLst>
            <pc:docMk/>
            <pc:sldMk cId="2514558237" sldId="419"/>
            <ac:picMk id="4" creationId="{00000000-0000-0000-0000-000000000000}"/>
          </ac:picMkLst>
        </pc:picChg>
        <pc:picChg chg="mod">
          <ac:chgData name="Eclair Chen" userId="bee3a08289d85a0e" providerId="LiveId" clId="{C54C6CE4-832A-4182-B126-11AA7A6FAFE7}" dt="2024-11-03T11:53:24.583" v="504" actId="1076"/>
          <ac:picMkLst>
            <pc:docMk/>
            <pc:sldMk cId="2514558237" sldId="419"/>
            <ac:picMk id="5" creationId="{00000000-0000-0000-0000-000000000000}"/>
          </ac:picMkLst>
        </pc:picChg>
      </pc:sldChg>
      <pc:sldChg chg="modSp mod">
        <pc:chgData name="Eclair Chen" userId="bee3a08289d85a0e" providerId="LiveId" clId="{C54C6CE4-832A-4182-B126-11AA7A6FAFE7}" dt="2024-11-03T13:04:39.098" v="510" actId="1076"/>
        <pc:sldMkLst>
          <pc:docMk/>
          <pc:sldMk cId="3130311652" sldId="420"/>
        </pc:sldMkLst>
        <pc:picChg chg="mod">
          <ac:chgData name="Eclair Chen" userId="bee3a08289d85a0e" providerId="LiveId" clId="{C54C6CE4-832A-4182-B126-11AA7A6FAFE7}" dt="2024-11-03T13:04:39.098" v="510" actId="1076"/>
          <ac:picMkLst>
            <pc:docMk/>
            <pc:sldMk cId="3130311652" sldId="420"/>
            <ac:picMk id="5" creationId="{18B89D38-F630-4EA1-B06A-C893AF571E1D}"/>
          </ac:picMkLst>
        </pc:picChg>
      </pc:sldChg>
      <pc:sldChg chg="modSp mod">
        <pc:chgData name="Eclair Chen" userId="bee3a08289d85a0e" providerId="LiveId" clId="{C54C6CE4-832A-4182-B126-11AA7A6FAFE7}" dt="2024-11-03T13:05:48.428" v="511"/>
        <pc:sldMkLst>
          <pc:docMk/>
          <pc:sldMk cId="1026797746" sldId="421"/>
        </pc:sldMkLst>
        <pc:spChg chg="mod">
          <ac:chgData name="Eclair Chen" userId="bee3a08289d85a0e" providerId="LiveId" clId="{C54C6CE4-832A-4182-B126-11AA7A6FAFE7}" dt="2024-11-03T13:05:48.428" v="511"/>
          <ac:spMkLst>
            <pc:docMk/>
            <pc:sldMk cId="1026797746" sldId="421"/>
            <ac:spMk id="731139" creationId="{D6A26138-18BA-4902-B9A0-E2B33C234F03}"/>
          </ac:spMkLst>
        </pc:spChg>
      </pc:sldChg>
      <pc:sldChg chg="addSp modSp mod">
        <pc:chgData name="Eclair Chen" userId="bee3a08289d85a0e" providerId="LiveId" clId="{C54C6CE4-832A-4182-B126-11AA7A6FAFE7}" dt="2024-11-03T13:12:45.900" v="543" actId="1076"/>
        <pc:sldMkLst>
          <pc:docMk/>
          <pc:sldMk cId="3789542229" sldId="423"/>
        </pc:sldMkLst>
        <pc:spChg chg="add mod">
          <ac:chgData name="Eclair Chen" userId="bee3a08289d85a0e" providerId="LiveId" clId="{C54C6CE4-832A-4182-B126-11AA7A6FAFE7}" dt="2024-11-03T13:12:45.900" v="543" actId="1076"/>
          <ac:spMkLst>
            <pc:docMk/>
            <pc:sldMk cId="3789542229" sldId="423"/>
            <ac:spMk id="7" creationId="{C081EAEB-DE86-4A86-B999-E84F327356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ACE07B8E-798D-4E9C-B9C5-71D3DD7AE1A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5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AE266203-A98E-43DE-98FF-1E5DD8CCEC4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078435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65FA43-FBA1-47ED-AC00-78F7987BA8CE}" type="slidenum">
              <a:rPr lang="en-US" altLang="zh-TW"/>
              <a:pPr/>
              <a:t>38</a:t>
            </a:fld>
            <a:endParaRPr lang="en-US" altLang="zh-TW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1335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9909CF2-D529-42D1-9366-54B856B96688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0DF3C-EA07-4760-91B3-72F96E08D71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934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3E45F0-E997-4557-A011-CCE1801C33F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66580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AA7566-4F3D-4497-BBBA-AECE00C014C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552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5FD38-8053-4673-BE55-1947C5E6F75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069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981473-BEB5-42A0-BB4E-617E57D77CC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333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48D9B-842F-4FA8-AB86-B13070DF478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176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4B034-4608-40EF-93FB-73BDFDBF6E8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581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9D7D6-0257-404C-8D07-072D8EFC36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126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016EC-C135-4BFC-9F3B-D62024AC54F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980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E5F81C-E15B-48EC-84B2-C36FA60941B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6298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7EBB66E-CCA5-463A-9A1E-3402D083428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7787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9C60063-2C6D-4566-900D-7AEE0BB82B7A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42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B8DD3-35D0-4581-9750-0584DB683B2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8901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7C416C-2220-4B2F-804E-DF5CFB45A22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9052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C40441-1EFE-4C69-B5E9-CE502D10427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7902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829E6-87AD-4410-847E-DFE2262DBF1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69570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27B4D2-60BF-45F9-B061-4CD23DBBE0B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4021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2489B-B3DA-41F6-BF44-567AE307B65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9929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07C24-5E1C-4BA4-8D07-64DD48F4B8F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2535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CF28EE-48E3-452E-AE98-F8B9B62B8F9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8458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E92E9-35C2-4FC8-843C-332DBB66648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27112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0D88FA-0B40-4608-BCAC-0C842E81362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1796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843B02E-31CA-427C-8690-5313C0DE340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640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D8BBA7AD-FE92-4767-8C86-215C92237A40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 b="0"/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 b="0"/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 b="0"/>
            </a:lvl1pPr>
          </a:lstStyle>
          <a:p>
            <a:fld id="{35DD3830-C9DF-459A-BFBF-CFFB6383ADB9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385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ACAA67F-292E-4BDC-A535-7691FE6BD29D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第九章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  標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認識指標的概念及指標變數的使用</a:t>
            </a:r>
          </a:p>
          <a:p>
            <a:r>
              <a:rPr lang="zh-TW" altLang="en-US" sz="2800"/>
              <a:t>學習指標運算子的運算方式</a:t>
            </a:r>
          </a:p>
          <a:p>
            <a:r>
              <a:rPr lang="zh-TW" altLang="en-US" sz="2800"/>
              <a:t>熟悉指標的運算</a:t>
            </a:r>
          </a:p>
          <a:p>
            <a:r>
              <a:rPr lang="zh-TW" altLang="en-US" sz="2800"/>
              <a:t>利用函數傳遞指標與陣列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C8A32-3E57-4BD3-AB89-024169A377ED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48640"/>
          </a:xfrm>
        </p:spPr>
        <p:txBody>
          <a:bodyPr/>
          <a:lstStyle/>
          <a:p>
            <a:r>
              <a:rPr lang="zh-TW" altLang="en-US" dirty="0"/>
              <a:t>什麼是指標 </a:t>
            </a:r>
            <a:r>
              <a:rPr lang="en-US" altLang="zh-TW" dirty="0"/>
              <a:t> </a:t>
            </a:r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356813"/>
            <a:ext cx="7848600" cy="4376347"/>
          </a:xfrm>
        </p:spPr>
        <p:txBody>
          <a:bodyPr/>
          <a:lstStyle/>
          <a:p>
            <a:r>
              <a:rPr lang="zh-TW" altLang="en-US" sz="2000" b="1" dirty="0">
                <a:solidFill>
                  <a:srgbClr val="FF0000"/>
                </a:solidFill>
              </a:rPr>
              <a:t>指標</a:t>
            </a:r>
            <a:r>
              <a:rPr lang="zh-TW" altLang="en-US" sz="2000" dirty="0"/>
              <a:t>（</a:t>
            </a:r>
            <a:r>
              <a:rPr lang="en-US" altLang="zh-TW" sz="2000" dirty="0"/>
              <a:t>pointer</a:t>
            </a:r>
            <a:r>
              <a:rPr lang="zh-TW" altLang="en-US" sz="2000" dirty="0"/>
              <a:t>）是用來存放變數在記憶體中的</a:t>
            </a:r>
            <a:r>
              <a:rPr lang="zh-TW" altLang="en-US" sz="2000" b="1" dirty="0">
                <a:solidFill>
                  <a:srgbClr val="FF0000"/>
                </a:solidFill>
              </a:rPr>
              <a:t>位址</a:t>
            </a:r>
          </a:p>
          <a:p>
            <a:r>
              <a:rPr lang="zh-TW" altLang="en-US" sz="2000" dirty="0"/>
              <a:t>如果指標</a:t>
            </a:r>
            <a:r>
              <a:rPr lang="en-US" altLang="zh-TW" sz="2000" dirty="0" err="1"/>
              <a:t>ptr</a:t>
            </a:r>
            <a:r>
              <a:rPr lang="zh-TW" altLang="en-US" sz="2000" dirty="0"/>
              <a:t>存放變數</a:t>
            </a:r>
            <a:r>
              <a:rPr lang="en-US" altLang="zh-TW" sz="2000" dirty="0"/>
              <a:t>a</a:t>
            </a:r>
            <a:r>
              <a:rPr lang="zh-TW" altLang="en-US" sz="2000" dirty="0"/>
              <a:t>的位址，則</a:t>
            </a:r>
          </a:p>
          <a:p>
            <a:endParaRPr lang="zh-TW" altLang="en-US" sz="2000" dirty="0"/>
          </a:p>
          <a:p>
            <a:r>
              <a:rPr lang="zh-TW" altLang="en-US" sz="2000" dirty="0"/>
              <a:t>指標</a:t>
            </a:r>
            <a:r>
              <a:rPr lang="en-US" altLang="zh-TW" sz="2000" dirty="0" err="1"/>
              <a:t>ptr</a:t>
            </a:r>
            <a:r>
              <a:rPr lang="zh-TW" altLang="en-US" sz="2000" dirty="0"/>
              <a:t>指向變數</a:t>
            </a:r>
            <a:r>
              <a:rPr lang="en-US" altLang="zh-TW" sz="2000" dirty="0"/>
              <a:t>a</a:t>
            </a:r>
            <a:r>
              <a:rPr lang="zh-TW" altLang="en-US" sz="2000" dirty="0"/>
              <a:t>的示意圖 </a:t>
            </a:r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/>
              <a:t>變數</a:t>
            </a:r>
            <a:r>
              <a:rPr lang="en-US" altLang="zh-TW" sz="2000" dirty="0"/>
              <a:t>a</a:t>
            </a:r>
            <a:r>
              <a:rPr lang="zh-TW" altLang="en-US" sz="2000" dirty="0"/>
              <a:t>與指標變數</a:t>
            </a:r>
            <a:r>
              <a:rPr lang="en-US" altLang="zh-TW" sz="2000" dirty="0" err="1"/>
              <a:t>ptr</a:t>
            </a:r>
            <a:r>
              <a:rPr lang="zh-TW" altLang="en-US" sz="2000" dirty="0"/>
              <a:t>的配置</a:t>
            </a:r>
          </a:p>
        </p:txBody>
      </p:sp>
      <p:sp>
        <p:nvSpPr>
          <p:cNvPr id="578567" name="AutoShape 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指標概述</a:t>
            </a:r>
          </a:p>
        </p:txBody>
      </p:sp>
      <p:pic>
        <p:nvPicPr>
          <p:cNvPr id="57856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92" y="2310583"/>
            <a:ext cx="3621428" cy="335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857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25" y="3428999"/>
            <a:ext cx="4706762" cy="1467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9">
            <a:extLst>
              <a:ext uri="{FF2B5EF4-FFF2-40B4-BE49-F238E27FC236}">
                <a16:creationId xmlns:a16="http://schemas.microsoft.com/office/drawing/2014/main" id="{62B5D01F-B000-4FFE-9796-70BE3B23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461886"/>
            <a:ext cx="3462286" cy="122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B6C12D49-D5F0-4844-B40C-650661928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244" y="4090661"/>
            <a:ext cx="3566356" cy="785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zh-TW" altLang="en-US" sz="2000" b="0" dirty="0">
                <a:effectLst/>
              </a:rPr>
              <a:t>通常編譯器是採「</a:t>
            </a:r>
            <a:r>
              <a:rPr lang="zh-TW" altLang="en-US" sz="2000" dirty="0">
                <a:solidFill>
                  <a:srgbClr val="FF0000"/>
                </a:solidFill>
                <a:effectLst/>
              </a:rPr>
              <a:t>位元組定址法</a:t>
            </a:r>
            <a:r>
              <a:rPr lang="zh-TW" altLang="en-US" sz="2000" b="0" dirty="0">
                <a:effectLst/>
              </a:rPr>
              <a:t>」決定變數的位址：</a:t>
            </a:r>
          </a:p>
          <a:p>
            <a:pPr marL="495300" indent="-495300"/>
            <a:endParaRPr lang="zh-TW" altLang="en-US" sz="2600" b="0" dirty="0">
              <a:effectLst/>
            </a:endParaRPr>
          </a:p>
          <a:p>
            <a:pPr marL="763588" lvl="1" indent="-419100">
              <a:buFont typeface="Wingdings" panose="05000000000000000000" pitchFamily="2" charset="2"/>
              <a:buNone/>
            </a:pPr>
            <a:endParaRPr lang="en-US" altLang="zh-TW" sz="2200" b="0" dirty="0">
              <a:effectLst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CE6C503-4AEC-4672-9AC3-317FF3589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515" y="4811447"/>
            <a:ext cx="4205690" cy="1457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58584-6613-4E78-88A6-812426BD187F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zh-TW" altLang="en-US" dirty="0"/>
              <a:t>記憶體的位址</a:t>
            </a:r>
            <a:r>
              <a:rPr lang="en-US" altLang="zh-TW" dirty="0"/>
              <a:t> </a:t>
            </a:r>
          </a:p>
        </p:txBody>
      </p:sp>
      <p:sp>
        <p:nvSpPr>
          <p:cNvPr id="582690" name="AutoShape 3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9.1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指標概述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32" y="822760"/>
            <a:ext cx="6443320" cy="5113337"/>
          </a:xfrm>
          <a:prstGeom prst="rect">
            <a:avLst/>
          </a:prstGeom>
        </p:spPr>
      </p:pic>
      <p:sp>
        <p:nvSpPr>
          <p:cNvPr id="582682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986867" y="938821"/>
            <a:ext cx="3149913" cy="767316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印出變數的值、記憶體的大小，與變數的位址</a:t>
            </a:r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108353"/>
            <a:ext cx="4090343" cy="2749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551A4-38E2-4FD4-A7F6-238EC03142C4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84716" name="Rectangle 12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1736725"/>
            <a:ext cx="8135938" cy="4679950"/>
          </a:xfrm>
          <a:noFill/>
          <a:ln/>
        </p:spPr>
        <p:txBody>
          <a:bodyPr/>
          <a:lstStyle/>
          <a:p>
            <a:r>
              <a:rPr lang="zh-TW" altLang="en-US" sz="2600" dirty="0"/>
              <a:t>把指標</a:t>
            </a:r>
            <a:r>
              <a:rPr lang="en-US" altLang="zh-TW" sz="2600" dirty="0" err="1"/>
              <a:t>ptr</a:t>
            </a:r>
            <a:r>
              <a:rPr lang="zh-TW" altLang="en-US" sz="2600" dirty="0"/>
              <a:t>指向整數變數</a:t>
            </a:r>
            <a:r>
              <a:rPr lang="en-US" altLang="zh-TW" sz="2600" dirty="0"/>
              <a:t>num </a:t>
            </a:r>
          </a:p>
          <a:p>
            <a:endParaRPr lang="en-US" altLang="zh-TW" sz="2600" dirty="0"/>
          </a:p>
          <a:p>
            <a:r>
              <a:rPr lang="zh-TW" altLang="en-US" sz="2600" dirty="0"/>
              <a:t>下面是設定</a:t>
            </a:r>
            <a:r>
              <a:rPr lang="en-US" altLang="zh-TW" sz="2600" dirty="0" err="1"/>
              <a:t>ptr</a:t>
            </a:r>
            <a:r>
              <a:rPr lang="en-US" altLang="zh-TW" sz="2600" dirty="0"/>
              <a:t>=&amp;num</a:t>
            </a:r>
            <a:r>
              <a:rPr lang="zh-TW" altLang="en-US" sz="2600" dirty="0"/>
              <a:t>的示意圖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在宣告指標變數時，也可以立即將它指向某個整數 </a:t>
            </a:r>
          </a:p>
        </p:txBody>
      </p:sp>
      <p:sp>
        <p:nvSpPr>
          <p:cNvPr id="5847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指標變數的宣告</a:t>
            </a:r>
            <a:endParaRPr lang="en-US" altLang="zh-TW" dirty="0"/>
          </a:p>
        </p:txBody>
      </p:sp>
      <p:sp>
        <p:nvSpPr>
          <p:cNvPr id="584724" name="AutoShape 20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pic>
        <p:nvPicPr>
          <p:cNvPr id="584728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70" y="2312988"/>
            <a:ext cx="56388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4729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58" y="3573463"/>
            <a:ext cx="4405312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120186C-C792-4E38-B073-A8CB787F47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020"/>
          <a:stretch/>
        </p:blipFill>
        <p:spPr>
          <a:xfrm>
            <a:off x="5328282" y="1300622"/>
            <a:ext cx="3564198" cy="812668"/>
          </a:xfrm>
          <a:prstGeom prst="rect">
            <a:avLst/>
          </a:prstGeom>
        </p:spPr>
      </p:pic>
      <p:pic>
        <p:nvPicPr>
          <p:cNvPr id="11" name="Picture 149">
            <a:extLst>
              <a:ext uri="{FF2B5EF4-FFF2-40B4-BE49-F238E27FC236}">
                <a16:creationId xmlns:a16="http://schemas.microsoft.com/office/drawing/2014/main" id="{7E633568-FD14-41DE-B1E4-E3ED1AB886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6775" b="-25366"/>
          <a:stretch/>
        </p:blipFill>
        <p:spPr bwMode="auto">
          <a:xfrm>
            <a:off x="6161865" y="3846645"/>
            <a:ext cx="1716824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4E8815C8-415D-4AF9-84C2-B0A0EB4CF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207" y="3255963"/>
            <a:ext cx="3718756" cy="665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/>
            <a:r>
              <a:rPr lang="zh-TW" altLang="en-US" sz="2600" b="0" dirty="0">
                <a:effectLst/>
              </a:rPr>
              <a:t>指標變數宣告的範例</a:t>
            </a:r>
          </a:p>
          <a:p>
            <a:pPr marL="763588" lvl="1" indent="-419100">
              <a:buFont typeface="Wingdings" panose="05000000000000000000" pitchFamily="2" charset="2"/>
              <a:buNone/>
            </a:pPr>
            <a:endParaRPr lang="en-US" altLang="zh-TW" sz="2200" b="0" dirty="0">
              <a:effectLst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8ABF755-D5B8-452F-85A1-E1363C700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270" y="5979918"/>
            <a:ext cx="7475868" cy="4801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A8194-AB47-41C6-B9B6-AD6F21285E25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67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7"/>
            <a:ext cx="7543800" cy="1010725"/>
          </a:xfrm>
        </p:spPr>
        <p:txBody>
          <a:bodyPr/>
          <a:lstStyle/>
          <a:p>
            <a:r>
              <a:rPr lang="zh-TW" altLang="en-US" dirty="0"/>
              <a:t>指標變數的使用</a:t>
            </a:r>
            <a:r>
              <a:rPr lang="en-US" altLang="zh-TW" dirty="0"/>
              <a:t>(1/3)</a:t>
            </a:r>
          </a:p>
        </p:txBody>
      </p:sp>
      <p:sp>
        <p:nvSpPr>
          <p:cNvPr id="586778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3936001"/>
            <a:ext cx="8172450" cy="1404231"/>
          </a:xfrm>
          <a:noFill/>
          <a:ln/>
        </p:spPr>
        <p:txBody>
          <a:bodyPr/>
          <a:lstStyle/>
          <a:p>
            <a:r>
              <a:rPr lang="zh-TW" altLang="en-US" sz="2600" b="1" dirty="0">
                <a:solidFill>
                  <a:srgbClr val="FF0000"/>
                </a:solidFill>
              </a:rPr>
              <a:t>依址取值運算子「*」</a:t>
            </a:r>
            <a:r>
              <a:rPr lang="zh-TW" altLang="en-US" sz="2600" dirty="0"/>
              <a:t>可取得指標所指向變數的內容</a:t>
            </a:r>
          </a:p>
          <a:p>
            <a:pPr>
              <a:buFont typeface="Wingdings" panose="05000000000000000000" pitchFamily="2" charset="2"/>
              <a:buNone/>
            </a:pPr>
            <a:r>
              <a:rPr lang="zh-TW" altLang="en-US" sz="2200" dirty="0"/>
              <a:t>	舉例來說，*</a:t>
            </a:r>
            <a:r>
              <a:rPr lang="en-US" altLang="zh-TW" sz="2200" dirty="0" err="1"/>
              <a:t>ptr</a:t>
            </a:r>
            <a:r>
              <a:rPr lang="zh-TW" altLang="en-US" sz="2200" dirty="0"/>
              <a:t>可取得</a:t>
            </a:r>
            <a:r>
              <a:rPr lang="en-US" altLang="zh-TW" sz="2200" dirty="0"/>
              <a:t>num</a:t>
            </a:r>
            <a:r>
              <a:rPr lang="zh-TW" altLang="en-US" sz="2200" dirty="0"/>
              <a:t>的值： </a:t>
            </a:r>
          </a:p>
        </p:txBody>
      </p:sp>
      <p:sp>
        <p:nvSpPr>
          <p:cNvPr id="586789" name="AutoShape 3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pic>
        <p:nvPicPr>
          <p:cNvPr id="586790" name="Pictur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25" y="5061226"/>
            <a:ext cx="5034069" cy="1678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41ED290B-B09A-45D3-98B9-8490DA96A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83" y="1334000"/>
            <a:ext cx="8229600" cy="112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>
                <a:solidFill>
                  <a:srgbClr val="FF0000"/>
                </a:solidFill>
                <a:effectLst/>
              </a:rPr>
              <a:t>位址運算子「</a:t>
            </a:r>
            <a:r>
              <a:rPr lang="en-US" altLang="zh-TW" sz="2600" dirty="0">
                <a:solidFill>
                  <a:srgbClr val="FF0000"/>
                </a:solidFill>
                <a:effectLst/>
              </a:rPr>
              <a:t>&amp;</a:t>
            </a:r>
            <a:r>
              <a:rPr lang="zh-TW" altLang="en-US" sz="2600" dirty="0">
                <a:solidFill>
                  <a:srgbClr val="FF0000"/>
                </a:solidFill>
                <a:effectLst/>
              </a:rPr>
              <a:t>」</a:t>
            </a:r>
            <a:r>
              <a:rPr lang="zh-TW" altLang="en-US" sz="2600" b="0" dirty="0">
                <a:effectLst/>
              </a:rPr>
              <a:t>可用來取得變數的位址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b="0" dirty="0">
                <a:effectLst/>
              </a:rPr>
              <a:t>舉例來說，</a:t>
            </a:r>
            <a:r>
              <a:rPr lang="en-US" altLang="zh-TW" sz="2200" b="0" dirty="0">
                <a:effectLst/>
              </a:rPr>
              <a:t>&amp;num</a:t>
            </a:r>
            <a:r>
              <a:rPr lang="zh-TW" altLang="en-US" sz="2200" b="0" dirty="0">
                <a:effectLst/>
              </a:rPr>
              <a:t>即代表取出</a:t>
            </a:r>
            <a:r>
              <a:rPr lang="en-US" altLang="zh-TW" sz="2200" b="0" dirty="0">
                <a:effectLst/>
              </a:rPr>
              <a:t>num</a:t>
            </a:r>
            <a:r>
              <a:rPr lang="zh-TW" altLang="en-US" sz="2200" b="0" dirty="0">
                <a:effectLst/>
              </a:rPr>
              <a:t>在記憶體中的位址 </a:t>
            </a:r>
          </a:p>
        </p:txBody>
      </p:sp>
      <p:pic>
        <p:nvPicPr>
          <p:cNvPr id="9" name="Picture 19">
            <a:extLst>
              <a:ext uri="{FF2B5EF4-FFF2-40B4-BE49-F238E27FC236}">
                <a16:creationId xmlns:a16="http://schemas.microsoft.com/office/drawing/2014/main" id="{CD697667-CFA0-41B6-AAD3-8BD084D13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40" y="2531980"/>
            <a:ext cx="3996444" cy="1258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01" y="1410072"/>
            <a:ext cx="5992081" cy="3659593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F58B-1256-4BFC-929D-3F7815554F6A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08834"/>
          </a:xfrm>
        </p:spPr>
        <p:txBody>
          <a:bodyPr/>
          <a:lstStyle/>
          <a:p>
            <a:r>
              <a:rPr lang="zh-TW" altLang="en-US" dirty="0"/>
              <a:t>指標變數的使用</a:t>
            </a:r>
            <a:r>
              <a:rPr lang="en-US" altLang="zh-TW" dirty="0"/>
              <a:t>(2/3)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1072"/>
            <a:ext cx="8229600" cy="538060"/>
          </a:xfrm>
        </p:spPr>
        <p:txBody>
          <a:bodyPr/>
          <a:lstStyle/>
          <a:p>
            <a:r>
              <a:rPr lang="zh-TW" altLang="en-US" sz="2600" dirty="0"/>
              <a:t>印出變數的位址與變數值 </a:t>
            </a:r>
          </a:p>
        </p:txBody>
      </p:sp>
      <p:sp>
        <p:nvSpPr>
          <p:cNvPr id="680965" name="AutoShape 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640124" y="3969060"/>
            <a:ext cx="5051425" cy="52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b="0" dirty="0">
                <a:effectLst/>
              </a:rPr>
              <a:t>執行完第</a:t>
            </a:r>
            <a:r>
              <a:rPr lang="en-US" altLang="zh-TW" sz="2600" b="0" dirty="0">
                <a:effectLst/>
              </a:rPr>
              <a:t>5</a:t>
            </a:r>
            <a:r>
              <a:rPr lang="zh-TW" altLang="en-US" sz="2600" b="0" dirty="0">
                <a:effectLst/>
              </a:rPr>
              <a:t>行後，記憶體的配置 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3508" y="5182038"/>
            <a:ext cx="5149093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b="0" dirty="0">
                <a:effectLst/>
              </a:rPr>
              <a:t>執行完第</a:t>
            </a:r>
            <a:r>
              <a:rPr lang="en-US" altLang="zh-TW" sz="2600" b="0" dirty="0">
                <a:effectLst/>
              </a:rPr>
              <a:t>7</a:t>
            </a:r>
            <a:r>
              <a:rPr lang="zh-TW" altLang="en-US" sz="2600" b="0" dirty="0">
                <a:effectLst/>
              </a:rPr>
              <a:t>行後，記憶體的配置 </a:t>
            </a: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514983"/>
            <a:ext cx="3870325" cy="127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1" y="5761038"/>
            <a:ext cx="4251325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8BBF-8FB7-4144-8029-60252667403F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7"/>
            <a:ext cx="7543800" cy="714103"/>
          </a:xfrm>
        </p:spPr>
        <p:txBody>
          <a:bodyPr/>
          <a:lstStyle/>
          <a:p>
            <a:r>
              <a:rPr lang="zh-TW" altLang="en-US" dirty="0"/>
              <a:t>指標變數的使用</a:t>
            </a:r>
            <a:r>
              <a:rPr lang="en-US" altLang="zh-TW" dirty="0"/>
              <a:t>(3/3)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793750"/>
            <a:ext cx="8229600" cy="547018"/>
          </a:xfrm>
        </p:spPr>
        <p:txBody>
          <a:bodyPr/>
          <a:lstStyle/>
          <a:p>
            <a:r>
              <a:rPr lang="zh-TW" altLang="en-US" sz="2600" dirty="0"/>
              <a:t>指標可以重新指向另一個相同型態的變數 </a:t>
            </a:r>
          </a:p>
        </p:txBody>
      </p:sp>
      <p:sp>
        <p:nvSpPr>
          <p:cNvPr id="68301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" y="1337444"/>
            <a:ext cx="5399903" cy="4061874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28760" y="1485299"/>
            <a:ext cx="32861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b="0" dirty="0">
                <a:effectLst/>
              </a:rPr>
              <a:t>記憶體的配置情形 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868145" y="2113949"/>
            <a:ext cx="2700300" cy="34294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lIns="0" tIns="0" rIns="0" bIns="0"/>
          <a:lstStyle/>
          <a:p>
            <a:pPr algn="just"/>
            <a:r>
              <a:rPr lang="zh-TW" altLang="en-US" b="0" dirty="0">
                <a:solidFill>
                  <a:schemeClr val="tx1"/>
                </a:solidFill>
                <a:effectLst/>
              </a:rPr>
              <a:t>執行完第</a:t>
            </a:r>
            <a:r>
              <a:rPr lang="en-US" altLang="zh-TW" b="0" dirty="0">
                <a:solidFill>
                  <a:schemeClr val="tx1"/>
                </a:solidFill>
                <a:effectLst/>
              </a:rPr>
              <a:t>6</a:t>
            </a:r>
            <a:r>
              <a:rPr lang="zh-TW" altLang="en-US" b="0" dirty="0">
                <a:solidFill>
                  <a:schemeClr val="tx1"/>
                </a:solidFill>
                <a:effectLst/>
              </a:rPr>
              <a:t>行 </a:t>
            </a:r>
            <a:r>
              <a:rPr lang="zh-TW" altLang="en-US" b="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altLang="zh-TW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*</a:t>
            </a:r>
            <a:r>
              <a:rPr lang="en-US" altLang="zh-TW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ptr</a:t>
            </a:r>
            <a:r>
              <a:rPr lang="en-US" altLang="zh-TW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b="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Courier New" panose="02070309020205020404" pitchFamily="49" charset="0"/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2535791"/>
            <a:ext cx="3584552" cy="1077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868145" y="3723699"/>
            <a:ext cx="2412267" cy="330771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lIns="0" tIns="0" rIns="0" bIns="0"/>
          <a:lstStyle/>
          <a:p>
            <a:pPr algn="just"/>
            <a:r>
              <a:rPr lang="zh-TW" altLang="en-US" b="0" dirty="0">
                <a:solidFill>
                  <a:schemeClr val="tx1"/>
                </a:solidFill>
                <a:effectLst/>
              </a:rPr>
              <a:t>執行完第</a:t>
            </a:r>
            <a:r>
              <a:rPr lang="en-US" altLang="zh-TW" b="0" dirty="0">
                <a:solidFill>
                  <a:schemeClr val="tx1"/>
                </a:solidFill>
                <a:effectLst/>
              </a:rPr>
              <a:t>8</a:t>
            </a:r>
            <a:r>
              <a:rPr lang="zh-TW" altLang="en-US" b="0" dirty="0">
                <a:solidFill>
                  <a:schemeClr val="tx1"/>
                </a:solidFill>
                <a:effectLst/>
              </a:rPr>
              <a:t>行 </a:t>
            </a:r>
            <a:r>
              <a:rPr lang="zh-TW" altLang="en-US" b="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ptr</a:t>
            </a:r>
            <a:r>
              <a:rPr lang="en-US" altLang="zh-TW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=&amp;a;</a:t>
            </a:r>
            <a:endParaRPr lang="en-US" altLang="zh-TW" b="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Courier New" panose="02070309020205020404" pitchFamily="49" charset="0"/>
            </a:endParaRPr>
          </a:p>
        </p:txBody>
      </p: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48" y="4351683"/>
            <a:ext cx="3868229" cy="1158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64926" y="5893960"/>
            <a:ext cx="2546492" cy="294342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lIns="0" tIns="0" rIns="0" bIns="0"/>
          <a:lstStyle/>
          <a:p>
            <a:pPr algn="just"/>
            <a:r>
              <a:rPr lang="zh-TW" altLang="en-US" b="0" dirty="0">
                <a:solidFill>
                  <a:schemeClr val="tx1"/>
                </a:solidFill>
                <a:effectLst/>
              </a:rPr>
              <a:t>執行完第</a:t>
            </a:r>
            <a:r>
              <a:rPr lang="en-US" altLang="zh-TW" b="0" dirty="0">
                <a:solidFill>
                  <a:schemeClr val="tx1"/>
                </a:solidFill>
                <a:effectLst/>
              </a:rPr>
              <a:t>11</a:t>
            </a:r>
            <a:r>
              <a:rPr lang="zh-TW" altLang="en-US" b="0" dirty="0">
                <a:solidFill>
                  <a:schemeClr val="tx1"/>
                </a:solidFill>
                <a:effectLst/>
              </a:rPr>
              <a:t>行 </a:t>
            </a:r>
            <a:r>
              <a:rPr lang="zh-TW" altLang="en-US" b="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ptr</a:t>
            </a:r>
            <a:r>
              <a:rPr lang="en-US" altLang="zh-TW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=&amp;b;</a:t>
            </a:r>
            <a:endParaRPr lang="en-US" altLang="zh-TW" b="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Courier New" panose="02070309020205020404" pitchFamily="49" charset="0"/>
            </a:endParaRPr>
          </a:p>
        </p:txBody>
      </p:sp>
      <p:pic>
        <p:nvPicPr>
          <p:cNvPr id="16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516063"/>
            <a:ext cx="3956442" cy="118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A134-54DF-4CE3-9038-F120BDB34418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指標變數的大小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5750"/>
            <a:ext cx="8229600" cy="4411662"/>
          </a:xfrm>
        </p:spPr>
        <p:txBody>
          <a:bodyPr/>
          <a:lstStyle/>
          <a:p>
            <a:r>
              <a:rPr lang="zh-TW" altLang="en-US" sz="2600" dirty="0"/>
              <a:t>利用</a:t>
            </a:r>
            <a:r>
              <a:rPr lang="en-US" altLang="zh-TW" sz="2600" dirty="0" err="1"/>
              <a:t>sizeof</a:t>
            </a:r>
            <a:r>
              <a:rPr lang="en-US" altLang="zh-TW" sz="2600" dirty="0"/>
              <a:t>() </a:t>
            </a:r>
            <a:r>
              <a:rPr lang="zh-TW" altLang="en-US" sz="2600" dirty="0"/>
              <a:t>求出指標變數所佔的位元組 </a:t>
            </a:r>
          </a:p>
        </p:txBody>
      </p:sp>
      <p:sp>
        <p:nvSpPr>
          <p:cNvPr id="685061" name="AutoShape 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F003F49-C47C-4BBF-B7AC-0A9598CF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200069"/>
            <a:ext cx="5728808" cy="45055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15355"/>
            <a:ext cx="5134148" cy="5422429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FCA3D-AE2A-4741-A59F-739DC87C1A63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533400"/>
          </a:xfrm>
        </p:spPr>
        <p:txBody>
          <a:bodyPr/>
          <a:lstStyle/>
          <a:p>
            <a:r>
              <a:rPr lang="zh-TW" altLang="en-US" dirty="0"/>
              <a:t>指標的操作練習</a:t>
            </a:r>
            <a:endParaRPr lang="en-US" altLang="zh-TW" dirty="0"/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93750"/>
            <a:ext cx="8229600" cy="521605"/>
          </a:xfrm>
        </p:spPr>
        <p:txBody>
          <a:bodyPr/>
          <a:lstStyle/>
          <a:p>
            <a:r>
              <a:rPr lang="zh-TW" altLang="en-US" sz="2600" dirty="0"/>
              <a:t>熟悉指標操作的範例</a:t>
            </a:r>
          </a:p>
        </p:txBody>
      </p:sp>
      <p:sp>
        <p:nvSpPr>
          <p:cNvPr id="686084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290" y="2380232"/>
            <a:ext cx="4476131" cy="2777541"/>
          </a:xfrm>
          <a:prstGeom prst="rect">
            <a:avLst/>
          </a:prstGeom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550642" y="1845509"/>
            <a:ext cx="4331332" cy="412341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b="0" dirty="0">
                <a:effectLst/>
              </a:rPr>
              <a:t>變數</a:t>
            </a:r>
            <a:r>
              <a:rPr lang="en-US" altLang="zh-TW" sz="1600" b="0" dirty="0">
                <a:effectLst/>
              </a:rPr>
              <a:t>a</a:t>
            </a:r>
            <a:r>
              <a:rPr lang="zh-TW" altLang="en-US" sz="1600" b="0" dirty="0">
                <a:effectLst/>
              </a:rPr>
              <a:t>、</a:t>
            </a:r>
            <a:r>
              <a:rPr lang="en-US" altLang="zh-TW" sz="1600" b="0" dirty="0">
                <a:effectLst/>
              </a:rPr>
              <a:t>b</a:t>
            </a:r>
            <a:r>
              <a:rPr lang="zh-TW" altLang="en-US" sz="1600" b="0" dirty="0">
                <a:effectLst/>
              </a:rPr>
              <a:t>與指標</a:t>
            </a:r>
            <a:r>
              <a:rPr lang="en-US" altLang="zh-TW" sz="1600" b="0" dirty="0">
                <a:effectLst/>
              </a:rPr>
              <a:t>ptr1</a:t>
            </a:r>
            <a:r>
              <a:rPr lang="zh-TW" altLang="en-US" sz="1600" b="0" dirty="0">
                <a:effectLst/>
              </a:rPr>
              <a:t>、</a:t>
            </a:r>
            <a:r>
              <a:rPr lang="en-US" altLang="zh-TW" sz="1600" b="0" dirty="0">
                <a:effectLst/>
              </a:rPr>
              <a:t>ptr2</a:t>
            </a:r>
            <a:r>
              <a:rPr lang="zh-TW" altLang="en-US" sz="1600" b="0" dirty="0">
                <a:effectLst/>
              </a:rPr>
              <a:t>之值的變化情形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5A56079-0A01-46BF-BCE2-6095589D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73" y="1380258"/>
            <a:ext cx="6116871" cy="4360996"/>
          </a:xfrm>
          <a:prstGeom prst="rect">
            <a:avLst/>
          </a:prstGeom>
        </p:spPr>
      </p:pic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6D87-C549-45C6-A112-F0E024FFE5B3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42259"/>
          </a:xfrm>
        </p:spPr>
        <p:txBody>
          <a:bodyPr/>
          <a:lstStyle/>
          <a:p>
            <a:r>
              <a:rPr lang="zh-TW" altLang="en-US" dirty="0"/>
              <a:t>指標變數指向之型態</a:t>
            </a:r>
            <a:endParaRPr lang="en-US" altLang="zh-TW" dirty="0"/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06876"/>
            <a:ext cx="8229600" cy="635993"/>
          </a:xfrm>
        </p:spPr>
        <p:txBody>
          <a:bodyPr/>
          <a:lstStyle/>
          <a:p>
            <a:r>
              <a:rPr lang="zh-TW" altLang="en-US" sz="2600" dirty="0"/>
              <a:t>錯誤的指標用法 </a:t>
            </a:r>
          </a:p>
        </p:txBody>
      </p:sp>
      <p:sp>
        <p:nvSpPr>
          <p:cNvPr id="689156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9.2 </a:t>
            </a:r>
            <a:r>
              <a:rPr lang="zh-TW" altLang="en-US" b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指標變數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729115" y="4866414"/>
            <a:ext cx="4002825" cy="388821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1600" b="0" dirty="0">
                <a:effectLst/>
              </a:rPr>
              <a:t>編譯器會在編譯時發出下面的錯誤訊息</a:t>
            </a:r>
          </a:p>
          <a:p>
            <a:pPr marL="0" indent="0">
              <a:buNone/>
            </a:pPr>
            <a:endParaRPr lang="zh-TW" altLang="en-US" sz="2600" b="0" dirty="0">
              <a:effectLst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57200" y="5855583"/>
            <a:ext cx="2953308" cy="39108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b="0" dirty="0">
                <a:effectLst/>
              </a:rPr>
              <a:t>第</a:t>
            </a:r>
            <a:r>
              <a:rPr lang="en-US" altLang="zh-TW" sz="1600" b="0" dirty="0">
                <a:effectLst/>
              </a:rPr>
              <a:t>7</a:t>
            </a:r>
            <a:r>
              <a:rPr lang="zh-TW" altLang="en-US" sz="1600" b="0" dirty="0">
                <a:effectLst/>
              </a:rPr>
              <a:t>、</a:t>
            </a:r>
            <a:r>
              <a:rPr lang="en-US" altLang="zh-TW" sz="1600" b="0" dirty="0">
                <a:effectLst/>
              </a:rPr>
              <a:t>8</a:t>
            </a:r>
            <a:r>
              <a:rPr lang="zh-TW" altLang="en-US" sz="1600" b="0" dirty="0">
                <a:effectLst/>
              </a:rPr>
              <a:t>行的程式應修改成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862618" y="3497522"/>
            <a:ext cx="3240360" cy="39108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b="0" dirty="0">
                <a:effectLst/>
              </a:rPr>
              <a:t>經過修正、編譯後的執行結果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42" y="6334483"/>
            <a:ext cx="6828210" cy="40127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437" y="3994157"/>
            <a:ext cx="2218147" cy="1279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B964A-9E91-4AD8-9275-702065440C06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20962"/>
          </a:xfrm>
        </p:spPr>
        <p:txBody>
          <a:bodyPr/>
          <a:lstStyle/>
          <a:p>
            <a:r>
              <a:rPr lang="zh-TW" altLang="en-US" dirty="0"/>
              <a:t>傳遞指標到函數 </a:t>
            </a:r>
            <a:r>
              <a:rPr lang="en-US" altLang="zh-TW" dirty="0"/>
              <a:t>(1/2) </a:t>
            </a:r>
          </a:p>
        </p:txBody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102"/>
            <a:ext cx="3572154" cy="584150"/>
          </a:xfrm>
        </p:spPr>
        <p:txBody>
          <a:bodyPr/>
          <a:lstStyle/>
          <a:p>
            <a:r>
              <a:rPr lang="zh-TW" altLang="en-US" sz="2600" dirty="0"/>
              <a:t>將指標傳入函數裡：</a:t>
            </a:r>
          </a:p>
        </p:txBody>
      </p:sp>
      <p:sp>
        <p:nvSpPr>
          <p:cNvPr id="691204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1563346"/>
            <a:ext cx="3237191" cy="1024196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3264307"/>
            <a:ext cx="2206588" cy="457506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None/>
            </a:pPr>
            <a:r>
              <a:rPr lang="zh-TW" altLang="en-US" sz="2200" b="0" dirty="0">
                <a:effectLst/>
              </a:rPr>
              <a:t>原型的宣告：</a:t>
            </a:r>
            <a:endParaRPr lang="en-US" altLang="zh-TW" sz="2200" b="0" dirty="0">
              <a:effectLst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35" y="5033407"/>
            <a:ext cx="5373769" cy="62899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94" y="3868574"/>
            <a:ext cx="6246798" cy="24987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3277" y="5790883"/>
            <a:ext cx="6080425" cy="896132"/>
          </a:xfrm>
          <a:prstGeom prst="rect">
            <a:avLst/>
          </a:prstGeom>
        </p:spPr>
      </p:pic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57200" y="2703411"/>
            <a:ext cx="8229600" cy="522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b="0" dirty="0">
                <a:effectLst/>
              </a:rPr>
              <a:t>設計</a:t>
            </a:r>
            <a:r>
              <a:rPr lang="en-US" altLang="zh-TW" sz="2600" b="0" dirty="0">
                <a:effectLst/>
              </a:rPr>
              <a:t>address()</a:t>
            </a:r>
            <a:r>
              <a:rPr lang="zh-TW" altLang="en-US" sz="2600" b="0" dirty="0">
                <a:effectLst/>
              </a:rPr>
              <a:t>，可接收指向整數的指標，沒有傳回值：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11514" y="4392356"/>
            <a:ext cx="2252273" cy="49543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None/>
            </a:pPr>
            <a:r>
              <a:rPr lang="zh-TW" altLang="en-US" sz="2200" b="0" dirty="0">
                <a:effectLst/>
              </a:rPr>
              <a:t>函數的定義：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TW" sz="2200" b="0" dirty="0">
              <a:effectLst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02802" y="6012925"/>
            <a:ext cx="1770307" cy="4709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15875">
              <a:buNone/>
            </a:pPr>
            <a:r>
              <a:rPr lang="zh-TW" altLang="en-US" sz="2200" b="0" dirty="0">
                <a:effectLst/>
              </a:rPr>
              <a:t>函數的呼叫：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TW" sz="2200" b="0" dirty="0"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7A16-3E7D-4EE5-B6A9-947F56D5A9D1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42466"/>
          </a:xfrm>
        </p:spPr>
        <p:txBody>
          <a:bodyPr/>
          <a:lstStyle/>
          <a:p>
            <a:r>
              <a:rPr lang="zh-TW" altLang="en-US" dirty="0"/>
              <a:t>傳遞指標到函數 </a:t>
            </a:r>
            <a:r>
              <a:rPr lang="en-US" altLang="zh-TW"/>
              <a:t>(2/2)</a:t>
            </a:r>
            <a:endParaRPr lang="en-US" altLang="zh-TW" dirty="0"/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556" y="865334"/>
            <a:ext cx="5329237" cy="612663"/>
          </a:xfrm>
        </p:spPr>
        <p:txBody>
          <a:bodyPr/>
          <a:lstStyle/>
          <a:p>
            <a:r>
              <a:rPr lang="zh-TW" altLang="en-US" sz="2600" dirty="0"/>
              <a:t>函數</a:t>
            </a:r>
            <a:r>
              <a:rPr lang="en-US" altLang="zh-TW" sz="2600" dirty="0"/>
              <a:t>address() </a:t>
            </a:r>
            <a:r>
              <a:rPr lang="zh-TW" altLang="en-US" sz="2600" dirty="0"/>
              <a:t>的完整範例</a:t>
            </a:r>
          </a:p>
        </p:txBody>
      </p:sp>
      <p:sp>
        <p:nvSpPr>
          <p:cNvPr id="69325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78627"/>
            <a:ext cx="6895085" cy="5142637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848354"/>
            <a:ext cx="4276762" cy="158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419872" y="2291920"/>
            <a:ext cx="3870749" cy="455804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000" b="0" dirty="0">
                <a:effectLst/>
              </a:rPr>
              <a:t>指標</a:t>
            </a:r>
            <a:r>
              <a:rPr lang="en-US" altLang="zh-TW" sz="2000" b="0" dirty="0" err="1">
                <a:effectLst/>
              </a:rPr>
              <a:t>ptr</a:t>
            </a:r>
            <a:r>
              <a:rPr lang="zh-TW" altLang="en-US" sz="2000" b="0" dirty="0">
                <a:effectLst/>
              </a:rPr>
              <a:t>與</a:t>
            </a:r>
            <a:r>
              <a:rPr lang="en-US" altLang="zh-TW" sz="2000" b="0" dirty="0">
                <a:effectLst/>
              </a:rPr>
              <a:t>p1</a:t>
            </a:r>
            <a:r>
              <a:rPr lang="zh-TW" altLang="en-US" sz="2000" b="0" dirty="0">
                <a:effectLst/>
              </a:rPr>
              <a:t>均指向同一個變數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E0F622D7-930B-44ED-9E3C-FA7BEE3F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3AF3-A777-45D2-A851-AD0612FC3B30}" type="slidenum">
              <a:rPr lang="en-US" altLang="zh-TW">
                <a:solidFill>
                  <a:srgbClr val="000000"/>
                </a:solidFill>
              </a:rPr>
              <a:pPr/>
              <a:t>13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95298" name="Rectangle 2">
            <a:extLst>
              <a:ext uri="{FF2B5EF4-FFF2-40B4-BE49-F238E27FC236}">
                <a16:creationId xmlns:a16="http://schemas.microsoft.com/office/drawing/2014/main" id="{A39969AE-5F0B-4CDB-9F43-465401500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傳遞指標的應用 </a:t>
            </a:r>
          </a:p>
        </p:txBody>
      </p:sp>
      <p:sp>
        <p:nvSpPr>
          <p:cNvPr id="695299" name="Rectangle 3">
            <a:extLst>
              <a:ext uri="{FF2B5EF4-FFF2-40B4-BE49-F238E27FC236}">
                <a16:creationId xmlns:a16="http://schemas.microsoft.com/office/drawing/2014/main" id="{B40D354E-B8E4-4E69-9225-17131389D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7689850" cy="1277937"/>
          </a:xfrm>
        </p:spPr>
        <p:txBody>
          <a:bodyPr/>
          <a:lstStyle/>
          <a:p>
            <a:r>
              <a:rPr lang="zh-TW" altLang="en-US" sz="2600" dirty="0"/>
              <a:t>透過位址來改變呼叫端變數的內容 </a:t>
            </a:r>
          </a:p>
        </p:txBody>
      </p:sp>
      <p:sp>
        <p:nvSpPr>
          <p:cNvPr id="695300" name="AutoShape 4">
            <a:extLst>
              <a:ext uri="{FF2B5EF4-FFF2-40B4-BE49-F238E27FC236}">
                <a16:creationId xmlns:a16="http://schemas.microsoft.com/office/drawing/2014/main" id="{26232F2D-F9D3-4E8D-8CB1-2F71D5552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31D4F18-AA65-4226-9B81-3BA9485F5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33" y="2088356"/>
            <a:ext cx="4614792" cy="4415169"/>
          </a:xfrm>
          <a:prstGeom prst="rect">
            <a:avLst/>
          </a:prstGeom>
        </p:spPr>
      </p:pic>
      <p:pic>
        <p:nvPicPr>
          <p:cNvPr id="695303" name="Picture 7">
            <a:extLst>
              <a:ext uri="{FF2B5EF4-FFF2-40B4-BE49-F238E27FC236}">
                <a16:creationId xmlns:a16="http://schemas.microsoft.com/office/drawing/2014/main" id="{F6DF6235-B635-4BEB-A9C5-8F8854A4D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980" y="5018087"/>
            <a:ext cx="38608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9938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A82E7BC-A9ED-4673-9EFB-66B51E16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BA36-A893-42D1-AEDD-263A3FC17572}" type="slidenum">
              <a:rPr lang="en-US" altLang="zh-TW">
                <a:solidFill>
                  <a:srgbClr val="000000"/>
                </a:solidFill>
              </a:rPr>
              <a:pPr/>
              <a:t>14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C66201F2-D302-4C61-8F91-FD2C91B53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錯誤的示範 </a:t>
            </a:r>
            <a:r>
              <a:rPr lang="en-US" altLang="zh-TW" dirty="0"/>
              <a:t>(1/2) </a:t>
            </a:r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350FFD5C-8A8F-4ED0-BEC7-4A707C402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7639"/>
            <a:ext cx="8013700" cy="715218"/>
          </a:xfrm>
          <a:solidFill>
            <a:schemeClr val="bg1"/>
          </a:solidFill>
        </p:spPr>
        <p:txBody>
          <a:bodyPr/>
          <a:lstStyle/>
          <a:p>
            <a:r>
              <a:rPr lang="zh-TW" altLang="en-US" sz="2600" dirty="0"/>
              <a:t>有些運算必須透過指標傳遞才能達成。錯誤示範：</a:t>
            </a:r>
          </a:p>
        </p:txBody>
      </p:sp>
      <p:sp>
        <p:nvSpPr>
          <p:cNvPr id="696324" name="AutoShape 4">
            <a:extLst>
              <a:ext uri="{FF2B5EF4-FFF2-40B4-BE49-F238E27FC236}">
                <a16:creationId xmlns:a16="http://schemas.microsoft.com/office/drawing/2014/main" id="{BE3C11F1-4EC5-413F-A96B-4CEE7BD83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F2E6E4E-8341-49B0-96E8-DC18859AE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85" y="2000008"/>
            <a:ext cx="5099312" cy="4705592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00C50CF7-4E1F-4BF9-9CA1-8B6A6C1E8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4469" y="2016961"/>
            <a:ext cx="3289999" cy="51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</a:pPr>
            <a:r>
              <a:rPr lang="zh-TW" altLang="en-US" sz="2000" b="0" dirty="0">
                <a:solidFill>
                  <a:srgbClr val="000000"/>
                </a:solidFill>
                <a:effectLst/>
              </a:rPr>
              <a:t>記憶體的配置情形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F3476775-9511-4431-A3B7-27556A4AC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69" y="3020087"/>
            <a:ext cx="35306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18EA0159-706A-452C-9A4C-78E94F4DE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47" y="4799415"/>
            <a:ext cx="4430822" cy="1281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B2B6714B-6FB7-431D-B98C-428947A09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719" y="2549557"/>
            <a:ext cx="1620965" cy="36524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6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C89ED5E-36A3-4FB8-B2F9-B771F2FFC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718" y="4336691"/>
            <a:ext cx="1620965" cy="36524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進入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swap() 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函數</a:t>
            </a:r>
          </a:p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endParaRPr lang="zh-TW" altLang="en-US" sz="16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8441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F094E859-853B-4B85-BDCA-5BF6AA06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66" y="1711617"/>
            <a:ext cx="5099312" cy="4705592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64D190BA-D11A-450E-9B54-2421EDC4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53627-53CE-4160-99F4-84A74F21EF50}" type="slidenum">
              <a:rPr lang="en-US" altLang="zh-TW">
                <a:solidFill>
                  <a:srgbClr val="000000"/>
                </a:solidFill>
              </a:rPr>
              <a:pPr/>
              <a:t>15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98370" name="Rectangle 2">
            <a:extLst>
              <a:ext uri="{FF2B5EF4-FFF2-40B4-BE49-F238E27FC236}">
                <a16:creationId xmlns:a16="http://schemas.microsoft.com/office/drawing/2014/main" id="{D53CA643-1AC7-4506-8F74-8C9E5B399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錯誤的示範 </a:t>
            </a:r>
            <a:r>
              <a:rPr lang="en-US" altLang="zh-TW" dirty="0"/>
              <a:t>(2/2)</a:t>
            </a:r>
          </a:p>
        </p:txBody>
      </p:sp>
      <p:sp>
        <p:nvSpPr>
          <p:cNvPr id="698372" name="AutoShape 4">
            <a:extLst>
              <a:ext uri="{FF2B5EF4-FFF2-40B4-BE49-F238E27FC236}">
                <a16:creationId xmlns:a16="http://schemas.microsoft.com/office/drawing/2014/main" id="{EE59C5A6-4149-479C-9806-B7A83491E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698373" name="Picture 5">
            <a:extLst>
              <a:ext uri="{FF2B5EF4-FFF2-40B4-BE49-F238E27FC236}">
                <a16:creationId xmlns:a16="http://schemas.microsoft.com/office/drawing/2014/main" id="{73DBD8C8-518D-46D5-8F83-0868151E1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044" y="1715161"/>
            <a:ext cx="4164844" cy="146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8374" name="Picture 6">
            <a:extLst>
              <a:ext uri="{FF2B5EF4-FFF2-40B4-BE49-F238E27FC236}">
                <a16:creationId xmlns:a16="http://schemas.microsoft.com/office/drawing/2014/main" id="{356AFCDD-AFEF-4393-8B9A-1A92045BD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044" y="3598487"/>
            <a:ext cx="4175956" cy="143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89AC083-4C39-4747-9DB7-9D5315B7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972" y="5454403"/>
            <a:ext cx="4043577" cy="139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2BB8F9D-5510-4109-B7CC-85BDD938C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873" y="5030960"/>
            <a:ext cx="1620965" cy="36524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15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93AD333-7CFF-4763-913B-6F22C4C9C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034" y="3149118"/>
            <a:ext cx="1620965" cy="365243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14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E9697D3-B49E-464C-8808-770723A0E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035" y="1250260"/>
            <a:ext cx="1620965" cy="36524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13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</p:spTree>
    <p:extLst>
      <p:ext uri="{BB962C8B-B14F-4D97-AF65-F5344CB8AC3E}">
        <p14:creationId xmlns:p14="http://schemas.microsoft.com/office/powerpoint/2010/main" val="2273102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3968F789-E27D-46C6-9F2B-0C347459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9C465-7627-48B7-A34F-920E5D870EA5}" type="slidenum">
              <a:rPr lang="en-US" altLang="zh-TW">
                <a:solidFill>
                  <a:srgbClr val="000000"/>
                </a:solidFill>
              </a:rPr>
              <a:pPr/>
              <a:t>16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00418" name="Rectangle 2">
            <a:extLst>
              <a:ext uri="{FF2B5EF4-FFF2-40B4-BE49-F238E27FC236}">
                <a16:creationId xmlns:a16="http://schemas.microsoft.com/office/drawing/2014/main" id="{B147CDD3-7EBF-4101-ADB7-D9E62716F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正確的範例 </a:t>
            </a:r>
            <a:r>
              <a:rPr lang="en-US" altLang="zh-TW" dirty="0"/>
              <a:t>(1/2)</a:t>
            </a:r>
          </a:p>
        </p:txBody>
      </p:sp>
      <p:sp>
        <p:nvSpPr>
          <p:cNvPr id="700419" name="Rectangle 3">
            <a:extLst>
              <a:ext uri="{FF2B5EF4-FFF2-40B4-BE49-F238E27FC236}">
                <a16:creationId xmlns:a16="http://schemas.microsoft.com/office/drawing/2014/main" id="{B7F989B6-93BE-4063-8C9A-F077DA162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92263"/>
            <a:ext cx="8410575" cy="576597"/>
          </a:xfrm>
        </p:spPr>
        <p:txBody>
          <a:bodyPr/>
          <a:lstStyle/>
          <a:p>
            <a:r>
              <a:rPr lang="zh-TW" altLang="en-US" sz="2600" dirty="0"/>
              <a:t>將程式</a:t>
            </a:r>
            <a:r>
              <a:rPr lang="en-US" altLang="zh-TW" sz="2600" dirty="0"/>
              <a:t>Ch9_9</a:t>
            </a:r>
            <a:r>
              <a:rPr lang="zh-TW" altLang="en-US" sz="2600" dirty="0"/>
              <a:t>修改成</a:t>
            </a:r>
            <a:r>
              <a:rPr lang="en-US" altLang="zh-TW" sz="2600" dirty="0"/>
              <a:t>Ch9_10 </a:t>
            </a:r>
          </a:p>
        </p:txBody>
      </p:sp>
      <p:sp>
        <p:nvSpPr>
          <p:cNvPr id="700420" name="AutoShape 4">
            <a:extLst>
              <a:ext uri="{FF2B5EF4-FFF2-40B4-BE49-F238E27FC236}">
                <a16:creationId xmlns:a16="http://schemas.microsoft.com/office/drawing/2014/main" id="{B9D2873C-3B09-4536-A03B-29819C0F7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715A158-DDC1-4392-99E6-B28B05F40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110927"/>
            <a:ext cx="6012668" cy="4617977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4D605228-3241-42F6-8F60-986DD1AF5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4469" y="1663487"/>
            <a:ext cx="3289999" cy="51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</a:pPr>
            <a:r>
              <a:rPr lang="zh-TW" altLang="en-US" sz="2000" b="0" dirty="0">
                <a:solidFill>
                  <a:srgbClr val="000000"/>
                </a:solidFill>
                <a:effectLst/>
              </a:rPr>
              <a:t>記憶體的配置情形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2B4AC31-B14F-4E1A-B2D5-7E7629D94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719" y="2187306"/>
            <a:ext cx="1620965" cy="36524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6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0DD0C49-0A06-450B-BD2E-34A1B8968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718" y="4125978"/>
            <a:ext cx="1620965" cy="36524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進入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swap() 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函數</a:t>
            </a:r>
          </a:p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endParaRPr lang="zh-TW" altLang="en-US" sz="1600" b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AE830A9D-4BD3-4257-809B-7FA91FE44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711322"/>
            <a:ext cx="3271351" cy="86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8D2F9A16-09C5-4E05-9D8F-BB6D83762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905" y="4584832"/>
            <a:ext cx="3689259" cy="113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3187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60E74E0F-A7DF-40B5-885A-88DC39DB2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3" y="1685029"/>
            <a:ext cx="6012668" cy="4617977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C2EDF7A4-8181-4BEE-97A6-C4430DDF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FB42C-8187-403E-844D-182A6CA940EB}" type="slidenum">
              <a:rPr lang="en-US" altLang="zh-TW">
                <a:solidFill>
                  <a:srgbClr val="000000"/>
                </a:solidFill>
              </a:rPr>
              <a:pPr/>
              <a:t>17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02466" name="Rectangle 2">
            <a:extLst>
              <a:ext uri="{FF2B5EF4-FFF2-40B4-BE49-F238E27FC236}">
                <a16:creationId xmlns:a16="http://schemas.microsoft.com/office/drawing/2014/main" id="{AAA0666A-27DB-40CC-B7B8-2E6C6CE6D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正確的範例 </a:t>
            </a:r>
            <a:r>
              <a:rPr lang="en-US" altLang="zh-TW" dirty="0"/>
              <a:t>(2/2)</a:t>
            </a:r>
          </a:p>
        </p:txBody>
      </p:sp>
      <p:sp>
        <p:nvSpPr>
          <p:cNvPr id="702468" name="AutoShape 4">
            <a:extLst>
              <a:ext uri="{FF2B5EF4-FFF2-40B4-BE49-F238E27FC236}">
                <a16:creationId xmlns:a16="http://schemas.microsoft.com/office/drawing/2014/main" id="{1EF74D2A-F386-4968-8531-B52B8EDE5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702470" name="Picture 6">
            <a:extLst>
              <a:ext uri="{FF2B5EF4-FFF2-40B4-BE49-F238E27FC236}">
                <a16:creationId xmlns:a16="http://schemas.microsoft.com/office/drawing/2014/main" id="{8FE891C4-9061-4ACE-856D-58496F70C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576" y="3514361"/>
            <a:ext cx="3889809" cy="1351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2471" name="Picture 7">
            <a:extLst>
              <a:ext uri="{FF2B5EF4-FFF2-40B4-BE49-F238E27FC236}">
                <a16:creationId xmlns:a16="http://schemas.microsoft.com/office/drawing/2014/main" id="{02E1C5A3-E340-4D88-80FF-E3E9C616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40442"/>
            <a:ext cx="3808834" cy="1306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D57CBFEB-76C5-484E-A2AF-D936D22AD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873" y="5030960"/>
            <a:ext cx="1620965" cy="36524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15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2C9CCB5-09AE-4CDD-9FB6-7CFF0D971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5824" y="3131865"/>
            <a:ext cx="1620965" cy="365243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14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44C7661-7050-42D4-8D30-F62FB39A0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035" y="1250260"/>
            <a:ext cx="1620965" cy="36524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13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B86C0FE7-6F99-4EC6-8E8C-36653A6C2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447610"/>
            <a:ext cx="3719466" cy="128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7316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9181652-34C7-4F18-95DF-A56FEEB8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7295"/>
            <a:ext cx="4519282" cy="3888432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B14A928F-BABA-4189-8D2D-671BCD66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A7D99-0C41-4B3E-88F1-7282B636C53A}" type="slidenum">
              <a:rPr lang="en-US" altLang="zh-TW">
                <a:solidFill>
                  <a:srgbClr val="000000"/>
                </a:solidFill>
              </a:rPr>
              <a:pPr/>
              <a:t>18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04514" name="Rectangle 2">
            <a:extLst>
              <a:ext uri="{FF2B5EF4-FFF2-40B4-BE49-F238E27FC236}">
                <a16:creationId xmlns:a16="http://schemas.microsoft.com/office/drawing/2014/main" id="{878D3B7D-7072-4AA3-9110-89B2991BC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93073"/>
          </a:xfrm>
        </p:spPr>
        <p:txBody>
          <a:bodyPr/>
          <a:lstStyle/>
          <a:p>
            <a:r>
              <a:rPr lang="zh-TW" altLang="en-US" dirty="0"/>
              <a:t>傳回值為指標的函數</a:t>
            </a:r>
            <a:endParaRPr lang="en-US" altLang="zh-TW" dirty="0"/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id="{F0844158-6219-44E1-880E-D92237A16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60013" y="1622140"/>
            <a:ext cx="3978997" cy="693073"/>
          </a:xfrm>
        </p:spPr>
        <p:txBody>
          <a:bodyPr/>
          <a:lstStyle/>
          <a:p>
            <a:r>
              <a:rPr lang="zh-TW" altLang="en-US" sz="2600" dirty="0"/>
              <a:t>從函數傳回指標的格式 </a:t>
            </a:r>
          </a:p>
        </p:txBody>
      </p:sp>
      <p:sp>
        <p:nvSpPr>
          <p:cNvPr id="704516" name="AutoShape 4">
            <a:extLst>
              <a:ext uri="{FF2B5EF4-FFF2-40B4-BE49-F238E27FC236}">
                <a16:creationId xmlns:a16="http://schemas.microsoft.com/office/drawing/2014/main" id="{B1B82BBA-B03F-47DA-9B02-EF57867E0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78757F-4716-4C78-84ED-E58D1209F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632" y="2198209"/>
            <a:ext cx="3181719" cy="1054901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43E5BFA5-F22C-46F8-8B76-5BE303E48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852" y="3500754"/>
            <a:ext cx="1620965" cy="36524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6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268D3A6-30B3-48AD-8D62-BC89CADD9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9078" y="4386597"/>
            <a:ext cx="1620965" cy="365243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進入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max() 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函數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0A3390A-6923-455A-B502-FF06D67AC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748644"/>
            <a:ext cx="1620965" cy="351554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1600" b="0" dirty="0">
                <a:solidFill>
                  <a:srgbClr val="000000"/>
                </a:solidFill>
                <a:effectLst/>
              </a:rPr>
              <a:t>執行完第</a:t>
            </a:r>
            <a:r>
              <a:rPr lang="en-US" altLang="zh-TW" sz="1600" b="0" dirty="0">
                <a:solidFill>
                  <a:srgbClr val="000000"/>
                </a:solidFill>
                <a:effectLst/>
              </a:rPr>
              <a:t>7</a:t>
            </a:r>
            <a:r>
              <a:rPr lang="zh-TW" altLang="en-US" sz="1600" b="0" dirty="0">
                <a:solidFill>
                  <a:srgbClr val="000000"/>
                </a:solidFill>
                <a:effectLst/>
              </a:rPr>
              <a:t>行後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346C4161-EE5B-4CD3-87FD-B7CB6849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696" y="3311213"/>
            <a:ext cx="1620965" cy="922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B3CC8548-C273-4F6E-82C1-3176E4B81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974" y="4853016"/>
            <a:ext cx="3473921" cy="1427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F69844F7-FDE6-4245-910E-19144332A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054" y="5275007"/>
            <a:ext cx="2015393" cy="1505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850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16BB81D4-23E9-4594-B70A-2323B526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F8B81-0F76-466F-9B4E-A34EC28A8DDE}" type="slidenum">
              <a:rPr lang="en-US" altLang="zh-TW">
                <a:solidFill>
                  <a:srgbClr val="000000"/>
                </a:solidFill>
              </a:rPr>
              <a:pPr/>
              <a:t>19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09634" name="Rectangle 2">
            <a:extLst>
              <a:ext uri="{FF2B5EF4-FFF2-40B4-BE49-F238E27FC236}">
                <a16:creationId xmlns:a16="http://schemas.microsoft.com/office/drawing/2014/main" id="{45863A41-9376-4612-A53A-967331C48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9032"/>
          </a:xfrm>
        </p:spPr>
        <p:txBody>
          <a:bodyPr/>
          <a:lstStyle/>
          <a:p>
            <a:r>
              <a:rPr lang="zh-TW" altLang="en-US" dirty="0"/>
              <a:t>函數指標的用法 </a:t>
            </a:r>
            <a:r>
              <a:rPr lang="en-US" altLang="zh-TW" dirty="0"/>
              <a:t>(1/2)</a:t>
            </a:r>
          </a:p>
        </p:txBody>
      </p:sp>
      <p:sp>
        <p:nvSpPr>
          <p:cNvPr id="709635" name="Rectangle 3">
            <a:extLst>
              <a:ext uri="{FF2B5EF4-FFF2-40B4-BE49-F238E27FC236}">
                <a16:creationId xmlns:a16="http://schemas.microsoft.com/office/drawing/2014/main" id="{CD67FEC1-16BB-4E24-A713-83D4EC10A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780928"/>
            <a:ext cx="8229600" cy="4077072"/>
          </a:xfrm>
        </p:spPr>
        <p:txBody>
          <a:bodyPr/>
          <a:lstStyle/>
          <a:p>
            <a:r>
              <a:rPr lang="zh-TW" altLang="en-US" sz="2600" dirty="0"/>
              <a:t>函數名稱本身記錄著函數的起始位址</a:t>
            </a:r>
            <a:endParaRPr lang="en-US" altLang="zh-TW" sz="2600" dirty="0"/>
          </a:p>
          <a:p>
            <a:r>
              <a:rPr lang="zh-TW" altLang="en-US" sz="2600" dirty="0"/>
              <a:t>設有一個計算平方值的函數</a:t>
            </a:r>
            <a:r>
              <a:rPr lang="en-US" altLang="zh-TW" sz="2600" dirty="0"/>
              <a:t>square()</a:t>
            </a:r>
            <a:r>
              <a:rPr lang="zh-TW" altLang="en-US" sz="2600" dirty="0"/>
              <a:t>，原型定義如下</a:t>
            </a:r>
          </a:p>
          <a:p>
            <a:endParaRPr lang="zh-TW" altLang="en-US" sz="2600" dirty="0"/>
          </a:p>
          <a:p>
            <a:r>
              <a:rPr lang="zh-TW" altLang="en-US" sz="2600" dirty="0"/>
              <a:t>想把函數指標</a:t>
            </a:r>
            <a:r>
              <a:rPr lang="en-US" altLang="zh-TW" sz="2600" dirty="0"/>
              <a:t>pf</a:t>
            </a:r>
            <a:r>
              <a:rPr lang="zh-TW" altLang="en-US" sz="2600" dirty="0"/>
              <a:t>指向</a:t>
            </a:r>
            <a:r>
              <a:rPr lang="en-US" altLang="zh-TW" sz="2600" dirty="0"/>
              <a:t>square()</a:t>
            </a:r>
            <a:r>
              <a:rPr lang="zh-TW" altLang="en-US" sz="2600" dirty="0"/>
              <a:t>函數，可寫成下面的敘述</a:t>
            </a:r>
          </a:p>
          <a:p>
            <a:endParaRPr lang="zh-TW" altLang="en-US" sz="2600" dirty="0"/>
          </a:p>
          <a:p>
            <a:r>
              <a:rPr lang="zh-TW" altLang="en-US" sz="2600" dirty="0"/>
              <a:t>把函數指標</a:t>
            </a:r>
            <a:r>
              <a:rPr lang="en-US" altLang="zh-TW" sz="2600" dirty="0"/>
              <a:t>pf</a:t>
            </a:r>
            <a:r>
              <a:rPr lang="zh-TW" altLang="en-US" sz="2600" dirty="0"/>
              <a:t>指向函數</a:t>
            </a:r>
            <a:r>
              <a:rPr lang="en-US" altLang="zh-TW" sz="2600" dirty="0"/>
              <a:t>square() </a:t>
            </a:r>
          </a:p>
        </p:txBody>
      </p:sp>
      <p:sp>
        <p:nvSpPr>
          <p:cNvPr id="709636" name="AutoShape 4">
            <a:extLst>
              <a:ext uri="{FF2B5EF4-FFF2-40B4-BE49-F238E27FC236}">
                <a16:creationId xmlns:a16="http://schemas.microsoft.com/office/drawing/2014/main" id="{C478E7FE-F8BC-4FD6-9FD3-A0ABFBBEE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709637" name="Picture 5">
            <a:extLst>
              <a:ext uri="{FF2B5EF4-FFF2-40B4-BE49-F238E27FC236}">
                <a16:creationId xmlns:a16="http://schemas.microsoft.com/office/drawing/2014/main" id="{B1D338F1-3817-44A5-BE6E-86F7423F6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714" y="4085914"/>
            <a:ext cx="6086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9638" name="Picture 6">
            <a:extLst>
              <a:ext uri="{FF2B5EF4-FFF2-40B4-BE49-F238E27FC236}">
                <a16:creationId xmlns:a16="http://schemas.microsoft.com/office/drawing/2014/main" id="{02CC22B7-0C0F-477F-9E09-3ECDC4ED6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5150699"/>
            <a:ext cx="50101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9639" name="Picture 7">
            <a:extLst>
              <a:ext uri="{FF2B5EF4-FFF2-40B4-BE49-F238E27FC236}">
                <a16:creationId xmlns:a16="http://schemas.microsoft.com/office/drawing/2014/main" id="{200D5A42-F14C-4B88-B6E1-4ADF39232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6272634"/>
            <a:ext cx="64103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3435DBA-2C5C-48EA-BE98-5F95443C3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49" y="1118590"/>
            <a:ext cx="4686126" cy="158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06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B0FDD63A-F4CA-4A85-90CE-C30CC259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4E1C-3159-4D5D-B375-738E13C24CD7}" type="slidenum">
              <a:rPr lang="en-US" altLang="zh-TW">
                <a:solidFill>
                  <a:srgbClr val="000000"/>
                </a:solidFill>
              </a:rPr>
              <a:pPr/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10658" name="Rectangle 2">
            <a:extLst>
              <a:ext uri="{FF2B5EF4-FFF2-40B4-BE49-F238E27FC236}">
                <a16:creationId xmlns:a16="http://schemas.microsoft.com/office/drawing/2014/main" id="{82FD29F5-A382-4528-BE14-909DAEC0DB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函數指標的用法 </a:t>
            </a:r>
            <a:r>
              <a:rPr lang="en-US" altLang="zh-TW"/>
              <a:t>(2/2)</a:t>
            </a:r>
          </a:p>
        </p:txBody>
      </p:sp>
      <p:sp>
        <p:nvSpPr>
          <p:cNvPr id="710659" name="Rectangle 3">
            <a:extLst>
              <a:ext uri="{FF2B5EF4-FFF2-40B4-BE49-F238E27FC236}">
                <a16:creationId xmlns:a16="http://schemas.microsoft.com/office/drawing/2014/main" id="{7F8EC113-C5DF-4579-94C9-10BC49F83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下面是函數指標的使用範例 </a:t>
            </a:r>
          </a:p>
        </p:txBody>
      </p:sp>
      <p:sp>
        <p:nvSpPr>
          <p:cNvPr id="710660" name="AutoShape 4">
            <a:extLst>
              <a:ext uri="{FF2B5EF4-FFF2-40B4-BE49-F238E27FC236}">
                <a16:creationId xmlns:a16="http://schemas.microsoft.com/office/drawing/2014/main" id="{764BBFDD-D092-4574-AF0C-DC1BED949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172D75F-AA47-4C1D-9265-99588485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48" y="2374689"/>
            <a:ext cx="6864703" cy="41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1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B8D91AB-9495-448E-929B-0C8365353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1208919"/>
            <a:ext cx="5266277" cy="5585652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7428FE0-DFA0-4658-9F93-445A0E10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4A3B-7C94-42B9-828E-B0EDF9EBBEAA}" type="slidenum">
              <a:rPr lang="en-US" altLang="zh-TW">
                <a:solidFill>
                  <a:srgbClr val="000000"/>
                </a:solidFill>
              </a:rPr>
              <a:pPr/>
              <a:t>21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12706" name="Rectangle 2">
            <a:extLst>
              <a:ext uri="{FF2B5EF4-FFF2-40B4-BE49-F238E27FC236}">
                <a16:creationId xmlns:a16="http://schemas.microsoft.com/office/drawing/2014/main" id="{75F0C1B6-F331-40DB-AD64-79877AAE8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66502"/>
          </a:xfrm>
        </p:spPr>
        <p:txBody>
          <a:bodyPr/>
          <a:lstStyle/>
          <a:p>
            <a:r>
              <a:rPr lang="zh-TW" altLang="en-US" dirty="0"/>
              <a:t>傳遞函數到其它函數</a:t>
            </a:r>
            <a:endParaRPr lang="en-US" altLang="zh-TW" dirty="0"/>
          </a:p>
        </p:txBody>
      </p:sp>
      <p:sp>
        <p:nvSpPr>
          <p:cNvPr id="712708" name="AutoShape 4">
            <a:extLst>
              <a:ext uri="{FF2B5EF4-FFF2-40B4-BE49-F238E27FC236}">
                <a16:creationId xmlns:a16="http://schemas.microsoft.com/office/drawing/2014/main" id="{553943D5-A468-4C8A-880C-73C39417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指標與函數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56A37FA2-ACD1-413F-AB24-D1210605E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053" y="2565340"/>
            <a:ext cx="5266277" cy="108012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流程圖: 替代程序 4">
            <a:extLst>
              <a:ext uri="{FF2B5EF4-FFF2-40B4-BE49-F238E27FC236}">
                <a16:creationId xmlns:a16="http://schemas.microsoft.com/office/drawing/2014/main" id="{131C0E4B-9F0A-44C1-9C51-8F70D845598D}"/>
              </a:ext>
            </a:extLst>
          </p:cNvPr>
          <p:cNvSpPr/>
          <p:nvPr/>
        </p:nvSpPr>
        <p:spPr bwMode="auto">
          <a:xfrm>
            <a:off x="576943" y="5329673"/>
            <a:ext cx="5336898" cy="837084"/>
          </a:xfrm>
          <a:prstGeom prst="flowChartAlternateProcess">
            <a:avLst/>
          </a:prstGeom>
          <a:noFill/>
          <a:ln w="12700" cap="flat" cmpd="sng" algn="ctr">
            <a:solidFill>
              <a:srgbClr val="33339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chemeClr val="bg1">
                      <a:lumMod val="200000"/>
                      <a:satMod val="200000"/>
                    </a:schemeClr>
                  </a:outerShdw>
                </a:cont>
                <a:cont type="tree" name="">
                  <a:effect ref="fillLine"/>
                  <a:outerShdw dist="38100" dir="2700000" algn="tl">
                    <a:schemeClr val="bg1">
                      <a:lumMod val="60000"/>
                      <a:satMod val="60000"/>
                    </a:schemeClr>
                  </a:outerShdw>
                </a:cont>
                <a:effect ref="fillLine"/>
              </a:effectDag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6" name="流程圖: 替代程序 5">
            <a:extLst>
              <a:ext uri="{FF2B5EF4-FFF2-40B4-BE49-F238E27FC236}">
                <a16:creationId xmlns:a16="http://schemas.microsoft.com/office/drawing/2014/main" id="{8DEEC39A-9518-4CB3-8A49-E824126CEF85}"/>
              </a:ext>
            </a:extLst>
          </p:cNvPr>
          <p:cNvSpPr/>
          <p:nvPr/>
        </p:nvSpPr>
        <p:spPr bwMode="auto">
          <a:xfrm>
            <a:off x="4201430" y="5932731"/>
            <a:ext cx="1512168" cy="405054"/>
          </a:xfrm>
          <a:prstGeom prst="flowChartAlternateProcess">
            <a:avLst/>
          </a:prstGeom>
          <a:solidFill>
            <a:srgbClr val="CCFFFF"/>
          </a:solidFill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華康細圓體" panose="020F0309000000000000" pitchFamily="49" charset="-120"/>
              </a:rPr>
              <a:t>showarea</a:t>
            </a:r>
            <a:r>
              <a:rPr kumimoji="1" lang="en-US" altLang="zh-TW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華康細圓體" panose="020F0309000000000000" pitchFamily="49" charset="-120"/>
              </a:rPr>
              <a:t>() </a:t>
            </a:r>
            <a:r>
              <a:rPr kumimoji="1" lang="zh-TW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華康細圓體" panose="020F0309000000000000" pitchFamily="49" charset="-120"/>
              </a:rPr>
              <a:t>函數的定義</a:t>
            </a:r>
          </a:p>
        </p:txBody>
      </p:sp>
    </p:spTree>
    <p:extLst>
      <p:ext uri="{BB962C8B-B14F-4D97-AF65-F5344CB8AC3E}">
        <p14:creationId xmlns:p14="http://schemas.microsoft.com/office/powerpoint/2010/main" val="3739039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5DE2EA-D94B-4FDD-BC44-4067D7F3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8B496-357A-452D-BA52-E07453EFAEF0}" type="slidenum">
              <a:rPr lang="en-US" altLang="zh-TW">
                <a:solidFill>
                  <a:srgbClr val="000000"/>
                </a:solidFill>
              </a:rPr>
              <a:pPr/>
              <a:t>22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14754" name="Rectangle 2">
            <a:extLst>
              <a:ext uri="{FF2B5EF4-FFF2-40B4-BE49-F238E27FC236}">
                <a16:creationId xmlns:a16="http://schemas.microsoft.com/office/drawing/2014/main" id="{7634A127-F950-4DCA-B84E-B83DDDFDD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04465"/>
          </a:xfrm>
        </p:spPr>
        <p:txBody>
          <a:bodyPr/>
          <a:lstStyle/>
          <a:p>
            <a:r>
              <a:rPr lang="zh-TW" altLang="en-US" dirty="0"/>
              <a:t>指標的算術運算 </a:t>
            </a:r>
            <a:r>
              <a:rPr lang="en-US" altLang="zh-TW" dirty="0"/>
              <a:t>(1/3)</a:t>
            </a:r>
          </a:p>
        </p:txBody>
      </p:sp>
      <p:sp>
        <p:nvSpPr>
          <p:cNvPr id="714755" name="Rectangle 3">
            <a:extLst>
              <a:ext uri="{FF2B5EF4-FFF2-40B4-BE49-F238E27FC236}">
                <a16:creationId xmlns:a16="http://schemas.microsoft.com/office/drawing/2014/main" id="{30DA5858-3347-477F-9510-1DA6DA330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82159"/>
            <a:ext cx="7679196" cy="4411662"/>
          </a:xfrm>
        </p:spPr>
        <p:txBody>
          <a:bodyPr/>
          <a:lstStyle/>
          <a:p>
            <a:r>
              <a:rPr lang="zh-TW" altLang="en-US" sz="2000" dirty="0"/>
              <a:t>指標的</a:t>
            </a:r>
            <a:r>
              <a:rPr lang="zh-TW" altLang="en-US" sz="2000" b="1" dirty="0">
                <a:solidFill>
                  <a:srgbClr val="FF0000"/>
                </a:solidFill>
              </a:rPr>
              <a:t>加法</a:t>
            </a:r>
            <a:r>
              <a:rPr lang="zh-TW" altLang="en-US" sz="2000" dirty="0"/>
              <a:t>或</a:t>
            </a:r>
            <a:r>
              <a:rPr lang="zh-TW" altLang="en-US" sz="2000" b="1" dirty="0">
                <a:solidFill>
                  <a:srgbClr val="FF0000"/>
                </a:solidFill>
              </a:rPr>
              <a:t>減法</a:t>
            </a:r>
            <a:r>
              <a:rPr lang="zh-TW" altLang="en-US" sz="2000" dirty="0"/>
              <a:t>運算是基於指向資料型態的大小進行</a:t>
            </a:r>
            <a:endParaRPr lang="en-US" altLang="zh-TW" sz="2000" dirty="0"/>
          </a:p>
          <a:p>
            <a:pPr lvl="1"/>
            <a:r>
              <a:rPr lang="zh-TW" altLang="en-US" sz="1600" dirty="0"/>
              <a:t>若 </a:t>
            </a:r>
            <a:r>
              <a:rPr lang="en-US" altLang="zh-TW" sz="1600" dirty="0" err="1"/>
              <a:t>ptr</a:t>
            </a:r>
            <a:r>
              <a:rPr lang="en-US" altLang="zh-TW" sz="1600" dirty="0"/>
              <a:t> </a:t>
            </a:r>
            <a:r>
              <a:rPr lang="zh-TW" altLang="en-US" sz="1600" dirty="0"/>
              <a:t>指向 </a:t>
            </a:r>
            <a:r>
              <a:rPr lang="en-US" altLang="zh-TW" sz="1600" dirty="0"/>
              <a:t>int (4 bytes)</a:t>
            </a:r>
            <a:r>
              <a:rPr lang="zh-TW" altLang="en-US" sz="1600" dirty="0"/>
              <a:t>，則 </a:t>
            </a:r>
            <a:r>
              <a:rPr lang="en-US" altLang="zh-TW" sz="1600" dirty="0" err="1"/>
              <a:t>ptr</a:t>
            </a:r>
            <a:r>
              <a:rPr lang="en-US" altLang="zh-TW" sz="1600" dirty="0"/>
              <a:t> + 1 </a:t>
            </a:r>
            <a:r>
              <a:rPr lang="zh-TW" altLang="en-US" sz="1600" dirty="0"/>
              <a:t>將加上 </a:t>
            </a:r>
            <a:r>
              <a:rPr lang="en-US" altLang="zh-TW" sz="1600" dirty="0"/>
              <a:t>4 bytes</a:t>
            </a:r>
            <a:r>
              <a:rPr lang="zh-TW" altLang="en-US" sz="1600" dirty="0"/>
              <a:t>，而非單純加 </a:t>
            </a:r>
            <a:r>
              <a:rPr lang="en-US" altLang="zh-TW" sz="1600" dirty="0"/>
              <a:t>1</a:t>
            </a:r>
          </a:p>
          <a:p>
            <a:pPr lvl="1"/>
            <a:r>
              <a:rPr lang="zh-TW" altLang="en-US" sz="1600" dirty="0"/>
              <a:t>加法與減法運算在存取陣列時特別有用，透過指標可輕鬆走訪陣列元素</a:t>
            </a:r>
          </a:p>
          <a:p>
            <a:r>
              <a:rPr lang="zh-TW" altLang="en-US" sz="2000" dirty="0"/>
              <a:t>陣列與指標的關聯</a:t>
            </a:r>
            <a:endParaRPr lang="en-US" altLang="zh-TW" sz="2000" dirty="0"/>
          </a:p>
          <a:p>
            <a:pPr lvl="1"/>
            <a:r>
              <a:rPr lang="zh-TW" altLang="en-US" sz="1600" b="1" dirty="0">
                <a:solidFill>
                  <a:srgbClr val="FF0000"/>
                </a:solidFill>
              </a:rPr>
              <a:t>一維</a:t>
            </a:r>
            <a:r>
              <a:rPr lang="zh-TW" altLang="en-US" sz="1600" dirty="0"/>
              <a:t>陣列的位址與</a:t>
            </a:r>
            <a:r>
              <a:rPr lang="zh-TW" altLang="en-US" sz="1600" b="1" dirty="0">
                <a:solidFill>
                  <a:srgbClr val="FF0000"/>
                </a:solidFill>
              </a:rPr>
              <a:t>第 </a:t>
            </a:r>
            <a:r>
              <a:rPr lang="en-US" altLang="zh-TW" sz="1600" b="1" dirty="0">
                <a:solidFill>
                  <a:srgbClr val="FF0000"/>
                </a:solidFill>
              </a:rPr>
              <a:t>0 </a:t>
            </a:r>
            <a:r>
              <a:rPr lang="zh-TW" altLang="en-US" sz="1600" b="1" dirty="0">
                <a:solidFill>
                  <a:srgbClr val="FF0000"/>
                </a:solidFill>
              </a:rPr>
              <a:t>個元素</a:t>
            </a:r>
            <a:r>
              <a:rPr lang="zh-TW" altLang="en-US" sz="1600" dirty="0"/>
              <a:t>的位址相同</a:t>
            </a:r>
            <a:endParaRPr lang="en-US" altLang="zh-TW" sz="1600" dirty="0"/>
          </a:p>
          <a:p>
            <a:pPr lvl="1"/>
            <a:r>
              <a:rPr lang="zh-TW" altLang="en-US" sz="1600" b="1" dirty="0">
                <a:solidFill>
                  <a:srgbClr val="FF0000"/>
                </a:solidFill>
              </a:rPr>
              <a:t>二維</a:t>
            </a:r>
            <a:r>
              <a:rPr lang="zh-TW" altLang="en-US" sz="1600" dirty="0"/>
              <a:t>陣列的位址則為</a:t>
            </a:r>
            <a:r>
              <a:rPr lang="zh-TW" altLang="en-US" sz="1600" b="1" dirty="0">
                <a:solidFill>
                  <a:srgbClr val="FF0000"/>
                </a:solidFill>
              </a:rPr>
              <a:t>第 </a:t>
            </a:r>
            <a:r>
              <a:rPr lang="en-US" altLang="zh-TW" sz="1600" b="1" dirty="0">
                <a:solidFill>
                  <a:srgbClr val="FF0000"/>
                </a:solidFill>
              </a:rPr>
              <a:t>0 </a:t>
            </a:r>
            <a:r>
              <a:rPr lang="zh-TW" altLang="en-US" sz="1600" b="1" dirty="0">
                <a:solidFill>
                  <a:srgbClr val="FF0000"/>
                </a:solidFill>
              </a:rPr>
              <a:t>行第 </a:t>
            </a:r>
            <a:r>
              <a:rPr lang="en-US" altLang="zh-TW" sz="1600" b="1" dirty="0">
                <a:solidFill>
                  <a:srgbClr val="FF0000"/>
                </a:solidFill>
              </a:rPr>
              <a:t>0 </a:t>
            </a:r>
            <a:r>
              <a:rPr lang="zh-TW" altLang="en-US" sz="1600" b="1" dirty="0">
                <a:solidFill>
                  <a:srgbClr val="FF0000"/>
                </a:solidFill>
              </a:rPr>
              <a:t>列</a:t>
            </a:r>
            <a:r>
              <a:rPr lang="zh-TW" altLang="en-US" sz="1600" dirty="0"/>
              <a:t>的元素位址</a:t>
            </a:r>
            <a:endParaRPr lang="en-US" altLang="zh-TW" sz="1600" dirty="0"/>
          </a:p>
          <a:p>
            <a:pPr lvl="1"/>
            <a:r>
              <a:rPr lang="zh-TW" altLang="en-US" sz="1600" dirty="0"/>
              <a:t>陣列名稱被視為指標常數，因此不可修改其位址</a:t>
            </a:r>
            <a:endParaRPr lang="en-US" altLang="zh-TW" sz="1600" dirty="0"/>
          </a:p>
          <a:p>
            <a:r>
              <a:rPr lang="zh-TW" altLang="en-US" sz="2000" dirty="0"/>
              <a:t>陣列名稱的本質</a:t>
            </a:r>
            <a:endParaRPr lang="en-US" altLang="zh-TW" sz="2000" dirty="0"/>
          </a:p>
          <a:p>
            <a:pPr lvl="1"/>
            <a:r>
              <a:rPr lang="zh-TW" altLang="en-US" sz="1600" dirty="0"/>
              <a:t>陣列名稱作為 </a:t>
            </a:r>
            <a:r>
              <a:rPr lang="en-US" altLang="zh-TW" sz="1600" dirty="0" err="1"/>
              <a:t>sizeof</a:t>
            </a:r>
            <a:r>
              <a:rPr lang="en-US" altLang="zh-TW" sz="1600" dirty="0"/>
              <a:t> </a:t>
            </a:r>
            <a:r>
              <a:rPr lang="zh-TW" altLang="en-US" sz="1600" dirty="0"/>
              <a:t>或 </a:t>
            </a:r>
            <a:r>
              <a:rPr lang="en-US" altLang="zh-TW" sz="1600" dirty="0"/>
              <a:t>&amp; </a:t>
            </a:r>
            <a:r>
              <a:rPr lang="zh-TW" altLang="en-US" sz="1600" dirty="0"/>
              <a:t>的運算元時，保留陣列本質，不被視為指標</a:t>
            </a:r>
            <a:endParaRPr lang="en-US" altLang="zh-TW" sz="1600" dirty="0"/>
          </a:p>
          <a:p>
            <a:pPr lvl="1"/>
            <a:r>
              <a:rPr lang="zh-TW" altLang="en-US" sz="1600" dirty="0"/>
              <a:t>作為一般運算元時，則視為指標，指向陣列的第一個元素</a:t>
            </a:r>
          </a:p>
        </p:txBody>
      </p:sp>
      <p:sp>
        <p:nvSpPr>
          <p:cNvPr id="714756" name="AutoShape 4">
            <a:extLst>
              <a:ext uri="{FF2B5EF4-FFF2-40B4-BE49-F238E27FC236}">
                <a16:creationId xmlns:a16="http://schemas.microsoft.com/office/drawing/2014/main" id="{74A90C89-8EEA-478C-8D20-A71AA31AF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2485BCA-C63D-4939-BEAD-31FFB5432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5118313"/>
            <a:ext cx="4421713" cy="164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12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2B2CCE3-5807-439C-9285-25569B3B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97" y="1490664"/>
            <a:ext cx="5689612" cy="5214936"/>
          </a:xfrm>
          <a:prstGeom prst="rect">
            <a:avLst/>
          </a:prstGeom>
        </p:spPr>
      </p:pic>
      <p:sp>
        <p:nvSpPr>
          <p:cNvPr id="716802" name="Rectangle 2">
            <a:extLst>
              <a:ext uri="{FF2B5EF4-FFF2-40B4-BE49-F238E27FC236}">
                <a16:creationId xmlns:a16="http://schemas.microsoft.com/office/drawing/2014/main" id="{6F5433FA-A432-43EE-A1DD-47B506048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42466"/>
          </a:xfrm>
        </p:spPr>
        <p:txBody>
          <a:bodyPr/>
          <a:lstStyle/>
          <a:p>
            <a:r>
              <a:rPr lang="zh-TW" altLang="en-US" dirty="0"/>
              <a:t>指標的算術運算 </a:t>
            </a:r>
            <a:r>
              <a:rPr lang="en-US" altLang="zh-TW" dirty="0"/>
              <a:t>(2/3)</a:t>
            </a:r>
          </a:p>
        </p:txBody>
      </p:sp>
      <p:sp>
        <p:nvSpPr>
          <p:cNvPr id="716803" name="Rectangle 3">
            <a:extLst>
              <a:ext uri="{FF2B5EF4-FFF2-40B4-BE49-F238E27FC236}">
                <a16:creationId xmlns:a16="http://schemas.microsoft.com/office/drawing/2014/main" id="{3716A131-F0EC-4A9B-AF69-148B3848F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9680" y="978569"/>
            <a:ext cx="8229600" cy="642466"/>
          </a:xfrm>
        </p:spPr>
        <p:txBody>
          <a:bodyPr/>
          <a:lstStyle/>
          <a:p>
            <a:r>
              <a:rPr lang="zh-TW" altLang="en-US" sz="2600" dirty="0"/>
              <a:t>陣列名稱是一個指向陣列位址的指標</a:t>
            </a:r>
          </a:p>
        </p:txBody>
      </p:sp>
      <p:sp>
        <p:nvSpPr>
          <p:cNvPr id="716804" name="AutoShape 4">
            <a:extLst>
              <a:ext uri="{FF2B5EF4-FFF2-40B4-BE49-F238E27FC236}">
                <a16:creationId xmlns:a16="http://schemas.microsoft.com/office/drawing/2014/main" id="{103CA193-0416-4F7A-8992-D87C646A1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7F2AF15-D3D2-4346-90EE-8747B73C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0380-0C18-44CF-9C3B-F94DF880AFD1}" type="slidenum">
              <a:rPr lang="en-US" altLang="zh-TW">
                <a:solidFill>
                  <a:srgbClr val="000000"/>
                </a:solidFill>
              </a:rPr>
              <a:pPr/>
              <a:t>23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C3D2ED-100B-4420-9AA7-B5C090BBE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148" y="1834900"/>
            <a:ext cx="4480415" cy="19900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877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209B531-E41E-4B8E-A188-A0002EE4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26588-9967-4C2A-B6A3-A880295A86BA}" type="slidenum">
              <a:rPr lang="en-US" altLang="zh-TW">
                <a:solidFill>
                  <a:srgbClr val="000000"/>
                </a:solidFill>
              </a:rPr>
              <a:pPr/>
              <a:t>24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18850" name="Rectangle 2">
            <a:extLst>
              <a:ext uri="{FF2B5EF4-FFF2-40B4-BE49-F238E27FC236}">
                <a16:creationId xmlns:a16="http://schemas.microsoft.com/office/drawing/2014/main" id="{C67DB30C-00A6-43A2-8C30-6DD19908B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04837"/>
          </a:xfrm>
        </p:spPr>
        <p:txBody>
          <a:bodyPr/>
          <a:lstStyle/>
          <a:p>
            <a:r>
              <a:rPr lang="zh-TW" altLang="en-US" dirty="0"/>
              <a:t>指標的算術運算 </a:t>
            </a:r>
            <a:r>
              <a:rPr lang="en-US" altLang="zh-TW" dirty="0"/>
              <a:t>(3/3)</a:t>
            </a:r>
          </a:p>
        </p:txBody>
      </p:sp>
      <p:sp>
        <p:nvSpPr>
          <p:cNvPr id="718851" name="Rectangle 3">
            <a:extLst>
              <a:ext uri="{FF2B5EF4-FFF2-40B4-BE49-F238E27FC236}">
                <a16:creationId xmlns:a16="http://schemas.microsoft.com/office/drawing/2014/main" id="{55760B63-5B94-4F27-BE27-DBDF493AD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630" y="854177"/>
            <a:ext cx="8229600" cy="590300"/>
          </a:xfrm>
        </p:spPr>
        <p:txBody>
          <a:bodyPr/>
          <a:lstStyle/>
          <a:p>
            <a:r>
              <a:rPr lang="zh-TW" altLang="en-US" sz="2600" dirty="0"/>
              <a:t>下面的範例是利用指標常數來存取陣列的內容 </a:t>
            </a:r>
          </a:p>
        </p:txBody>
      </p:sp>
      <p:sp>
        <p:nvSpPr>
          <p:cNvPr id="718852" name="AutoShape 4">
            <a:extLst>
              <a:ext uri="{FF2B5EF4-FFF2-40B4-BE49-F238E27FC236}">
                <a16:creationId xmlns:a16="http://schemas.microsoft.com/office/drawing/2014/main" id="{A2702AA2-0E3D-43CE-9F90-5164B695F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4E1DD2-E66C-410D-8975-F444AFA39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68" y="1664804"/>
            <a:ext cx="6515435" cy="3956253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7DD9349B-ACFD-4012-BA8F-FFF89D20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609150"/>
            <a:ext cx="5162851" cy="2126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9AE983FB-702F-4B30-8F87-BD682E171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734" y="4017434"/>
            <a:ext cx="3187855" cy="50125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30066"/>
              </a:buClr>
              <a:buFont typeface="Wingdings" panose="05000000000000000000" pitchFamily="2" charset="2"/>
              <a:buNone/>
            </a:pPr>
            <a:r>
              <a:rPr lang="zh-TW" altLang="en-US" sz="2000" b="0" dirty="0">
                <a:solidFill>
                  <a:srgbClr val="000000"/>
                </a:solidFill>
                <a:effectLst/>
              </a:rPr>
              <a:t>陣列</a:t>
            </a:r>
            <a:r>
              <a:rPr lang="en-US" altLang="zh-TW" sz="2000" b="0" dirty="0">
                <a:solidFill>
                  <a:srgbClr val="000000"/>
                </a:solidFill>
                <a:effectLst/>
              </a:rPr>
              <a:t>a</a:t>
            </a:r>
            <a:r>
              <a:rPr lang="zh-TW" altLang="en-US" sz="2000" b="0" dirty="0">
                <a:solidFill>
                  <a:srgbClr val="000000"/>
                </a:solidFill>
                <a:effectLst/>
              </a:rPr>
              <a:t>於記憶體中的配置圖</a:t>
            </a:r>
          </a:p>
        </p:txBody>
      </p:sp>
    </p:spTree>
    <p:extLst>
      <p:ext uri="{BB962C8B-B14F-4D97-AF65-F5344CB8AC3E}">
        <p14:creationId xmlns:p14="http://schemas.microsoft.com/office/powerpoint/2010/main" val="814498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5EDC940-071A-44EC-95D7-38AE3011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D943-052F-47B2-9D8A-0386E388D767}" type="slidenum">
              <a:rPr lang="en-US" altLang="zh-TW">
                <a:solidFill>
                  <a:srgbClr val="000000"/>
                </a:solidFill>
              </a:rPr>
              <a:pPr/>
              <a:t>25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0898" name="Rectangle 2">
            <a:extLst>
              <a:ext uri="{FF2B5EF4-FFF2-40B4-BE49-F238E27FC236}">
                <a16:creationId xmlns:a16="http://schemas.microsoft.com/office/drawing/2014/main" id="{312643DE-1CEE-4CC3-821B-A33E66D23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利用指標存取一維陣列的元素 </a:t>
            </a:r>
          </a:p>
        </p:txBody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E44CD074-E373-4787-8FEF-1CEE669E6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下面的程式利用指標計算一維陣列內所有元素的總和 </a:t>
            </a:r>
          </a:p>
        </p:txBody>
      </p:sp>
      <p:sp>
        <p:nvSpPr>
          <p:cNvPr id="720900" name="AutoShape 4">
            <a:extLst>
              <a:ext uri="{FF2B5EF4-FFF2-40B4-BE49-F238E27FC236}">
                <a16:creationId xmlns:a16="http://schemas.microsoft.com/office/drawing/2014/main" id="{73AD0DC6-A827-4D3F-8152-226005F6C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E43305-A03D-403E-BDBF-597BFEAD8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2425504"/>
            <a:ext cx="5321573" cy="382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55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AEB42234-FE7B-4AF9-A561-F7234395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5B2BF-813B-452E-BC3E-677475A6BCFC}" type="slidenum">
              <a:rPr lang="en-US" altLang="zh-TW">
                <a:solidFill>
                  <a:srgbClr val="000000"/>
                </a:solidFill>
              </a:rPr>
              <a:pPr/>
              <a:t>26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1922" name="Rectangle 2">
            <a:extLst>
              <a:ext uri="{FF2B5EF4-FFF2-40B4-BE49-F238E27FC236}">
                <a16:creationId xmlns:a16="http://schemas.microsoft.com/office/drawing/2014/main" id="{3A2A7F22-35B8-4DE2-9E54-38B0C9867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使用指標常數應注意的事項 </a:t>
            </a:r>
          </a:p>
        </p:txBody>
      </p:sp>
      <p:sp>
        <p:nvSpPr>
          <p:cNvPr id="721923" name="Rectangle 3">
            <a:extLst>
              <a:ext uri="{FF2B5EF4-FFF2-40B4-BE49-F238E27FC236}">
                <a16:creationId xmlns:a16="http://schemas.microsoft.com/office/drawing/2014/main" id="{B0E6D953-D40F-49D0-A302-5526D0639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686800" cy="4411662"/>
          </a:xfrm>
        </p:spPr>
        <p:txBody>
          <a:bodyPr/>
          <a:lstStyle/>
          <a:p>
            <a:r>
              <a:rPr lang="zh-TW" altLang="en-US" sz="2600" dirty="0"/>
              <a:t>陣列名稱</a:t>
            </a:r>
            <a:r>
              <a:rPr lang="en-US" altLang="zh-TW" sz="2600" dirty="0"/>
              <a:t>a</a:t>
            </a:r>
            <a:r>
              <a:rPr lang="zh-TW" altLang="en-US" sz="2600" dirty="0"/>
              <a:t>是一個指標常數，因此不能撰寫如下的敘述：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若是宣告一個指向整數的指標來指向陣列</a:t>
            </a:r>
            <a:r>
              <a:rPr lang="en-US" altLang="zh-TW" sz="2600" dirty="0"/>
              <a:t>a</a:t>
            </a:r>
            <a:r>
              <a:rPr lang="zh-TW" altLang="en-US" sz="2600" dirty="0"/>
              <a:t>，則下面的敘述是合語法的：</a:t>
            </a:r>
          </a:p>
        </p:txBody>
      </p:sp>
      <p:sp>
        <p:nvSpPr>
          <p:cNvPr id="721924" name="AutoShape 4">
            <a:extLst>
              <a:ext uri="{FF2B5EF4-FFF2-40B4-BE49-F238E27FC236}">
                <a16:creationId xmlns:a16="http://schemas.microsoft.com/office/drawing/2014/main" id="{2A1EB2D0-6168-4EA0-9E9C-1F4D634E9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721925" name="Picture 5">
            <a:extLst>
              <a:ext uri="{FF2B5EF4-FFF2-40B4-BE49-F238E27FC236}">
                <a16:creationId xmlns:a16="http://schemas.microsoft.com/office/drawing/2014/main" id="{C13EB200-9E57-4695-81A2-C8A04682F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673350"/>
            <a:ext cx="63849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1926" name="Picture 6">
            <a:extLst>
              <a:ext uri="{FF2B5EF4-FFF2-40B4-BE49-F238E27FC236}">
                <a16:creationId xmlns:a16="http://schemas.microsoft.com/office/drawing/2014/main" id="{3AAED9B3-AB9F-4546-9E1C-B3FA400AD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724400"/>
            <a:ext cx="7175500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310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C29E7B2-F81B-459B-AF58-65432D615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06" y="2400090"/>
            <a:ext cx="5715294" cy="4076910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E5B3AA-9C01-48CE-A421-F11E3EA9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29C7-5328-4731-BCD6-8B908C3B0A69}" type="slidenum">
              <a:rPr lang="en-US" altLang="zh-TW">
                <a:solidFill>
                  <a:srgbClr val="000000"/>
                </a:solidFill>
              </a:rPr>
              <a:pPr/>
              <a:t>27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2946" name="Rectangle 2">
            <a:extLst>
              <a:ext uri="{FF2B5EF4-FFF2-40B4-BE49-F238E27FC236}">
                <a16:creationId xmlns:a16="http://schemas.microsoft.com/office/drawing/2014/main" id="{8BE1D52D-A27C-4480-9902-B5D48FA4E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指標常數的使用範例</a:t>
            </a:r>
          </a:p>
        </p:txBody>
      </p:sp>
      <p:sp>
        <p:nvSpPr>
          <p:cNvPr id="722947" name="Rectangle 3">
            <a:extLst>
              <a:ext uri="{FF2B5EF4-FFF2-40B4-BE49-F238E27FC236}">
                <a16:creationId xmlns:a16="http://schemas.microsoft.com/office/drawing/2014/main" id="{1C2C3F97-3323-410A-BC55-2BF7438E7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731837"/>
          </a:xfrm>
        </p:spPr>
        <p:txBody>
          <a:bodyPr/>
          <a:lstStyle/>
          <a:p>
            <a:r>
              <a:rPr lang="zh-TW" altLang="en-US" dirty="0"/>
              <a:t>下面的範例修改自</a:t>
            </a:r>
            <a:r>
              <a:rPr lang="en-US" altLang="zh-TW" dirty="0"/>
              <a:t>Ch9_16 </a:t>
            </a:r>
          </a:p>
        </p:txBody>
      </p:sp>
      <p:sp>
        <p:nvSpPr>
          <p:cNvPr id="722948" name="AutoShape 4">
            <a:extLst>
              <a:ext uri="{FF2B5EF4-FFF2-40B4-BE49-F238E27FC236}">
                <a16:creationId xmlns:a16="http://schemas.microsoft.com/office/drawing/2014/main" id="{CE39946C-F862-41B5-BE36-80837924F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E2A16DC-F4E1-4EDB-89AC-3EA28A42E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924" y="2997036"/>
            <a:ext cx="3729963" cy="6385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1134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B721C247-D99A-4F3E-A64D-98747FAD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750F-F2E4-47C9-9BB6-797D69B02D7A}" type="slidenum">
              <a:rPr lang="en-US" altLang="zh-TW">
                <a:solidFill>
                  <a:srgbClr val="000000"/>
                </a:solidFill>
              </a:rPr>
              <a:pPr/>
              <a:t>28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3970" name="Rectangle 2">
            <a:extLst>
              <a:ext uri="{FF2B5EF4-FFF2-40B4-BE49-F238E27FC236}">
                <a16:creationId xmlns:a16="http://schemas.microsoft.com/office/drawing/2014/main" id="{477EBBBD-BC9B-42E0-B683-907FA41C5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利用指標傳遞一維陣列到函數裡 </a:t>
            </a:r>
          </a:p>
        </p:txBody>
      </p:sp>
      <p:sp>
        <p:nvSpPr>
          <p:cNvPr id="723971" name="Rectangle 3">
            <a:extLst>
              <a:ext uri="{FF2B5EF4-FFF2-40B4-BE49-F238E27FC236}">
                <a16:creationId xmlns:a16="http://schemas.microsoft.com/office/drawing/2014/main" id="{26C9AC7E-F930-4B5E-B66C-3F47CAC2D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可接收一維陣列之函數的定義格式如下</a:t>
            </a:r>
          </a:p>
        </p:txBody>
      </p:sp>
      <p:sp>
        <p:nvSpPr>
          <p:cNvPr id="723972" name="AutoShape 4">
            <a:extLst>
              <a:ext uri="{FF2B5EF4-FFF2-40B4-BE49-F238E27FC236}">
                <a16:creationId xmlns:a16="http://schemas.microsoft.com/office/drawing/2014/main" id="{BD65E588-5811-4754-8395-39598A2DE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sp>
        <p:nvSpPr>
          <p:cNvPr id="723975" name="Rectangle 7">
            <a:extLst>
              <a:ext uri="{FF2B5EF4-FFF2-40B4-BE49-F238E27FC236}">
                <a16:creationId xmlns:a16="http://schemas.microsoft.com/office/drawing/2014/main" id="{773E4044-157A-4E08-90E7-311214300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3824288"/>
            <a:ext cx="8229600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9pPr>
          </a:lstStyle>
          <a:p>
            <a:pPr>
              <a:buClr>
                <a:srgbClr val="330066"/>
              </a:buClr>
            </a:pPr>
            <a:r>
              <a:rPr lang="zh-TW" altLang="en-US" sz="2600" b="0">
                <a:solidFill>
                  <a:srgbClr val="000000"/>
                </a:solidFill>
                <a:effectLst/>
              </a:rPr>
              <a:t>例如</a:t>
            </a:r>
            <a:r>
              <a:rPr lang="en-US" altLang="zh-TW" sz="2600" b="0">
                <a:solidFill>
                  <a:srgbClr val="000000"/>
                </a:solidFill>
                <a:effectLst/>
              </a:rPr>
              <a:t>func() </a:t>
            </a:r>
            <a:r>
              <a:rPr lang="zh-TW" altLang="en-US" sz="2600" b="0">
                <a:solidFill>
                  <a:srgbClr val="000000"/>
                </a:solidFill>
                <a:effectLst/>
              </a:rPr>
              <a:t>的定義可撰寫成如下的格式</a:t>
            </a:r>
          </a:p>
        </p:txBody>
      </p:sp>
      <p:sp>
        <p:nvSpPr>
          <p:cNvPr id="723976" name="Rectangle 8">
            <a:extLst>
              <a:ext uri="{FF2B5EF4-FFF2-40B4-BE49-F238E27FC236}">
                <a16:creationId xmlns:a16="http://schemas.microsoft.com/office/drawing/2014/main" id="{7C237A95-7851-406B-9ED9-6691D724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516563"/>
            <a:ext cx="8229600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itchFamily="49" charset="-120"/>
              </a:defRPr>
            </a:lvl9pPr>
          </a:lstStyle>
          <a:p>
            <a:pPr>
              <a:buClr>
                <a:srgbClr val="330066"/>
              </a:buClr>
            </a:pPr>
            <a:r>
              <a:rPr lang="zh-TW" altLang="en-US" sz="2600" b="0">
                <a:solidFill>
                  <a:srgbClr val="000000"/>
                </a:solidFill>
                <a:effectLst/>
              </a:rPr>
              <a:t>在呼叫函數</a:t>
            </a:r>
            <a:r>
              <a:rPr lang="en-US" altLang="zh-TW" sz="2600" b="0">
                <a:solidFill>
                  <a:srgbClr val="000000"/>
                </a:solidFill>
                <a:effectLst/>
              </a:rPr>
              <a:t>func() </a:t>
            </a:r>
            <a:r>
              <a:rPr lang="zh-TW" altLang="en-US" sz="2600" b="0">
                <a:solidFill>
                  <a:srgbClr val="000000"/>
                </a:solidFill>
                <a:effectLst/>
              </a:rPr>
              <a:t>時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839D11F-9000-4ADA-9408-620EC6EA5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410" y="2426481"/>
            <a:ext cx="4000306" cy="121446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83DEFAB-A5AA-43DF-9E44-8C46731EC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709" y="4506541"/>
            <a:ext cx="6731346" cy="6667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513D4DE-2F13-4895-AD3C-EC67BAD2E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709" y="6197588"/>
            <a:ext cx="5740695" cy="4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47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AA434FC-F82F-4855-9CA3-F27E96CE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74267-F2ED-49EA-9C7A-497D62989C85}" type="slidenum">
              <a:rPr lang="en-US" altLang="zh-TW">
                <a:solidFill>
                  <a:srgbClr val="000000"/>
                </a:solidFill>
              </a:rPr>
              <a:pPr/>
              <a:t>29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4994" name="Rectangle 2">
            <a:extLst>
              <a:ext uri="{FF2B5EF4-FFF2-40B4-BE49-F238E27FC236}">
                <a16:creationId xmlns:a16="http://schemas.microsoft.com/office/drawing/2014/main" id="{4CB4A0E6-C346-46D3-94B2-D037CA620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70" y="102413"/>
            <a:ext cx="5755940" cy="604837"/>
          </a:xfrm>
        </p:spPr>
        <p:txBody>
          <a:bodyPr/>
          <a:lstStyle/>
          <a:p>
            <a:r>
              <a:rPr lang="zh-TW" altLang="en-US" sz="3500" dirty="0"/>
              <a:t>以指標傳遞一維陣列的範例</a:t>
            </a:r>
            <a:endParaRPr lang="en-US" altLang="zh-TW" sz="3500" dirty="0"/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EB8A9342-8B12-448B-BDA0-530CAA06D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545" y="882022"/>
            <a:ext cx="8229600" cy="604837"/>
          </a:xfrm>
        </p:spPr>
        <p:txBody>
          <a:bodyPr/>
          <a:lstStyle/>
          <a:p>
            <a:r>
              <a:rPr lang="zh-TW" altLang="en-US" sz="2600" dirty="0"/>
              <a:t>下面的範例說明如何以指標傳遞一維陣列 </a:t>
            </a:r>
          </a:p>
        </p:txBody>
      </p:sp>
      <p:sp>
        <p:nvSpPr>
          <p:cNvPr id="724996" name="AutoShape 4">
            <a:extLst>
              <a:ext uri="{FF2B5EF4-FFF2-40B4-BE49-F238E27FC236}">
                <a16:creationId xmlns:a16="http://schemas.microsoft.com/office/drawing/2014/main" id="{42909E63-93CE-4231-92F2-EBAA41EA9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C1C38BC-CDB6-468F-AF46-ED4B99361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518091"/>
            <a:ext cx="5292952" cy="525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28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3315BF3-EF83-425B-AF78-9E916E43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3CDA-56B4-4D78-BDCD-F0BAC843D8AC}" type="slidenum">
              <a:rPr lang="en-US" altLang="zh-TW">
                <a:solidFill>
                  <a:srgbClr val="000000"/>
                </a:solidFill>
              </a:rPr>
              <a:pPr/>
              <a:t>30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7042" name="Rectangle 2">
            <a:extLst>
              <a:ext uri="{FF2B5EF4-FFF2-40B4-BE49-F238E27FC236}">
                <a16:creationId xmlns:a16="http://schemas.microsoft.com/office/drawing/2014/main" id="{72FB091A-67DA-4297-8686-0D6250130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zh-TW" altLang="en-US" sz="3500" dirty="0"/>
              <a:t>利用函數傳回指標</a:t>
            </a:r>
            <a:endParaRPr lang="en-US" altLang="zh-TW" sz="3500" dirty="0"/>
          </a:p>
        </p:txBody>
      </p:sp>
      <p:sp>
        <p:nvSpPr>
          <p:cNvPr id="727044" name="AutoShape 4">
            <a:extLst>
              <a:ext uri="{FF2B5EF4-FFF2-40B4-BE49-F238E27FC236}">
                <a16:creationId xmlns:a16="http://schemas.microsoft.com/office/drawing/2014/main" id="{DE70FB64-7278-468F-8FCE-EEBDABFC8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指標與陣列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A3CE91D-7FB3-463B-B3FB-16F46B1F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232818"/>
            <a:ext cx="5255938" cy="536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25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CE1FC77-7667-4716-835F-246081FD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F1095-B982-4C4E-84F4-1D381AD448DD}" type="slidenum">
              <a:rPr lang="en-US" altLang="zh-TW">
                <a:solidFill>
                  <a:srgbClr val="000000"/>
                </a:solidFill>
              </a:rPr>
              <a:pPr/>
              <a:t>31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29090" name="Rectangle 2">
            <a:extLst>
              <a:ext uri="{FF2B5EF4-FFF2-40B4-BE49-F238E27FC236}">
                <a16:creationId xmlns:a16="http://schemas.microsoft.com/office/drawing/2014/main" id="{8F7FB66A-3D51-4196-911B-B7ED85CE7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73957"/>
          </a:xfrm>
        </p:spPr>
        <p:txBody>
          <a:bodyPr/>
          <a:lstStyle/>
          <a:p>
            <a:r>
              <a:rPr lang="zh-TW" altLang="en-US" dirty="0"/>
              <a:t>以指標變數指向字串 </a:t>
            </a:r>
            <a:r>
              <a:rPr lang="en-US" altLang="zh-TW" dirty="0"/>
              <a:t>(1/2)</a:t>
            </a:r>
          </a:p>
        </p:txBody>
      </p:sp>
      <p:sp>
        <p:nvSpPr>
          <p:cNvPr id="729091" name="Rectangle 3">
            <a:extLst>
              <a:ext uri="{FF2B5EF4-FFF2-40B4-BE49-F238E27FC236}">
                <a16:creationId xmlns:a16="http://schemas.microsoft.com/office/drawing/2014/main" id="{534ADF35-9D25-4D40-AB47-855E78D4D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75" y="1434307"/>
            <a:ext cx="4658637" cy="5423693"/>
          </a:xfrm>
        </p:spPr>
        <p:txBody>
          <a:bodyPr/>
          <a:lstStyle/>
          <a:p>
            <a:pPr algn="just"/>
            <a:r>
              <a:rPr lang="zh-TW" altLang="en-US" sz="2000" dirty="0"/>
              <a:t>利用</a:t>
            </a:r>
            <a:r>
              <a:rPr lang="zh-TW" altLang="en-US" sz="2000" b="1" dirty="0">
                <a:solidFill>
                  <a:srgbClr val="FF0000"/>
                </a:solidFill>
              </a:rPr>
              <a:t>字元陣列</a:t>
            </a:r>
            <a:r>
              <a:rPr lang="zh-TW" altLang="en-US" sz="2000" dirty="0"/>
              <a:t>來儲存字串： </a:t>
            </a:r>
          </a:p>
          <a:p>
            <a:pPr lvl="1" algn="just"/>
            <a:r>
              <a:rPr lang="zh-TW" altLang="en-US" sz="1600" b="1" dirty="0">
                <a:solidFill>
                  <a:srgbClr val="FF0000"/>
                </a:solidFill>
              </a:rPr>
              <a:t>宣告方式</a:t>
            </a:r>
            <a:r>
              <a:rPr lang="zh-TW" altLang="en-US" sz="1600" dirty="0"/>
              <a:t>：</a:t>
            </a:r>
            <a:r>
              <a:rPr lang="en-US" altLang="zh-TW" sz="1600" dirty="0"/>
              <a:t>char str[] = "</a:t>
            </a:r>
            <a:r>
              <a:rPr lang="zh-TW" altLang="en-US" sz="1600" dirty="0"/>
              <a:t>字串常數</a:t>
            </a:r>
            <a:r>
              <a:rPr lang="en-US" altLang="zh-TW" sz="1600" dirty="0"/>
              <a:t>";</a:t>
            </a:r>
          </a:p>
          <a:p>
            <a:pPr lvl="1" algn="just"/>
            <a:r>
              <a:rPr lang="zh-TW" altLang="en-US" sz="1600" b="1" dirty="0">
                <a:solidFill>
                  <a:srgbClr val="FF0000"/>
                </a:solidFill>
              </a:rPr>
              <a:t>儲存內容</a:t>
            </a:r>
            <a:r>
              <a:rPr lang="zh-TW" altLang="en-US" sz="1600" dirty="0"/>
              <a:t>：編譯器會配置字元陣列，並將字串內容複製到陣列中。</a:t>
            </a:r>
            <a:r>
              <a:rPr lang="en-US" altLang="zh-TW" sz="1600" dirty="0"/>
              <a:t>str</a:t>
            </a:r>
            <a:r>
              <a:rPr lang="zh-TW" altLang="en-US" sz="1600" dirty="0"/>
              <a:t>會被視為指向字串第一個字元的指標</a:t>
            </a:r>
          </a:p>
          <a:p>
            <a:pPr lvl="1" algn="just"/>
            <a:r>
              <a:rPr lang="zh-TW" altLang="en-US" sz="1600" b="1" dirty="0">
                <a:solidFill>
                  <a:srgbClr val="FF0000"/>
                </a:solidFill>
              </a:rPr>
              <a:t>特點</a:t>
            </a:r>
            <a:r>
              <a:rPr lang="zh-TW" altLang="en-US" sz="1600" dirty="0"/>
              <a:t>：</a:t>
            </a:r>
            <a:r>
              <a:rPr lang="en-US" altLang="zh-TW" sz="1600" dirty="0"/>
              <a:t>str</a:t>
            </a:r>
            <a:r>
              <a:rPr lang="zh-TW" altLang="en-US" sz="1600" dirty="0"/>
              <a:t>被視為是指標常數，無法修改其指向，但可修改所指向的內容</a:t>
            </a:r>
          </a:p>
          <a:p>
            <a:pPr algn="just"/>
            <a:r>
              <a:rPr lang="zh-TW" altLang="en-US" sz="2000" dirty="0"/>
              <a:t>利用指向字元的</a:t>
            </a:r>
            <a:r>
              <a:rPr lang="zh-TW" altLang="en-US" sz="2000" b="1" dirty="0">
                <a:solidFill>
                  <a:srgbClr val="FF0000"/>
                </a:solidFill>
              </a:rPr>
              <a:t>指標</a:t>
            </a:r>
            <a:r>
              <a:rPr lang="zh-TW" altLang="en-US" sz="2000" dirty="0"/>
              <a:t>指向字串：</a:t>
            </a:r>
            <a:endParaRPr lang="en-US" altLang="zh-TW" sz="2000" dirty="0"/>
          </a:p>
          <a:p>
            <a:pPr lvl="1" algn="just"/>
            <a:r>
              <a:rPr lang="zh-TW" altLang="en-US" sz="1600" b="1" dirty="0">
                <a:solidFill>
                  <a:srgbClr val="FF0000"/>
                </a:solidFill>
              </a:rPr>
              <a:t>宣告方式</a:t>
            </a:r>
            <a:r>
              <a:rPr lang="zh-TW" altLang="en-US" sz="1600" dirty="0"/>
              <a:t>：</a:t>
            </a:r>
            <a:r>
              <a:rPr lang="en-US" altLang="zh-TW" sz="1600" dirty="0"/>
              <a:t>const char *</a:t>
            </a:r>
            <a:r>
              <a:rPr lang="en-US" altLang="zh-TW" sz="1600" dirty="0" err="1"/>
              <a:t>ptr</a:t>
            </a:r>
            <a:r>
              <a:rPr lang="en-US" altLang="zh-TW" sz="1600" dirty="0"/>
              <a:t> = "</a:t>
            </a:r>
            <a:r>
              <a:rPr lang="zh-TW" altLang="en-US" sz="1600" dirty="0"/>
              <a:t>字串常數</a:t>
            </a:r>
            <a:r>
              <a:rPr lang="en-US" altLang="zh-TW" sz="1600" dirty="0"/>
              <a:t>";</a:t>
            </a:r>
          </a:p>
          <a:p>
            <a:pPr lvl="1" algn="just"/>
            <a:r>
              <a:rPr lang="zh-TW" altLang="en-US" sz="1600" b="1" dirty="0">
                <a:solidFill>
                  <a:srgbClr val="FF0000"/>
                </a:solidFill>
              </a:rPr>
              <a:t>儲存內容</a:t>
            </a:r>
            <a:r>
              <a:rPr lang="zh-TW" altLang="en-US" sz="1600" dirty="0"/>
              <a:t>：編譯器會為 </a:t>
            </a:r>
            <a:r>
              <a:rPr lang="en-US" altLang="zh-TW" sz="1600" dirty="0" err="1"/>
              <a:t>ptr</a:t>
            </a:r>
            <a:r>
              <a:rPr lang="en-US" altLang="zh-TW" sz="1600" dirty="0"/>
              <a:t> </a:t>
            </a:r>
            <a:r>
              <a:rPr lang="zh-TW" altLang="en-US" sz="1600" dirty="0"/>
              <a:t>配置記憶體，並將其內容設為字串第一個字元的位址。這個字串存放在不可修改的程式碼區，因此指標必須加上 </a:t>
            </a:r>
            <a:r>
              <a:rPr lang="en-US" altLang="zh-TW" sz="1600" dirty="0"/>
              <a:t>const</a:t>
            </a:r>
            <a:endParaRPr lang="zh-TW" altLang="en-US" sz="1600" dirty="0"/>
          </a:p>
          <a:p>
            <a:pPr lvl="1" algn="just"/>
            <a:r>
              <a:rPr lang="zh-TW" altLang="en-US" sz="1600" b="1" dirty="0">
                <a:solidFill>
                  <a:srgbClr val="FF0000"/>
                </a:solidFill>
              </a:rPr>
              <a:t>特點</a:t>
            </a:r>
            <a:r>
              <a:rPr lang="zh-TW" altLang="en-US" sz="1600" dirty="0"/>
              <a:t>：</a:t>
            </a:r>
            <a:r>
              <a:rPr lang="en-US" altLang="zh-TW" sz="1600" dirty="0" err="1"/>
              <a:t>ptr</a:t>
            </a:r>
            <a:r>
              <a:rPr lang="zh-TW" altLang="en-US" sz="1600" dirty="0"/>
              <a:t>是一個指標變數，可以更改其所儲存的值</a:t>
            </a:r>
          </a:p>
          <a:p>
            <a:pPr lvl="1"/>
            <a:endParaRPr lang="zh-TW" altLang="en-US" sz="2200" dirty="0"/>
          </a:p>
        </p:txBody>
      </p:sp>
      <p:sp>
        <p:nvSpPr>
          <p:cNvPr id="729092" name="AutoShape 4">
            <a:extLst>
              <a:ext uri="{FF2B5EF4-FFF2-40B4-BE49-F238E27FC236}">
                <a16:creationId xmlns:a16="http://schemas.microsoft.com/office/drawing/2014/main" id="{B76CEF68-03DF-4B64-AA5C-4248963AD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指標與字串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832" y="2583343"/>
            <a:ext cx="4271426" cy="109735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832" y="4159759"/>
            <a:ext cx="4271426" cy="115788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19" y="1686769"/>
            <a:ext cx="2072275" cy="84613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1502057"/>
            <a:ext cx="2731093" cy="668942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73ED1BD-C399-40BE-8FCC-0348FC10F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832" y="5448870"/>
            <a:ext cx="3654592" cy="80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0" dirty="0">
                <a:effectLst/>
              </a:rPr>
              <a:t>若執行下面的敘述，會印出字串 </a:t>
            </a:r>
            <a:r>
              <a:rPr lang="en-US" altLang="zh-TW" sz="2000" b="0" dirty="0">
                <a:effectLst/>
              </a:rPr>
              <a:t>"are you"</a:t>
            </a:r>
            <a:endParaRPr lang="zh-TW" altLang="en-US" sz="2000" b="0" dirty="0">
              <a:effectLst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86EE23A-781A-4FC3-8A08-BA8A034E9E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8771" y="6232974"/>
            <a:ext cx="1251585" cy="47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58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37A29EF-D33A-4B18-AA9D-08A3F4383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41" y="2431842"/>
            <a:ext cx="7042512" cy="4045158"/>
          </a:xfrm>
          <a:prstGeom prst="rect">
            <a:avLst/>
          </a:prstGeom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9A2DF497-9BE7-446B-A625-429E6A09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F0EDC-7183-40CC-AB4F-D0FDA9DA98C3}" type="slidenum">
              <a:rPr lang="en-US" altLang="zh-TW">
                <a:solidFill>
                  <a:srgbClr val="000000"/>
                </a:solidFill>
              </a:rPr>
              <a:pPr/>
              <a:t>32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30114" name="Rectangle 2">
            <a:extLst>
              <a:ext uri="{FF2B5EF4-FFF2-40B4-BE49-F238E27FC236}">
                <a16:creationId xmlns:a16="http://schemas.microsoft.com/office/drawing/2014/main" id="{93C7BFFA-2763-4E16-86FA-167EFBDD5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以指標變數指向字串 </a:t>
            </a:r>
            <a:r>
              <a:rPr lang="en-US" altLang="zh-TW"/>
              <a:t>(2/2)</a:t>
            </a:r>
          </a:p>
        </p:txBody>
      </p:sp>
      <p:sp>
        <p:nvSpPr>
          <p:cNvPr id="730115" name="Rectangle 3">
            <a:extLst>
              <a:ext uri="{FF2B5EF4-FFF2-40B4-BE49-F238E27FC236}">
                <a16:creationId xmlns:a16="http://schemas.microsoft.com/office/drawing/2014/main" id="{CD1E41EA-75EE-42F0-A0D4-8F91F2851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1097669"/>
          </a:xfrm>
        </p:spPr>
        <p:txBody>
          <a:bodyPr/>
          <a:lstStyle/>
          <a:p>
            <a:r>
              <a:rPr lang="zh-TW" altLang="en-US" sz="2600" dirty="0"/>
              <a:t>下面是利用指標來指向字串的練習 </a:t>
            </a:r>
          </a:p>
        </p:txBody>
      </p:sp>
      <p:sp>
        <p:nvSpPr>
          <p:cNvPr id="730116" name="AutoShape 4">
            <a:extLst>
              <a:ext uri="{FF2B5EF4-FFF2-40B4-BE49-F238E27FC236}">
                <a16:creationId xmlns:a16="http://schemas.microsoft.com/office/drawing/2014/main" id="{353230D0-47EB-474A-A3F1-2005FBDF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指標與字串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8B89D38-F630-4EA1-B06A-C893AF571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2204382"/>
            <a:ext cx="3079226" cy="1268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0311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39DE4F2A-C5CC-4426-9E86-0BEAC7FE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323-3C9C-4152-9DAB-91AED4FE1809}" type="slidenum">
              <a:rPr lang="en-US" altLang="zh-TW">
                <a:solidFill>
                  <a:srgbClr val="000000"/>
                </a:solidFill>
              </a:rPr>
              <a:pPr/>
              <a:t>33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31138" name="Rectangle 2">
            <a:extLst>
              <a:ext uri="{FF2B5EF4-FFF2-40B4-BE49-F238E27FC236}">
                <a16:creationId xmlns:a16="http://schemas.microsoft.com/office/drawing/2014/main" id="{966FBB2F-0C9A-45D8-AF7E-4B2882595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指標陣列</a:t>
            </a:r>
          </a:p>
        </p:txBody>
      </p:sp>
      <p:sp>
        <p:nvSpPr>
          <p:cNvPr id="731139" name="Rectangle 3">
            <a:extLst>
              <a:ext uri="{FF2B5EF4-FFF2-40B4-BE49-F238E27FC236}">
                <a16:creationId xmlns:a16="http://schemas.microsoft.com/office/drawing/2014/main" id="{D6A26138-18BA-4902-B9A0-E2B33C234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4878387"/>
          </a:xfrm>
        </p:spPr>
        <p:txBody>
          <a:bodyPr/>
          <a:lstStyle/>
          <a:p>
            <a:r>
              <a:rPr lang="zh-TW" altLang="en-US" sz="2600" dirty="0"/>
              <a:t>指標陣列的宣告格式</a:t>
            </a:r>
          </a:p>
          <a:p>
            <a:pPr>
              <a:buFont typeface="Wingdings" panose="05000000000000000000" pitchFamily="2" charset="2"/>
              <a:buNone/>
            </a:pPr>
            <a:endParaRPr lang="zh-TW" altLang="en-US" sz="2600" dirty="0"/>
          </a:p>
          <a:p>
            <a:pPr>
              <a:buFont typeface="Wingdings" panose="05000000000000000000" pitchFamily="2" charset="2"/>
              <a:buNone/>
            </a:pPr>
            <a:r>
              <a:rPr lang="zh-TW" altLang="en-US" sz="2600" dirty="0"/>
              <a:t> </a:t>
            </a:r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dirty="0"/>
              <a:t>若於程式碼裡宣告如下的敘述 </a:t>
            </a:r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dirty="0"/>
              <a:t>則有三個指向整數的指標可以使用 </a:t>
            </a:r>
          </a:p>
          <a:p>
            <a:r>
              <a:rPr lang="zh-TW" altLang="en-US" sz="2600" dirty="0"/>
              <a:t>一維的指標陣列常用在字串陣列初值化的設定</a:t>
            </a:r>
          </a:p>
        </p:txBody>
      </p:sp>
      <p:sp>
        <p:nvSpPr>
          <p:cNvPr id="731140" name="AutoShape 4">
            <a:extLst>
              <a:ext uri="{FF2B5EF4-FFF2-40B4-BE49-F238E27FC236}">
                <a16:creationId xmlns:a16="http://schemas.microsoft.com/office/drawing/2014/main" id="{29DC709A-1777-44A6-885F-FD8024101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指標與字串</a:t>
            </a:r>
          </a:p>
        </p:txBody>
      </p:sp>
      <p:pic>
        <p:nvPicPr>
          <p:cNvPr id="731142" name="Picture 6">
            <a:extLst>
              <a:ext uri="{FF2B5EF4-FFF2-40B4-BE49-F238E27FC236}">
                <a16:creationId xmlns:a16="http://schemas.microsoft.com/office/drawing/2014/main" id="{47CF247B-A4A1-43C0-96C0-C0BF8C77F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689475"/>
            <a:ext cx="6583362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161E90B-BBBF-4372-A58C-D321D1C38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96" y="2497607"/>
            <a:ext cx="5396796" cy="9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97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28F8727-63CA-4B3D-B2BC-48A3DB5FB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07" y="2284314"/>
            <a:ext cx="4616784" cy="2883135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F39FC964-D9EA-401B-B948-CCECECB51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571" y="4717811"/>
            <a:ext cx="4531429" cy="1714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60E5042-5DFC-4A0B-A60A-DFA0787E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25CC-EACD-4A72-82DE-30290F085C8A}" type="slidenum">
              <a:rPr lang="en-US" altLang="zh-TW">
                <a:solidFill>
                  <a:srgbClr val="000000"/>
                </a:solidFill>
              </a:rPr>
              <a:pPr/>
              <a:t>34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34210" name="Rectangle 2">
            <a:extLst>
              <a:ext uri="{FF2B5EF4-FFF2-40B4-BE49-F238E27FC236}">
                <a16:creationId xmlns:a16="http://schemas.microsoft.com/office/drawing/2014/main" id="{D6EDC0A9-4D57-41D4-89B0-F96097390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二維字元陣列的儲存方式</a:t>
            </a:r>
            <a:endParaRPr lang="en-US" altLang="zh-TW" dirty="0"/>
          </a:p>
        </p:txBody>
      </p:sp>
      <p:sp>
        <p:nvSpPr>
          <p:cNvPr id="734211" name="Rectangle 3">
            <a:extLst>
              <a:ext uri="{FF2B5EF4-FFF2-40B4-BE49-F238E27FC236}">
                <a16:creationId xmlns:a16="http://schemas.microsoft.com/office/drawing/2014/main" id="{D0A7B4DF-A39E-45C2-B4AD-A65522E22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2460" y="1789833"/>
            <a:ext cx="3070684" cy="494481"/>
          </a:xfrm>
        </p:spPr>
        <p:txBody>
          <a:bodyPr/>
          <a:lstStyle/>
          <a:p>
            <a:r>
              <a:rPr lang="zh-TW" altLang="en-US" sz="2000" dirty="0"/>
              <a:t>使用指標陣列的練習 </a:t>
            </a:r>
          </a:p>
        </p:txBody>
      </p:sp>
      <p:sp>
        <p:nvSpPr>
          <p:cNvPr id="734212" name="AutoShape 4">
            <a:extLst>
              <a:ext uri="{FF2B5EF4-FFF2-40B4-BE49-F238E27FC236}">
                <a16:creationId xmlns:a16="http://schemas.microsoft.com/office/drawing/2014/main" id="{7753DA6F-68EA-4F04-9768-08C1CA4DD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指標與字串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C081EAEB-DE86-4A86-B999-E84F32735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55" y="5271807"/>
            <a:ext cx="4296225" cy="1433793"/>
          </a:xfrm>
          <a:prstGeom prst="rect">
            <a:avLst/>
          </a:prstGeom>
          <a:solidFill>
            <a:srgbClr val="CCFFFF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為什麼要用指標？ </a:t>
            </a:r>
            <a:endParaRPr lang="en-US" altLang="zh-TW" sz="1800" b="0" dirty="0">
              <a:effectLst/>
            </a:endParaRPr>
          </a:p>
          <a:p>
            <a:pPr lvl="1"/>
            <a:r>
              <a:rPr lang="zh-TW" altLang="en-US" sz="1400" b="0" dirty="0">
                <a:effectLst/>
              </a:rPr>
              <a:t>更有效率</a:t>
            </a:r>
            <a:endParaRPr lang="en-US" altLang="zh-TW" sz="1400" b="0" dirty="0">
              <a:effectLst/>
            </a:endParaRPr>
          </a:p>
          <a:p>
            <a:pPr lvl="1"/>
            <a:r>
              <a:rPr lang="zh-TW" altLang="en-US" sz="1400" b="0" dirty="0">
                <a:effectLst/>
              </a:rPr>
              <a:t>較複雜的資料結構，需要指標將資料鏈結</a:t>
            </a:r>
            <a:endParaRPr lang="en-US" altLang="zh-TW" sz="1400" b="0" dirty="0">
              <a:effectLst/>
            </a:endParaRPr>
          </a:p>
          <a:p>
            <a:pPr lvl="1"/>
            <a:r>
              <a:rPr lang="zh-TW" altLang="en-US" sz="1400" b="0" dirty="0">
                <a:effectLst/>
              </a:rPr>
              <a:t>許多函數必須利用指標來傳達記憶體的訊息 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F528C450-442D-4E77-A178-F8DF51EFD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18" y="2381843"/>
            <a:ext cx="3909605" cy="1685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FE83B5AA-E972-42BD-8F09-4F7809849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692" y="1744592"/>
            <a:ext cx="4104456" cy="519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0" dirty="0">
                <a:effectLst/>
              </a:rPr>
              <a:t>以二維的字元陣列儲存字串陣列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7C37435-DD04-4B07-97E5-A7F34AE77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391" y="4235656"/>
            <a:ext cx="4104455" cy="418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0066"/>
              </a:buClr>
            </a:pPr>
            <a:r>
              <a:rPr lang="zh-TW" altLang="en-US" sz="2000" b="0" dirty="0">
                <a:solidFill>
                  <a:srgbClr val="000000"/>
                </a:solidFill>
                <a:effectLst/>
              </a:rPr>
              <a:t>以指標陣列的方式儲存字串陣列 </a:t>
            </a:r>
          </a:p>
        </p:txBody>
      </p:sp>
    </p:spTree>
    <p:extLst>
      <p:ext uri="{BB962C8B-B14F-4D97-AF65-F5344CB8AC3E}">
        <p14:creationId xmlns:p14="http://schemas.microsoft.com/office/powerpoint/2010/main" val="3789542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60E5042-5DFC-4A0B-A60A-DFA0787E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25CC-EACD-4A72-82DE-30290F085C8A}" type="slidenum">
              <a:rPr lang="en-US" altLang="zh-TW">
                <a:solidFill>
                  <a:srgbClr val="000000"/>
                </a:solidFill>
              </a:rPr>
              <a:pPr/>
              <a:t>35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34210" name="Rectangle 2">
            <a:extLst>
              <a:ext uri="{FF2B5EF4-FFF2-40B4-BE49-F238E27FC236}">
                <a16:creationId xmlns:a16="http://schemas.microsoft.com/office/drawing/2014/main" id="{D6EDC0A9-4D57-41D4-89B0-F96097390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指標的應用與優勢</a:t>
            </a:r>
            <a:endParaRPr lang="en-US" altLang="zh-TW" dirty="0"/>
          </a:p>
        </p:txBody>
      </p:sp>
      <p:sp>
        <p:nvSpPr>
          <p:cNvPr id="734211" name="Rectangle 3">
            <a:extLst>
              <a:ext uri="{FF2B5EF4-FFF2-40B4-BE49-F238E27FC236}">
                <a16:creationId xmlns:a16="http://schemas.microsoft.com/office/drawing/2014/main" id="{D0A7B4DF-A39E-45C2-B4AD-A65522E22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994" y="1789833"/>
            <a:ext cx="8037441" cy="4458567"/>
          </a:xfrm>
        </p:spPr>
        <p:txBody>
          <a:bodyPr/>
          <a:lstStyle/>
          <a:p>
            <a:r>
              <a:rPr lang="zh-TW" altLang="en-US" sz="2400" dirty="0"/>
              <a:t>指標在某些情況下能有效解決程式設計難題並提升效能</a:t>
            </a:r>
            <a:endParaRPr lang="en-US" altLang="zh-TW" sz="2400" dirty="0"/>
          </a:p>
          <a:p>
            <a:pPr lvl="1"/>
            <a:r>
              <a:rPr lang="zh-TW" altLang="en-US" sz="2000" b="1" dirty="0">
                <a:solidFill>
                  <a:srgbClr val="FF0000"/>
                </a:solidFill>
              </a:rPr>
              <a:t>記憶體效率</a:t>
            </a:r>
            <a:r>
              <a:rPr lang="zh-TW" altLang="en-US" sz="2000" dirty="0"/>
              <a:t>：透過傳遞記憶體位址，而非複製整個陣列或字串，減少記憶體開銷</a:t>
            </a:r>
            <a:endParaRPr lang="en-US" altLang="zh-TW" sz="2000" dirty="0"/>
          </a:p>
          <a:p>
            <a:pPr lvl="1"/>
            <a:r>
              <a:rPr lang="zh-TW" altLang="en-US" sz="2000" b="1" dirty="0">
                <a:solidFill>
                  <a:srgbClr val="FF0000"/>
                </a:solidFill>
              </a:rPr>
              <a:t>資料結構</a:t>
            </a:r>
            <a:r>
              <a:rPr lang="zh-TW" altLang="en-US" sz="2000" dirty="0"/>
              <a:t>：實現鏈結串列、二元樹等複雜結構，靈活鏈結與操作記憶體</a:t>
            </a:r>
            <a:endParaRPr lang="en-US" altLang="zh-TW" sz="2000" dirty="0"/>
          </a:p>
          <a:p>
            <a:pPr lvl="1"/>
            <a:r>
              <a:rPr lang="zh-TW" altLang="en-US" sz="2000" b="1" dirty="0">
                <a:solidFill>
                  <a:srgbClr val="FF0000"/>
                </a:solidFill>
              </a:rPr>
              <a:t>動態記憶體管理</a:t>
            </a:r>
            <a:r>
              <a:rPr lang="zh-TW" altLang="en-US" sz="2000" dirty="0"/>
              <a:t>：使用如</a:t>
            </a:r>
            <a:r>
              <a:rPr lang="en-US" altLang="zh-TW" sz="2000" dirty="0"/>
              <a:t>malloc()</a:t>
            </a:r>
            <a:r>
              <a:rPr lang="zh-TW" altLang="en-US" sz="2000" dirty="0"/>
              <a:t>、</a:t>
            </a:r>
            <a:r>
              <a:rPr lang="en-US" altLang="zh-TW" sz="2000" dirty="0" err="1"/>
              <a:t>fopen</a:t>
            </a:r>
            <a:r>
              <a:rPr lang="en-US" altLang="zh-TW" sz="2000" dirty="0"/>
              <a:t>()</a:t>
            </a:r>
            <a:r>
              <a:rPr lang="zh-TW" altLang="en-US" sz="2000" dirty="0"/>
              <a:t>等函數動態配置和管理記憶體與資源</a:t>
            </a:r>
            <a:endParaRPr lang="en-US" altLang="zh-TW" sz="1600" dirty="0"/>
          </a:p>
          <a:p>
            <a:pPr marL="344487" lvl="1" indent="0">
              <a:buNone/>
            </a:pPr>
            <a:r>
              <a:rPr lang="zh-TW" altLang="en-US" sz="2400" dirty="0"/>
              <a:t>指標是一種強大的工具，能有效處理記憶體管理與資料結構操作，提升程式效率與性能</a:t>
            </a:r>
          </a:p>
        </p:txBody>
      </p:sp>
      <p:sp>
        <p:nvSpPr>
          <p:cNvPr id="734212" name="AutoShape 4">
            <a:extLst>
              <a:ext uri="{FF2B5EF4-FFF2-40B4-BE49-F238E27FC236}">
                <a16:creationId xmlns:a16="http://schemas.microsoft.com/office/drawing/2014/main" id="{7753DA6F-68EA-4F04-9768-08C1CA4DD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9.5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指標與字串</a:t>
            </a:r>
          </a:p>
        </p:txBody>
      </p:sp>
    </p:spTree>
    <p:extLst>
      <p:ext uri="{BB962C8B-B14F-4D97-AF65-F5344CB8AC3E}">
        <p14:creationId xmlns:p14="http://schemas.microsoft.com/office/powerpoint/2010/main" val="1398312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在</a:t>
            </a:r>
            <a:r>
              <a:rPr lang="zh-TW" altLang="zh-TW" sz="2600" dirty="0"/>
              <a:t>「命令提示字元」</a:t>
            </a:r>
            <a:r>
              <a:rPr lang="zh-TW" altLang="en-US" sz="2600" dirty="0"/>
              <a:t>視窗中鍵入如下的指令：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000" dirty="0">
                <a:latin typeface="Courier New" panose="02070309020205020404" pitchFamily="49" charset="0"/>
              </a:rPr>
              <a:t>		</a:t>
            </a:r>
            <a:r>
              <a:rPr lang="en-US" altLang="zh-TW" sz="2000" dirty="0">
                <a:latin typeface="Courier New" panose="02070309020205020404" pitchFamily="49" charset="0"/>
              </a:rPr>
              <a:t>type mytext.txt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000" dirty="0">
                <a:latin typeface="Courier New" panose="02070309020205020404" pitchFamily="49" charset="0"/>
              </a:rPr>
              <a:t>	</a:t>
            </a:r>
            <a:r>
              <a:rPr lang="zh-TW" altLang="en-US" sz="2200" dirty="0"/>
              <a:t>其中</a:t>
            </a:r>
            <a:r>
              <a:rPr lang="en-US" altLang="zh-TW" sz="2200" dirty="0"/>
              <a:t>mytext.txt</a:t>
            </a:r>
            <a:r>
              <a:rPr lang="zh-TW" altLang="en-US" sz="2200" dirty="0"/>
              <a:t>為</a:t>
            </a:r>
            <a:r>
              <a:rPr lang="en-US" altLang="zh-TW" sz="2200" dirty="0"/>
              <a:t>type</a:t>
            </a:r>
            <a:r>
              <a:rPr lang="zh-TW" altLang="en-US" sz="2200" dirty="0"/>
              <a:t>指令的引數</a:t>
            </a:r>
          </a:p>
          <a:p>
            <a:endParaRPr lang="en-US" altLang="zh-TW" sz="2600" dirty="0"/>
          </a:p>
          <a:p>
            <a:r>
              <a:rPr lang="zh-TW" altLang="en-US" sz="2600" dirty="0"/>
              <a:t>命令列引數的使用格式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000" dirty="0"/>
              <a:t>		</a:t>
            </a:r>
            <a:r>
              <a:rPr lang="zh-TW" altLang="en-US" sz="2200" dirty="0"/>
              <a:t>	</a:t>
            </a:r>
          </a:p>
          <a:p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46" y="4797152"/>
            <a:ext cx="2367217" cy="152893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307" y="4797152"/>
            <a:ext cx="3454674" cy="1225174"/>
          </a:xfrm>
          <a:prstGeom prst="rect">
            <a:avLst/>
          </a:prstGeom>
        </p:spPr>
      </p:pic>
      <p:sp>
        <p:nvSpPr>
          <p:cNvPr id="1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74D087-886A-45C7-8C82-072E47A70543}" type="slidenum">
              <a:rPr kumimoji="0" lang="en-US" altLang="zh-TW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TW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命令列引數的使用</a:t>
            </a:r>
            <a:r>
              <a:rPr lang="en-US" altLang="zh-TW" dirty="0"/>
              <a:t>(1/2)</a:t>
            </a:r>
          </a:p>
        </p:txBody>
      </p:sp>
      <p:sp>
        <p:nvSpPr>
          <p:cNvPr id="710660" name="AutoShape 4" descr="橡樹"/>
          <p:cNvSpPr>
            <a:spLocks noChangeArrowheads="1"/>
          </p:cNvSpPr>
          <p:nvPr/>
        </p:nvSpPr>
        <p:spPr bwMode="auto">
          <a:xfrm>
            <a:off x="5219700" y="260350"/>
            <a:ext cx="259238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華康細圓體" panose="020F0309000000000000" pitchFamily="49" charset="-120"/>
                <a:cs typeface="+mn-cs"/>
              </a:rPr>
              <a:t>9.6 </a:t>
            </a:r>
            <a:r>
              <a: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Arial" panose="020B0604020202020204" pitchFamily="34" charset="0"/>
                <a:ea typeface="華康細圓體" panose="020F0309000000000000" pitchFamily="49" charset="-120"/>
                <a:cs typeface="+mn-cs"/>
              </a:rPr>
              <a:t>命令列引數的使用</a:t>
            </a:r>
          </a:p>
        </p:txBody>
      </p:sp>
      <p:sp>
        <p:nvSpPr>
          <p:cNvPr id="710662" name="AutoShape 6"/>
          <p:cNvSpPr>
            <a:spLocks noChangeArrowheads="1"/>
          </p:cNvSpPr>
          <p:nvPr/>
        </p:nvSpPr>
        <p:spPr bwMode="auto">
          <a:xfrm>
            <a:off x="5085805" y="5160976"/>
            <a:ext cx="484188" cy="246063"/>
          </a:xfrm>
          <a:prstGeom prst="flowChartAlternateProcess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0663" name="Text Box 7"/>
          <p:cNvSpPr txBox="1">
            <a:spLocks noChangeArrowheads="1"/>
          </p:cNvSpPr>
          <p:nvPr/>
        </p:nvSpPr>
        <p:spPr bwMode="auto">
          <a:xfrm>
            <a:off x="3033168" y="5955547"/>
            <a:ext cx="2052637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argc</a:t>
            </a:r>
            <a:r>
              <a: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華康細圓體" panose="020F0309000000000000" pitchFamily="49" charset="-120"/>
                <a:cs typeface="+mn-cs"/>
              </a:rPr>
              <a:t>代表包括指令本身的引數個數</a:t>
            </a: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710664" name="AutoShape 8"/>
          <p:cNvCxnSpPr>
            <a:cxnSpLocks noChangeShapeType="1"/>
            <a:stCxn id="710662" idx="2"/>
            <a:endCxn id="710663" idx="0"/>
          </p:cNvCxnSpPr>
          <p:nvPr/>
        </p:nvCxnSpPr>
        <p:spPr bwMode="auto">
          <a:xfrm rot="5400000">
            <a:off x="4419439" y="5047087"/>
            <a:ext cx="548508" cy="126841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0665" name="AutoShape 9"/>
          <p:cNvSpPr>
            <a:spLocks noChangeArrowheads="1"/>
          </p:cNvSpPr>
          <p:nvPr/>
        </p:nvSpPr>
        <p:spPr bwMode="auto">
          <a:xfrm>
            <a:off x="2075560" y="5160976"/>
            <a:ext cx="403225" cy="246063"/>
          </a:xfrm>
          <a:prstGeom prst="flowChartAlternateProcess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710666" name="AutoShape 10"/>
          <p:cNvCxnSpPr>
            <a:cxnSpLocks noChangeShapeType="1"/>
            <a:stCxn id="710665" idx="2"/>
            <a:endCxn id="710663" idx="0"/>
          </p:cNvCxnSpPr>
          <p:nvPr/>
        </p:nvCxnSpPr>
        <p:spPr bwMode="auto">
          <a:xfrm rot="16200000" flipH="1">
            <a:off x="2894076" y="4790136"/>
            <a:ext cx="548508" cy="1782314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0667" name="AutoShape 11"/>
          <p:cNvSpPr>
            <a:spLocks noChangeArrowheads="1"/>
          </p:cNvSpPr>
          <p:nvPr/>
        </p:nvSpPr>
        <p:spPr bwMode="auto">
          <a:xfrm>
            <a:off x="6043961" y="5160976"/>
            <a:ext cx="674634" cy="290087"/>
          </a:xfrm>
          <a:prstGeom prst="flowChartAlternateProcess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0668" name="AutoShape 12"/>
          <p:cNvSpPr>
            <a:spLocks noChangeArrowheads="1"/>
          </p:cNvSpPr>
          <p:nvPr/>
        </p:nvSpPr>
        <p:spPr bwMode="auto">
          <a:xfrm>
            <a:off x="2623247" y="5160976"/>
            <a:ext cx="503238" cy="246063"/>
          </a:xfrm>
          <a:prstGeom prst="flowChartAlternateProcess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0669" name="Text Box 13"/>
          <p:cNvSpPr txBox="1">
            <a:spLocks noChangeArrowheads="1"/>
          </p:cNvSpPr>
          <p:nvPr/>
        </p:nvSpPr>
        <p:spPr bwMode="auto">
          <a:xfrm>
            <a:off x="5948362" y="3415192"/>
            <a:ext cx="2052638" cy="915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argv</a:t>
            </a:r>
            <a:r>
              <a: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華康細圓體" panose="020F0309000000000000" pitchFamily="49" charset="-120"/>
                <a:cs typeface="+mn-cs"/>
              </a:rPr>
              <a:t>代表引數值，就是使用者在命令列中輸入的資料 </a:t>
            </a:r>
          </a:p>
        </p:txBody>
      </p:sp>
      <p:cxnSp>
        <p:nvCxnSpPr>
          <p:cNvPr id="710670" name="AutoShape 14"/>
          <p:cNvCxnSpPr>
            <a:cxnSpLocks noChangeShapeType="1"/>
            <a:stCxn id="710668" idx="0"/>
            <a:endCxn id="710669" idx="2"/>
          </p:cNvCxnSpPr>
          <p:nvPr/>
        </p:nvCxnSpPr>
        <p:spPr bwMode="auto">
          <a:xfrm rot="5400000" flipH="1" flipV="1">
            <a:off x="4509875" y="2696171"/>
            <a:ext cx="829796" cy="409981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339966"/>
            </a:solidFill>
            <a:prstDash val="dash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0671" name="AutoShape 15"/>
          <p:cNvCxnSpPr>
            <a:cxnSpLocks noChangeShapeType="1"/>
            <a:stCxn id="710667" idx="0"/>
            <a:endCxn id="710669" idx="2"/>
          </p:cNvCxnSpPr>
          <p:nvPr/>
        </p:nvCxnSpPr>
        <p:spPr bwMode="auto">
          <a:xfrm rot="5400000" flipH="1" flipV="1">
            <a:off x="6263081" y="4449377"/>
            <a:ext cx="829796" cy="59340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339966"/>
            </a:solidFill>
            <a:prstDash val="dash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33C5C0B-E23D-4ADB-94DD-875AF52FB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2032009"/>
            <a:ext cx="5353133" cy="392243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4D9C015-290C-4BFC-8F26-6062B9CB9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121" y="4127941"/>
            <a:ext cx="4109670" cy="2650161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48814E-C0BF-44BD-B4A3-0A218C0FA0A6}" type="slidenum">
              <a:rPr kumimoji="0" lang="en-US" altLang="zh-TW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TW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命令列引數的使用</a:t>
            </a:r>
            <a:r>
              <a:rPr lang="en-US" altLang="zh-TW" dirty="0"/>
              <a:t>(2/2)</a:t>
            </a: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6011"/>
            <a:ext cx="8229600" cy="4411662"/>
          </a:xfrm>
        </p:spPr>
        <p:txBody>
          <a:bodyPr/>
          <a:lstStyle/>
          <a:p>
            <a:r>
              <a:rPr lang="zh-TW" altLang="en-US" sz="2600" dirty="0"/>
              <a:t>下面的程式是命令列引數的使用範例 </a:t>
            </a:r>
          </a:p>
        </p:txBody>
      </p:sp>
      <p:sp>
        <p:nvSpPr>
          <p:cNvPr id="711684" name="AutoShape 4" descr="橡樹"/>
          <p:cNvSpPr>
            <a:spLocks noChangeArrowheads="1"/>
          </p:cNvSpPr>
          <p:nvPr/>
        </p:nvSpPr>
        <p:spPr bwMode="auto">
          <a:xfrm>
            <a:off x="5219700" y="260350"/>
            <a:ext cx="259238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華康細圓體" panose="020F0309000000000000" pitchFamily="49" charset="-120"/>
                <a:cs typeface="+mn-cs"/>
              </a:rPr>
              <a:t>9.6 </a:t>
            </a:r>
            <a:r>
              <a: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Arial" panose="020B0604020202020204" pitchFamily="34" charset="0"/>
                <a:ea typeface="華康細圓體" panose="020F0309000000000000" pitchFamily="49" charset="-120"/>
                <a:cs typeface="+mn-cs"/>
              </a:rPr>
              <a:t>命令列引數的使用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251A-240A-4703-B4BC-400B7532B75A}" type="slidenum">
              <a:rPr lang="en-US" altLang="zh-TW"/>
              <a:pPr/>
              <a:t>38</a:t>
            </a:fld>
            <a:endParaRPr lang="en-US" altLang="zh-TW"/>
          </a:p>
        </p:txBody>
      </p:sp>
      <p:sp>
        <p:nvSpPr>
          <p:cNvPr id="387076" name="WordArt 4"/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4733</TotalTime>
  <Words>1622</Words>
  <Application>Microsoft Office PowerPoint</Application>
  <PresentationFormat>如螢幕大小 (4:3)</PresentationFormat>
  <Paragraphs>252</Paragraphs>
  <Slides>38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38</vt:i4>
      </vt:variant>
    </vt:vector>
  </HeadingPairs>
  <TitlesOfParts>
    <vt:vector size="45" baseType="lpstr">
      <vt:lpstr>Wingdings</vt:lpstr>
      <vt:lpstr>Comic Sans MS</vt:lpstr>
      <vt:lpstr>Arial</vt:lpstr>
      <vt:lpstr>Times New Roman</vt:lpstr>
      <vt:lpstr>Courier New</vt:lpstr>
      <vt:lpstr>default</vt:lpstr>
      <vt:lpstr>1_default</vt:lpstr>
      <vt:lpstr>第九章 指  標</vt:lpstr>
      <vt:lpstr>什麼是指標  </vt:lpstr>
      <vt:lpstr>記憶體的位址 </vt:lpstr>
      <vt:lpstr>指標變數的宣告</vt:lpstr>
      <vt:lpstr>指標變數的使用(1/3)</vt:lpstr>
      <vt:lpstr>指標變數的使用(2/3)</vt:lpstr>
      <vt:lpstr>指標變數的使用(3/3)</vt:lpstr>
      <vt:lpstr>指標變數的大小</vt:lpstr>
      <vt:lpstr>指標的操作練習</vt:lpstr>
      <vt:lpstr>指標變數指向之型態</vt:lpstr>
      <vt:lpstr>傳遞指標到函數 (1/2) </vt:lpstr>
      <vt:lpstr>傳遞指標到函數 (2/2)</vt:lpstr>
      <vt:lpstr>傳遞指標的應用 </vt:lpstr>
      <vt:lpstr>錯誤的示範 (1/2) </vt:lpstr>
      <vt:lpstr>錯誤的示範 (2/2)</vt:lpstr>
      <vt:lpstr>正確的範例 (1/2)</vt:lpstr>
      <vt:lpstr>正確的範例 (2/2)</vt:lpstr>
      <vt:lpstr>傳回值為指標的函數</vt:lpstr>
      <vt:lpstr>函數指標的用法 (1/2)</vt:lpstr>
      <vt:lpstr>函數指標的用法 (2/2)</vt:lpstr>
      <vt:lpstr>傳遞函數到其它函數</vt:lpstr>
      <vt:lpstr>指標的算術運算 (1/3)</vt:lpstr>
      <vt:lpstr>指標的算術運算 (2/3)</vt:lpstr>
      <vt:lpstr>指標的算術運算 (3/3)</vt:lpstr>
      <vt:lpstr>利用指標存取一維陣列的元素 </vt:lpstr>
      <vt:lpstr>使用指標常數應注意的事項 </vt:lpstr>
      <vt:lpstr>指標常數的使用範例</vt:lpstr>
      <vt:lpstr>利用指標傳遞一維陣列到函數裡 </vt:lpstr>
      <vt:lpstr>以指標傳遞一維陣列的範例</vt:lpstr>
      <vt:lpstr>利用函數傳回指標</vt:lpstr>
      <vt:lpstr>以指標變數指向字串 (1/2)</vt:lpstr>
      <vt:lpstr>以指標變數指向字串 (2/2)</vt:lpstr>
      <vt:lpstr>指標陣列</vt:lpstr>
      <vt:lpstr>二維字元陣列的儲存方式</vt:lpstr>
      <vt:lpstr>指標的應用與優勢</vt:lpstr>
      <vt:lpstr>命令列引數的使用(1/2)</vt:lpstr>
      <vt:lpstr>命令列引數的使用(2/2)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172</cp:revision>
  <cp:lastPrinted>1601-01-01T00:00:00Z</cp:lastPrinted>
  <dcterms:created xsi:type="dcterms:W3CDTF">2007-03-13T09:49:44Z</dcterms:created>
  <dcterms:modified xsi:type="dcterms:W3CDTF">2024-11-27T06:54:52Z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