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3" r:id="rId1"/>
  </p:sldMasterIdLst>
  <p:notesMasterIdLst>
    <p:notesMasterId r:id="rId21"/>
  </p:notesMasterIdLst>
  <p:handoutMasterIdLst>
    <p:handoutMasterId r:id="rId22"/>
  </p:handoutMasterIdLst>
  <p:sldIdLst>
    <p:sldId id="256" r:id="rId2"/>
    <p:sldId id="305" r:id="rId3"/>
    <p:sldId id="343" r:id="rId4"/>
    <p:sldId id="308" r:id="rId5"/>
    <p:sldId id="344" r:id="rId6"/>
    <p:sldId id="309" r:id="rId7"/>
    <p:sldId id="363" r:id="rId8"/>
    <p:sldId id="310" r:id="rId9"/>
    <p:sldId id="312" r:id="rId10"/>
    <p:sldId id="347" r:id="rId11"/>
    <p:sldId id="348" r:id="rId12"/>
    <p:sldId id="351" r:id="rId13"/>
    <p:sldId id="354" r:id="rId14"/>
    <p:sldId id="355" r:id="rId15"/>
    <p:sldId id="356" r:id="rId16"/>
    <p:sldId id="357" r:id="rId17"/>
    <p:sldId id="359" r:id="rId18"/>
    <p:sldId id="362" r:id="rId19"/>
    <p:sldId id="272" r:id="rId20"/>
  </p:sldIdLst>
  <p:sldSz cx="9144000" cy="6858000" type="screen4x3"/>
  <p:notesSz cx="6858000" cy="9144000"/>
  <p:embeddedFontLst>
    <p:embeddedFont>
      <p:font typeface="Comic Sans MS" panose="030F0702030302020204" pitchFamily="66" charset="0"/>
      <p:regular r:id="rId23"/>
      <p:bold r:id="rId24"/>
      <p:italic r:id="rId25"/>
      <p:boldItalic r:id="rId26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FFFFCC"/>
    <a:srgbClr val="99CCFF"/>
    <a:srgbClr val="CCFF99"/>
    <a:srgbClr val="FFCCCC"/>
    <a:srgbClr val="CC0000"/>
    <a:srgbClr val="333399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8" autoAdjust="0"/>
    <p:restoredTop sz="94660" autoAdjust="0"/>
  </p:normalViewPr>
  <p:slideViewPr>
    <p:cSldViewPr>
      <p:cViewPr varScale="1">
        <p:scale>
          <a:sx n="71" d="100"/>
          <a:sy n="71" d="100"/>
        </p:scale>
        <p:origin x="58" y="274"/>
      </p:cViewPr>
      <p:guideLst>
        <p:guide orient="horz" pos="1457"/>
        <p:guide pos="3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lair Chen" userId="bee3a08289d85a0e" providerId="LiveId" clId="{54BE08AB-F604-456B-879A-9F61D513A614}"/>
    <pc:docChg chg="delSld modSld">
      <pc:chgData name="Eclair Chen" userId="bee3a08289d85a0e" providerId="LiveId" clId="{54BE08AB-F604-456B-879A-9F61D513A614}" dt="2024-06-07T14:17:54.903" v="183" actId="6549"/>
      <pc:docMkLst>
        <pc:docMk/>
      </pc:docMkLst>
      <pc:sldChg chg="modSp mod">
        <pc:chgData name="Eclair Chen" userId="bee3a08289d85a0e" providerId="LiveId" clId="{54BE08AB-F604-456B-879A-9F61D513A614}" dt="2024-06-07T14:00:23.999" v="15" actId="14100"/>
        <pc:sldMkLst>
          <pc:docMk/>
          <pc:sldMk cId="0" sldId="304"/>
        </pc:sldMkLst>
        <pc:spChg chg="mod">
          <ac:chgData name="Eclair Chen" userId="bee3a08289d85a0e" providerId="LiveId" clId="{54BE08AB-F604-456B-879A-9F61D513A614}" dt="2024-06-07T14:00:23.999" v="15" actId="14100"/>
          <ac:spMkLst>
            <pc:docMk/>
            <pc:sldMk cId="0" sldId="304"/>
            <ac:spMk id="578565" creationId="{00000000-0000-0000-0000-000000000000}"/>
          </ac:spMkLst>
        </pc:spChg>
      </pc:sldChg>
      <pc:sldChg chg="addSp modSp mod">
        <pc:chgData name="Eclair Chen" userId="bee3a08289d85a0e" providerId="LiveId" clId="{54BE08AB-F604-456B-879A-9F61D513A614}" dt="2024-06-07T14:01:19.014" v="26" actId="1076"/>
        <pc:sldMkLst>
          <pc:docMk/>
          <pc:sldMk cId="0" sldId="305"/>
        </pc:sldMkLst>
        <pc:spChg chg="add mod">
          <ac:chgData name="Eclair Chen" userId="bee3a08289d85a0e" providerId="LiveId" clId="{54BE08AB-F604-456B-879A-9F61D513A614}" dt="2024-06-07T14:01:19.014" v="26" actId="1076"/>
          <ac:spMkLst>
            <pc:docMk/>
            <pc:sldMk cId="0" sldId="305"/>
            <ac:spMk id="8" creationId="{CA19C89F-33E9-483D-BB4D-0D0947A803F9}"/>
          </ac:spMkLst>
        </pc:spChg>
        <pc:picChg chg="mod">
          <ac:chgData name="Eclair Chen" userId="bee3a08289d85a0e" providerId="LiveId" clId="{54BE08AB-F604-456B-879A-9F61D513A614}" dt="2024-06-07T14:01:16.950" v="25" actId="1076"/>
          <ac:picMkLst>
            <pc:docMk/>
            <pc:sldMk cId="0" sldId="305"/>
            <ac:picMk id="579623" creationId="{00000000-0000-0000-0000-000000000000}"/>
          </ac:picMkLst>
        </pc:picChg>
      </pc:sldChg>
      <pc:sldChg chg="addSp modSp mod">
        <pc:chgData name="Eclair Chen" userId="bee3a08289d85a0e" providerId="LiveId" clId="{54BE08AB-F604-456B-879A-9F61D513A614}" dt="2024-06-07T14:01:41.049" v="32" actId="1076"/>
        <pc:sldMkLst>
          <pc:docMk/>
          <pc:sldMk cId="0" sldId="308"/>
        </pc:sldMkLst>
        <pc:spChg chg="add mod">
          <ac:chgData name="Eclair Chen" userId="bee3a08289d85a0e" providerId="LiveId" clId="{54BE08AB-F604-456B-879A-9F61D513A614}" dt="2024-06-07T14:01:41.049" v="32" actId="1076"/>
          <ac:spMkLst>
            <pc:docMk/>
            <pc:sldMk cId="0" sldId="308"/>
            <ac:spMk id="8" creationId="{EA538604-B7F6-46FF-879E-805C9279F2D5}"/>
          </ac:spMkLst>
        </pc:spChg>
        <pc:spChg chg="mod">
          <ac:chgData name="Eclair Chen" userId="bee3a08289d85a0e" providerId="LiveId" clId="{54BE08AB-F604-456B-879A-9F61D513A614}" dt="2024-06-07T14:01:35.534" v="30" actId="113"/>
          <ac:spMkLst>
            <pc:docMk/>
            <pc:sldMk cId="0" sldId="308"/>
            <ac:spMk id="582682" creationId="{00000000-0000-0000-0000-000000000000}"/>
          </ac:spMkLst>
        </pc:spChg>
      </pc:sldChg>
      <pc:sldChg chg="addSp modSp mod">
        <pc:chgData name="Eclair Chen" userId="bee3a08289d85a0e" providerId="LiveId" clId="{54BE08AB-F604-456B-879A-9F61D513A614}" dt="2024-06-07T14:03:36.540" v="53" actId="6549"/>
        <pc:sldMkLst>
          <pc:docMk/>
          <pc:sldMk cId="0" sldId="309"/>
        </pc:sldMkLst>
        <pc:spChg chg="mod">
          <ac:chgData name="Eclair Chen" userId="bee3a08289d85a0e" providerId="LiveId" clId="{54BE08AB-F604-456B-879A-9F61D513A614}" dt="2024-06-07T14:03:12.005" v="43" actId="166"/>
          <ac:spMkLst>
            <pc:docMk/>
            <pc:sldMk cId="0" sldId="309"/>
            <ac:spMk id="8" creationId="{00000000-0000-0000-0000-000000000000}"/>
          </ac:spMkLst>
        </pc:spChg>
        <pc:spChg chg="mod">
          <ac:chgData name="Eclair Chen" userId="bee3a08289d85a0e" providerId="LiveId" clId="{54BE08AB-F604-456B-879A-9F61D513A614}" dt="2024-06-07T14:03:36.540" v="53" actId="6549"/>
          <ac:spMkLst>
            <pc:docMk/>
            <pc:sldMk cId="0" sldId="309"/>
            <ac:spMk id="583684" creationId="{00000000-0000-0000-0000-000000000000}"/>
          </ac:spMkLst>
        </pc:spChg>
        <pc:picChg chg="mod">
          <ac:chgData name="Eclair Chen" userId="bee3a08289d85a0e" providerId="LiveId" clId="{54BE08AB-F604-456B-879A-9F61D513A614}" dt="2024-06-07T14:03:21.692" v="46" actId="14100"/>
          <ac:picMkLst>
            <pc:docMk/>
            <pc:sldMk cId="0" sldId="309"/>
            <ac:picMk id="2" creationId="{00000000-0000-0000-0000-000000000000}"/>
          </ac:picMkLst>
        </pc:picChg>
        <pc:picChg chg="add mod">
          <ac:chgData name="Eclair Chen" userId="bee3a08289d85a0e" providerId="LiveId" clId="{54BE08AB-F604-456B-879A-9F61D513A614}" dt="2024-06-07T14:03:25.880" v="47" actId="1076"/>
          <ac:picMkLst>
            <pc:docMk/>
            <pc:sldMk cId="0" sldId="309"/>
            <ac:picMk id="7" creationId="{FC021368-10A8-4CAC-8DA5-DFE3DB0023C9}"/>
          </ac:picMkLst>
        </pc:picChg>
        <pc:picChg chg="add mod">
          <ac:chgData name="Eclair Chen" userId="bee3a08289d85a0e" providerId="LiveId" clId="{54BE08AB-F604-456B-879A-9F61D513A614}" dt="2024-06-07T14:03:06.920" v="42" actId="1076"/>
          <ac:picMkLst>
            <pc:docMk/>
            <pc:sldMk cId="0" sldId="309"/>
            <ac:picMk id="9" creationId="{70EED03C-E199-4CB1-9B0A-4DD5441A70AD}"/>
          </ac:picMkLst>
        </pc:picChg>
      </pc:sldChg>
      <pc:sldChg chg="del">
        <pc:chgData name="Eclair Chen" userId="bee3a08289d85a0e" providerId="LiveId" clId="{54BE08AB-F604-456B-879A-9F61D513A614}" dt="2024-06-07T14:04:44.174" v="63" actId="2696"/>
        <pc:sldMkLst>
          <pc:docMk/>
          <pc:sldMk cId="0" sldId="311"/>
        </pc:sldMkLst>
      </pc:sldChg>
      <pc:sldChg chg="addSp modSp mod">
        <pc:chgData name="Eclair Chen" userId="bee3a08289d85a0e" providerId="LiveId" clId="{54BE08AB-F604-456B-879A-9F61D513A614}" dt="2024-06-07T14:04:47.372" v="69" actId="6549"/>
        <pc:sldMkLst>
          <pc:docMk/>
          <pc:sldMk cId="0" sldId="312"/>
        </pc:sldMkLst>
        <pc:spChg chg="mod">
          <ac:chgData name="Eclair Chen" userId="bee3a08289d85a0e" providerId="LiveId" clId="{54BE08AB-F604-456B-879A-9F61D513A614}" dt="2024-06-07T14:04:47.372" v="69" actId="6549"/>
          <ac:spMkLst>
            <pc:docMk/>
            <pc:sldMk cId="0" sldId="312"/>
            <ac:spMk id="586756" creationId="{00000000-0000-0000-0000-000000000000}"/>
          </ac:spMkLst>
        </pc:spChg>
        <pc:picChg chg="mod">
          <ac:chgData name="Eclair Chen" userId="bee3a08289d85a0e" providerId="LiveId" clId="{54BE08AB-F604-456B-879A-9F61D513A614}" dt="2024-06-07T14:04:29.082" v="61" actId="1076"/>
          <ac:picMkLst>
            <pc:docMk/>
            <pc:sldMk cId="0" sldId="312"/>
            <ac:picMk id="2" creationId="{00000000-0000-0000-0000-000000000000}"/>
          </ac:picMkLst>
        </pc:picChg>
        <pc:picChg chg="add mod">
          <ac:chgData name="Eclair Chen" userId="bee3a08289d85a0e" providerId="LiveId" clId="{54BE08AB-F604-456B-879A-9F61D513A614}" dt="2024-06-07T14:04:34.370" v="62" actId="1076"/>
          <ac:picMkLst>
            <pc:docMk/>
            <pc:sldMk cId="0" sldId="312"/>
            <ac:picMk id="7" creationId="{F50DAE36-F48B-40AC-BA6A-0472E415FC6A}"/>
          </ac:picMkLst>
        </pc:picChg>
        <pc:picChg chg="add mod">
          <ac:chgData name="Eclair Chen" userId="bee3a08289d85a0e" providerId="LiveId" clId="{54BE08AB-F604-456B-879A-9F61D513A614}" dt="2024-06-07T14:04:25.390" v="60" actId="1076"/>
          <ac:picMkLst>
            <pc:docMk/>
            <pc:sldMk cId="0" sldId="312"/>
            <ac:picMk id="9" creationId="{0528CE65-7416-4884-BF3C-608DAC63A5A8}"/>
          </ac:picMkLst>
        </pc:picChg>
      </pc:sldChg>
      <pc:sldChg chg="del">
        <pc:chgData name="Eclair Chen" userId="bee3a08289d85a0e" providerId="LiveId" clId="{54BE08AB-F604-456B-879A-9F61D513A614}" dt="2024-06-07T14:03:33.563" v="48" actId="2696"/>
        <pc:sldMkLst>
          <pc:docMk/>
          <pc:sldMk cId="0" sldId="342"/>
        </pc:sldMkLst>
      </pc:sldChg>
      <pc:sldChg chg="addSp modSp mod">
        <pc:chgData name="Eclair Chen" userId="bee3a08289d85a0e" providerId="LiveId" clId="{54BE08AB-F604-456B-879A-9F61D513A614}" dt="2024-06-07T14:01:28.869" v="29" actId="1076"/>
        <pc:sldMkLst>
          <pc:docMk/>
          <pc:sldMk cId="0" sldId="343"/>
        </pc:sldMkLst>
        <pc:spChg chg="add mod">
          <ac:chgData name="Eclair Chen" userId="bee3a08289d85a0e" providerId="LiveId" clId="{54BE08AB-F604-456B-879A-9F61D513A614}" dt="2024-06-07T14:01:28.869" v="29" actId="1076"/>
          <ac:spMkLst>
            <pc:docMk/>
            <pc:sldMk cId="0" sldId="343"/>
            <ac:spMk id="8" creationId="{15432753-73FE-4B2C-BF12-D11B588930DF}"/>
          </ac:spMkLst>
        </pc:spChg>
        <pc:picChg chg="mod">
          <ac:chgData name="Eclair Chen" userId="bee3a08289d85a0e" providerId="LiveId" clId="{54BE08AB-F604-456B-879A-9F61D513A614}" dt="2024-06-07T14:01:26.062" v="28" actId="1076"/>
          <ac:picMkLst>
            <pc:docMk/>
            <pc:sldMk cId="0" sldId="343"/>
            <ac:picMk id="680964" creationId="{00000000-0000-0000-0000-000000000000}"/>
          </ac:picMkLst>
        </pc:picChg>
      </pc:sldChg>
      <pc:sldChg chg="addSp delSp modSp">
        <pc:chgData name="Eclair Chen" userId="bee3a08289d85a0e" providerId="LiveId" clId="{54BE08AB-F604-456B-879A-9F61D513A614}" dt="2024-06-07T14:02:46.801" v="39"/>
        <pc:sldMkLst>
          <pc:docMk/>
          <pc:sldMk cId="0" sldId="344"/>
        </pc:sldMkLst>
        <pc:picChg chg="add del mod">
          <ac:chgData name="Eclair Chen" userId="bee3a08289d85a0e" providerId="LiveId" clId="{54BE08AB-F604-456B-879A-9F61D513A614}" dt="2024-06-07T14:02:46.801" v="39"/>
          <ac:picMkLst>
            <pc:docMk/>
            <pc:sldMk cId="0" sldId="344"/>
            <ac:picMk id="9" creationId="{8A52C1F0-49E6-4838-A218-D01CD261B14B}"/>
          </ac:picMkLst>
        </pc:picChg>
        <pc:picChg chg="mod">
          <ac:chgData name="Eclair Chen" userId="bee3a08289d85a0e" providerId="LiveId" clId="{54BE08AB-F604-456B-879A-9F61D513A614}" dt="2024-06-07T14:02:42.371" v="37" actId="1076"/>
          <ac:picMkLst>
            <pc:docMk/>
            <pc:sldMk cId="0" sldId="344"/>
            <ac:picMk id="681993" creationId="{00000000-0000-0000-0000-000000000000}"/>
          </ac:picMkLst>
        </pc:picChg>
      </pc:sldChg>
      <pc:sldChg chg="del">
        <pc:chgData name="Eclair Chen" userId="bee3a08289d85a0e" providerId="LiveId" clId="{54BE08AB-F604-456B-879A-9F61D513A614}" dt="2024-06-07T14:06:19.592" v="81" actId="2696"/>
        <pc:sldMkLst>
          <pc:docMk/>
          <pc:sldMk cId="0" sldId="345"/>
        </pc:sldMkLst>
      </pc:sldChg>
      <pc:sldChg chg="addSp modSp mod">
        <pc:chgData name="Eclair Chen" userId="bee3a08289d85a0e" providerId="LiveId" clId="{54BE08AB-F604-456B-879A-9F61D513A614}" dt="2024-06-07T14:06:32.323" v="85" actId="1076"/>
        <pc:sldMkLst>
          <pc:docMk/>
          <pc:sldMk cId="0" sldId="347"/>
        </pc:sldMkLst>
        <pc:spChg chg="mod">
          <ac:chgData name="Eclair Chen" userId="bee3a08289d85a0e" providerId="LiveId" clId="{54BE08AB-F604-456B-879A-9F61D513A614}" dt="2024-06-07T14:06:23.534" v="83" actId="20577"/>
          <ac:spMkLst>
            <pc:docMk/>
            <pc:sldMk cId="0" sldId="347"/>
            <ac:spMk id="685058" creationId="{00000000-0000-0000-0000-000000000000}"/>
          </ac:spMkLst>
        </pc:spChg>
        <pc:picChg chg="mod">
          <ac:chgData name="Eclair Chen" userId="bee3a08289d85a0e" providerId="LiveId" clId="{54BE08AB-F604-456B-879A-9F61D513A614}" dt="2024-06-07T14:05:48.843" v="75" actId="14100"/>
          <ac:picMkLst>
            <pc:docMk/>
            <pc:sldMk cId="0" sldId="347"/>
            <ac:picMk id="2" creationId="{00000000-0000-0000-0000-000000000000}"/>
          </ac:picMkLst>
        </pc:picChg>
        <pc:picChg chg="add mod">
          <ac:chgData name="Eclair Chen" userId="bee3a08289d85a0e" providerId="LiveId" clId="{54BE08AB-F604-456B-879A-9F61D513A614}" dt="2024-06-07T14:06:32.323" v="85" actId="1076"/>
          <ac:picMkLst>
            <pc:docMk/>
            <pc:sldMk cId="0" sldId="347"/>
            <ac:picMk id="7" creationId="{F4ECDA8C-F8A3-4628-92EF-8B9775670BF4}"/>
          </ac:picMkLst>
        </pc:picChg>
        <pc:picChg chg="add mod">
          <ac:chgData name="Eclair Chen" userId="bee3a08289d85a0e" providerId="LiveId" clId="{54BE08AB-F604-456B-879A-9F61D513A614}" dt="2024-06-07T14:06:28.083" v="84" actId="1076"/>
          <ac:picMkLst>
            <pc:docMk/>
            <pc:sldMk cId="0" sldId="347"/>
            <ac:picMk id="9" creationId="{4B625379-B6A0-4CEB-B069-EDF61D0AC411}"/>
          </ac:picMkLst>
        </pc:picChg>
      </pc:sldChg>
      <pc:sldChg chg="modSp mod">
        <pc:chgData name="Eclair Chen" userId="bee3a08289d85a0e" providerId="LiveId" clId="{54BE08AB-F604-456B-879A-9F61D513A614}" dt="2024-06-07T14:06:42.556" v="87" actId="20577"/>
        <pc:sldMkLst>
          <pc:docMk/>
          <pc:sldMk cId="0" sldId="348"/>
        </pc:sldMkLst>
        <pc:spChg chg="mod">
          <ac:chgData name="Eclair Chen" userId="bee3a08289d85a0e" providerId="LiveId" clId="{54BE08AB-F604-456B-879A-9F61D513A614}" dt="2024-06-07T14:06:42.556" v="87" actId="20577"/>
          <ac:spMkLst>
            <pc:docMk/>
            <pc:sldMk cId="0" sldId="348"/>
            <ac:spMk id="686082" creationId="{00000000-0000-0000-0000-000000000000}"/>
          </ac:spMkLst>
        </pc:spChg>
      </pc:sldChg>
      <pc:sldChg chg="del">
        <pc:chgData name="Eclair Chen" userId="bee3a08289d85a0e" providerId="LiveId" clId="{54BE08AB-F604-456B-879A-9F61D513A614}" dt="2024-06-07T14:07:48.893" v="100" actId="2696"/>
        <pc:sldMkLst>
          <pc:docMk/>
          <pc:sldMk cId="0" sldId="349"/>
        </pc:sldMkLst>
      </pc:sldChg>
      <pc:sldChg chg="addSp modSp mod">
        <pc:chgData name="Eclair Chen" userId="bee3a08289d85a0e" providerId="LiveId" clId="{54BE08AB-F604-456B-879A-9F61D513A614}" dt="2024-06-07T14:07:52.244" v="105" actId="6549"/>
        <pc:sldMkLst>
          <pc:docMk/>
          <pc:sldMk cId="0" sldId="351"/>
        </pc:sldMkLst>
        <pc:spChg chg="mod">
          <ac:chgData name="Eclair Chen" userId="bee3a08289d85a0e" providerId="LiveId" clId="{54BE08AB-F604-456B-879A-9F61D513A614}" dt="2024-06-07T14:07:28.853" v="97" actId="166"/>
          <ac:spMkLst>
            <pc:docMk/>
            <pc:sldMk cId="0" sldId="351"/>
            <ac:spMk id="8" creationId="{00000000-0000-0000-0000-000000000000}"/>
          </ac:spMkLst>
        </pc:spChg>
        <pc:spChg chg="mod">
          <ac:chgData name="Eclair Chen" userId="bee3a08289d85a0e" providerId="LiveId" clId="{54BE08AB-F604-456B-879A-9F61D513A614}" dt="2024-06-07T14:07:52.244" v="105" actId="6549"/>
          <ac:spMkLst>
            <pc:docMk/>
            <pc:sldMk cId="0" sldId="351"/>
            <ac:spMk id="689154" creationId="{00000000-0000-0000-0000-000000000000}"/>
          </ac:spMkLst>
        </pc:spChg>
        <pc:picChg chg="mod">
          <ac:chgData name="Eclair Chen" userId="bee3a08289d85a0e" providerId="LiveId" clId="{54BE08AB-F604-456B-879A-9F61D513A614}" dt="2024-06-07T14:07:11.282" v="92" actId="1076"/>
          <ac:picMkLst>
            <pc:docMk/>
            <pc:sldMk cId="0" sldId="351"/>
            <ac:picMk id="3" creationId="{00000000-0000-0000-0000-000000000000}"/>
          </ac:picMkLst>
        </pc:picChg>
        <pc:picChg chg="add mod">
          <ac:chgData name="Eclair Chen" userId="bee3a08289d85a0e" providerId="LiveId" clId="{54BE08AB-F604-456B-879A-9F61D513A614}" dt="2024-06-07T14:07:40.094" v="99" actId="1076"/>
          <ac:picMkLst>
            <pc:docMk/>
            <pc:sldMk cId="0" sldId="351"/>
            <ac:picMk id="7" creationId="{1DB63835-822A-4997-812D-D647C18B5980}"/>
          </ac:picMkLst>
        </pc:picChg>
        <pc:picChg chg="add mod">
          <ac:chgData name="Eclair Chen" userId="bee3a08289d85a0e" providerId="LiveId" clId="{54BE08AB-F604-456B-879A-9F61D513A614}" dt="2024-06-07T14:07:34.994" v="98" actId="1076"/>
          <ac:picMkLst>
            <pc:docMk/>
            <pc:sldMk cId="0" sldId="351"/>
            <ac:picMk id="9" creationId="{FDCD26A9-ACAC-4F66-A290-A1ECD22500B2}"/>
          </ac:picMkLst>
        </pc:picChg>
      </pc:sldChg>
      <pc:sldChg chg="del">
        <pc:chgData name="Eclair Chen" userId="bee3a08289d85a0e" providerId="LiveId" clId="{54BE08AB-F604-456B-879A-9F61D513A614}" dt="2024-06-07T14:09:55.365" v="128" actId="2696"/>
        <pc:sldMkLst>
          <pc:docMk/>
          <pc:sldMk cId="0" sldId="352"/>
        </pc:sldMkLst>
      </pc:sldChg>
      <pc:sldChg chg="addSp delSp modSp mod">
        <pc:chgData name="Eclair Chen" userId="bee3a08289d85a0e" providerId="LiveId" clId="{54BE08AB-F604-456B-879A-9F61D513A614}" dt="2024-06-07T14:09:51.175" v="127" actId="6549"/>
        <pc:sldMkLst>
          <pc:docMk/>
          <pc:sldMk cId="0" sldId="354"/>
        </pc:sldMkLst>
        <pc:spChg chg="add del mod">
          <ac:chgData name="Eclair Chen" userId="bee3a08289d85a0e" providerId="LiveId" clId="{54BE08AB-F604-456B-879A-9F61D513A614}" dt="2024-06-07T14:08:39.724" v="107" actId="478"/>
          <ac:spMkLst>
            <pc:docMk/>
            <pc:sldMk cId="0" sldId="354"/>
            <ac:spMk id="3" creationId="{7C90BF48-989B-4D21-97CA-EE48E9D37968}"/>
          </ac:spMkLst>
        </pc:spChg>
        <pc:spChg chg="mod">
          <ac:chgData name="Eclair Chen" userId="bee3a08289d85a0e" providerId="LiveId" clId="{54BE08AB-F604-456B-879A-9F61D513A614}" dt="2024-06-07T14:09:04.550" v="113" actId="166"/>
          <ac:spMkLst>
            <pc:docMk/>
            <pc:sldMk cId="0" sldId="354"/>
            <ac:spMk id="8" creationId="{00000000-0000-0000-0000-000000000000}"/>
          </ac:spMkLst>
        </pc:spChg>
        <pc:spChg chg="mod">
          <ac:chgData name="Eclair Chen" userId="bee3a08289d85a0e" providerId="LiveId" clId="{54BE08AB-F604-456B-879A-9F61D513A614}" dt="2024-06-07T14:09:51.175" v="127" actId="6549"/>
          <ac:spMkLst>
            <pc:docMk/>
            <pc:sldMk cId="0" sldId="354"/>
            <ac:spMk id="692226" creationId="{00000000-0000-0000-0000-000000000000}"/>
          </ac:spMkLst>
        </pc:spChg>
        <pc:spChg chg="del">
          <ac:chgData name="Eclair Chen" userId="bee3a08289d85a0e" providerId="LiveId" clId="{54BE08AB-F604-456B-879A-9F61D513A614}" dt="2024-06-07T14:08:35.625" v="106" actId="478"/>
          <ac:spMkLst>
            <pc:docMk/>
            <pc:sldMk cId="0" sldId="354"/>
            <ac:spMk id="692227" creationId="{00000000-0000-0000-0000-000000000000}"/>
          </ac:spMkLst>
        </pc:spChg>
        <pc:picChg chg="mod">
          <ac:chgData name="Eclair Chen" userId="bee3a08289d85a0e" providerId="LiveId" clId="{54BE08AB-F604-456B-879A-9F61D513A614}" dt="2024-06-07T14:09:14.475" v="116" actId="14100"/>
          <ac:picMkLst>
            <pc:docMk/>
            <pc:sldMk cId="0" sldId="354"/>
            <ac:picMk id="2" creationId="{00000000-0000-0000-0000-000000000000}"/>
          </ac:picMkLst>
        </pc:picChg>
        <pc:picChg chg="add mod">
          <ac:chgData name="Eclair Chen" userId="bee3a08289d85a0e" providerId="LiveId" clId="{54BE08AB-F604-456B-879A-9F61D513A614}" dt="2024-06-07T14:09:36.363" v="121" actId="1076"/>
          <ac:picMkLst>
            <pc:docMk/>
            <pc:sldMk cId="0" sldId="354"/>
            <ac:picMk id="9" creationId="{FD78F76F-B343-4CD2-8D59-2F3199D29C00}"/>
          </ac:picMkLst>
        </pc:picChg>
        <pc:picChg chg="add mod">
          <ac:chgData name="Eclair Chen" userId="bee3a08289d85a0e" providerId="LiveId" clId="{54BE08AB-F604-456B-879A-9F61D513A614}" dt="2024-06-07T14:09:45.204" v="122" actId="1076"/>
          <ac:picMkLst>
            <pc:docMk/>
            <pc:sldMk cId="0" sldId="354"/>
            <ac:picMk id="10" creationId="{808569B6-6A88-4753-867F-77691C065991}"/>
          </ac:picMkLst>
        </pc:picChg>
      </pc:sldChg>
      <pc:sldChg chg="addSp delSp modSp mod">
        <pc:chgData name="Eclair Chen" userId="bee3a08289d85a0e" providerId="LiveId" clId="{54BE08AB-F604-456B-879A-9F61D513A614}" dt="2024-06-07T14:11:26.757" v="147" actId="1076"/>
        <pc:sldMkLst>
          <pc:docMk/>
          <pc:sldMk cId="0" sldId="357"/>
        </pc:sldMkLst>
        <pc:spChg chg="add del mod">
          <ac:chgData name="Eclair Chen" userId="bee3a08289d85a0e" providerId="LiveId" clId="{54BE08AB-F604-456B-879A-9F61D513A614}" dt="2024-06-07T14:10:17.748" v="130" actId="478"/>
          <ac:spMkLst>
            <pc:docMk/>
            <pc:sldMk cId="0" sldId="357"/>
            <ac:spMk id="3" creationId="{DCF0C36B-DFE3-4831-8281-049D0D1EB9D9}"/>
          </ac:spMkLst>
        </pc:spChg>
        <pc:spChg chg="mod">
          <ac:chgData name="Eclair Chen" userId="bee3a08289d85a0e" providerId="LiveId" clId="{54BE08AB-F604-456B-879A-9F61D513A614}" dt="2024-06-07T14:11:09.600" v="143" actId="14100"/>
          <ac:spMkLst>
            <pc:docMk/>
            <pc:sldMk cId="0" sldId="357"/>
            <ac:spMk id="695298" creationId="{00000000-0000-0000-0000-000000000000}"/>
          </ac:spMkLst>
        </pc:spChg>
        <pc:spChg chg="del">
          <ac:chgData name="Eclair Chen" userId="bee3a08289d85a0e" providerId="LiveId" clId="{54BE08AB-F604-456B-879A-9F61D513A614}" dt="2024-06-07T14:10:14.576" v="129" actId="478"/>
          <ac:spMkLst>
            <pc:docMk/>
            <pc:sldMk cId="0" sldId="357"/>
            <ac:spMk id="695299" creationId="{00000000-0000-0000-0000-000000000000}"/>
          </ac:spMkLst>
        </pc:spChg>
        <pc:picChg chg="mod">
          <ac:chgData name="Eclair Chen" userId="bee3a08289d85a0e" providerId="LiveId" clId="{54BE08AB-F604-456B-879A-9F61D513A614}" dt="2024-06-07T14:11:12.425" v="144" actId="1076"/>
          <ac:picMkLst>
            <pc:docMk/>
            <pc:sldMk cId="0" sldId="357"/>
            <ac:picMk id="2" creationId="{00000000-0000-0000-0000-000000000000}"/>
          </ac:picMkLst>
        </pc:picChg>
        <pc:picChg chg="add mod">
          <ac:chgData name="Eclair Chen" userId="bee3a08289d85a0e" providerId="LiveId" clId="{54BE08AB-F604-456B-879A-9F61D513A614}" dt="2024-06-07T14:11:26.757" v="147" actId="1076"/>
          <ac:picMkLst>
            <pc:docMk/>
            <pc:sldMk cId="0" sldId="357"/>
            <ac:picMk id="9" creationId="{5B581E1D-DC6D-416A-94EC-92857A4B3375}"/>
          </ac:picMkLst>
        </pc:picChg>
      </pc:sldChg>
      <pc:sldChg chg="del">
        <pc:chgData name="Eclair Chen" userId="bee3a08289d85a0e" providerId="LiveId" clId="{54BE08AB-F604-456B-879A-9F61D513A614}" dt="2024-06-07T14:15:51.759" v="153" actId="2696"/>
        <pc:sldMkLst>
          <pc:docMk/>
          <pc:sldMk cId="0" sldId="358"/>
        </pc:sldMkLst>
      </pc:sldChg>
      <pc:sldChg chg="addSp delSp modSp mod">
        <pc:chgData name="Eclair Chen" userId="bee3a08289d85a0e" providerId="LiveId" clId="{54BE08AB-F604-456B-879A-9F61D513A614}" dt="2024-06-07T14:16:12.920" v="161" actId="1076"/>
        <pc:sldMkLst>
          <pc:docMk/>
          <pc:sldMk cId="0" sldId="359"/>
        </pc:sldMkLst>
        <pc:spChg chg="add del mod">
          <ac:chgData name="Eclair Chen" userId="bee3a08289d85a0e" providerId="LiveId" clId="{54BE08AB-F604-456B-879A-9F61D513A614}" dt="2024-06-07T14:15:34.170" v="149" actId="478"/>
          <ac:spMkLst>
            <pc:docMk/>
            <pc:sldMk cId="0" sldId="359"/>
            <ac:spMk id="3" creationId="{1EB7D7C0-4A09-4093-9395-BA685460DB39}"/>
          </ac:spMkLst>
        </pc:spChg>
        <pc:spChg chg="mod">
          <ac:chgData name="Eclair Chen" userId="bee3a08289d85a0e" providerId="LiveId" clId="{54BE08AB-F604-456B-879A-9F61D513A614}" dt="2024-06-07T14:15:59.138" v="159" actId="14100"/>
          <ac:spMkLst>
            <pc:docMk/>
            <pc:sldMk cId="0" sldId="359"/>
            <ac:spMk id="697346" creationId="{00000000-0000-0000-0000-000000000000}"/>
          </ac:spMkLst>
        </pc:spChg>
        <pc:spChg chg="del">
          <ac:chgData name="Eclair Chen" userId="bee3a08289d85a0e" providerId="LiveId" clId="{54BE08AB-F604-456B-879A-9F61D513A614}" dt="2024-06-07T14:15:32.078" v="148" actId="478"/>
          <ac:spMkLst>
            <pc:docMk/>
            <pc:sldMk cId="0" sldId="359"/>
            <ac:spMk id="697347" creationId="{00000000-0000-0000-0000-000000000000}"/>
          </ac:spMkLst>
        </pc:spChg>
        <pc:picChg chg="mod">
          <ac:chgData name="Eclair Chen" userId="bee3a08289d85a0e" providerId="LiveId" clId="{54BE08AB-F604-456B-879A-9F61D513A614}" dt="2024-06-07T14:16:03.269" v="160" actId="1076"/>
          <ac:picMkLst>
            <pc:docMk/>
            <pc:sldMk cId="0" sldId="359"/>
            <ac:picMk id="2" creationId="{00000000-0000-0000-0000-000000000000}"/>
          </ac:picMkLst>
        </pc:picChg>
        <pc:picChg chg="add mod">
          <ac:chgData name="Eclair Chen" userId="bee3a08289d85a0e" providerId="LiveId" clId="{54BE08AB-F604-456B-879A-9F61D513A614}" dt="2024-06-07T14:16:12.920" v="161" actId="1076"/>
          <ac:picMkLst>
            <pc:docMk/>
            <pc:sldMk cId="0" sldId="359"/>
            <ac:picMk id="9" creationId="{600DA93E-056F-4F5D-AB7C-D3C5AB1CF918}"/>
          </ac:picMkLst>
        </pc:picChg>
      </pc:sldChg>
      <pc:sldChg chg="del">
        <pc:chgData name="Eclair Chen" userId="bee3a08289d85a0e" providerId="LiveId" clId="{54BE08AB-F604-456B-879A-9F61D513A614}" dt="2024-06-07T14:17:51.871" v="177" actId="2696"/>
        <pc:sldMkLst>
          <pc:docMk/>
          <pc:sldMk cId="0" sldId="360"/>
        </pc:sldMkLst>
      </pc:sldChg>
      <pc:sldChg chg="del">
        <pc:chgData name="Eclair Chen" userId="bee3a08289d85a0e" providerId="LiveId" clId="{54BE08AB-F604-456B-879A-9F61D513A614}" dt="2024-06-07T14:16:33.049" v="162" actId="2696"/>
        <pc:sldMkLst>
          <pc:docMk/>
          <pc:sldMk cId="0" sldId="361"/>
        </pc:sldMkLst>
      </pc:sldChg>
      <pc:sldChg chg="addSp delSp modSp mod">
        <pc:chgData name="Eclair Chen" userId="bee3a08289d85a0e" providerId="LiveId" clId="{54BE08AB-F604-456B-879A-9F61D513A614}" dt="2024-06-07T14:17:54.903" v="183" actId="6549"/>
        <pc:sldMkLst>
          <pc:docMk/>
          <pc:sldMk cId="0" sldId="362"/>
        </pc:sldMkLst>
        <pc:spChg chg="add del mod">
          <ac:chgData name="Eclair Chen" userId="bee3a08289d85a0e" providerId="LiveId" clId="{54BE08AB-F604-456B-879A-9F61D513A614}" dt="2024-06-07T14:16:39.111" v="164" actId="478"/>
          <ac:spMkLst>
            <pc:docMk/>
            <pc:sldMk cId="0" sldId="362"/>
            <ac:spMk id="2" creationId="{60991E41-FB31-46A0-80A1-363A137B8DDF}"/>
          </ac:spMkLst>
        </pc:spChg>
        <pc:spChg chg="mod">
          <ac:chgData name="Eclair Chen" userId="bee3a08289d85a0e" providerId="LiveId" clId="{54BE08AB-F604-456B-879A-9F61D513A614}" dt="2024-06-07T14:17:18.830" v="172" actId="166"/>
          <ac:spMkLst>
            <pc:docMk/>
            <pc:sldMk cId="0" sldId="362"/>
            <ac:spMk id="9" creationId="{00000000-0000-0000-0000-000000000000}"/>
          </ac:spMkLst>
        </pc:spChg>
        <pc:spChg chg="mod">
          <ac:chgData name="Eclair Chen" userId="bee3a08289d85a0e" providerId="LiveId" clId="{54BE08AB-F604-456B-879A-9F61D513A614}" dt="2024-06-07T14:17:54.903" v="183" actId="6549"/>
          <ac:spMkLst>
            <pc:docMk/>
            <pc:sldMk cId="0" sldId="362"/>
            <ac:spMk id="700418" creationId="{00000000-0000-0000-0000-000000000000}"/>
          </ac:spMkLst>
        </pc:spChg>
        <pc:spChg chg="del">
          <ac:chgData name="Eclair Chen" userId="bee3a08289d85a0e" providerId="LiveId" clId="{54BE08AB-F604-456B-879A-9F61D513A614}" dt="2024-06-07T14:16:36.629" v="163" actId="478"/>
          <ac:spMkLst>
            <pc:docMk/>
            <pc:sldMk cId="0" sldId="362"/>
            <ac:spMk id="700419" creationId="{00000000-0000-0000-0000-000000000000}"/>
          </ac:spMkLst>
        </pc:spChg>
        <pc:picChg chg="mod">
          <ac:chgData name="Eclair Chen" userId="bee3a08289d85a0e" providerId="LiveId" clId="{54BE08AB-F604-456B-879A-9F61D513A614}" dt="2024-06-07T14:16:51.928" v="168" actId="1076"/>
          <ac:picMkLst>
            <pc:docMk/>
            <pc:sldMk cId="0" sldId="362"/>
            <ac:picMk id="3" creationId="{00000000-0000-0000-0000-000000000000}"/>
          </ac:picMkLst>
        </pc:picChg>
        <pc:picChg chg="add mod">
          <ac:chgData name="Eclair Chen" userId="bee3a08289d85a0e" providerId="LiveId" clId="{54BE08AB-F604-456B-879A-9F61D513A614}" dt="2024-06-07T14:17:36.589" v="175" actId="1076"/>
          <ac:picMkLst>
            <pc:docMk/>
            <pc:sldMk cId="0" sldId="362"/>
            <ac:picMk id="8" creationId="{8D4658F5-B326-4756-8B00-F6E00F2965EC}"/>
          </ac:picMkLst>
        </pc:picChg>
        <pc:picChg chg="add mod">
          <ac:chgData name="Eclair Chen" userId="bee3a08289d85a0e" providerId="LiveId" clId="{54BE08AB-F604-456B-879A-9F61D513A614}" dt="2024-06-07T14:17:40.099" v="176" actId="1076"/>
          <ac:picMkLst>
            <pc:docMk/>
            <pc:sldMk cId="0" sldId="362"/>
            <ac:picMk id="10" creationId="{CF7FEB06-51AC-4953-AF45-AF0613BF3016}"/>
          </ac:picMkLst>
        </pc:picChg>
      </pc:sldChg>
    </pc:docChg>
  </pc:docChgLst>
  <pc:docChgLst>
    <pc:chgData name="Eclair Chen" userId="bee3a08289d85a0e" providerId="LiveId" clId="{618DBEFF-D866-490D-AE78-ED4704A34549}"/>
    <pc:docChg chg="custSel addSld delSld modSld">
      <pc:chgData name="Eclair Chen" userId="bee3a08289d85a0e" providerId="LiveId" clId="{618DBEFF-D866-490D-AE78-ED4704A34549}" dt="2024-10-31T11:14:55.260" v="187" actId="167"/>
      <pc:docMkLst>
        <pc:docMk/>
      </pc:docMkLst>
      <pc:sldChg chg="modSp del mod">
        <pc:chgData name="Eclair Chen" userId="bee3a08289d85a0e" providerId="LiveId" clId="{618DBEFF-D866-490D-AE78-ED4704A34549}" dt="2024-10-31T06:22:35.821" v="6" actId="2696"/>
        <pc:sldMkLst>
          <pc:docMk/>
          <pc:sldMk cId="0" sldId="304"/>
        </pc:sldMkLst>
        <pc:spChg chg="mod">
          <ac:chgData name="Eclair Chen" userId="bee3a08289d85a0e" providerId="LiveId" clId="{618DBEFF-D866-490D-AE78-ED4704A34549}" dt="2024-10-31T06:12:30.533" v="5" actId="207"/>
          <ac:spMkLst>
            <pc:docMk/>
            <pc:sldMk cId="0" sldId="304"/>
            <ac:spMk id="578565" creationId="{00000000-0000-0000-0000-000000000000}"/>
          </ac:spMkLst>
        </pc:spChg>
      </pc:sldChg>
      <pc:sldChg chg="modSp mod">
        <pc:chgData name="Eclair Chen" userId="bee3a08289d85a0e" providerId="LiveId" clId="{618DBEFF-D866-490D-AE78-ED4704A34549}" dt="2024-10-31T06:22:49.217" v="12" actId="207"/>
        <pc:sldMkLst>
          <pc:docMk/>
          <pc:sldMk cId="0" sldId="305"/>
        </pc:sldMkLst>
        <pc:spChg chg="mod">
          <ac:chgData name="Eclair Chen" userId="bee3a08289d85a0e" providerId="LiveId" clId="{618DBEFF-D866-490D-AE78-ED4704A34549}" dt="2024-10-31T06:22:49.217" v="12" actId="207"/>
          <ac:spMkLst>
            <pc:docMk/>
            <pc:sldMk cId="0" sldId="305"/>
            <ac:spMk id="8" creationId="{CA19C89F-33E9-483D-BB4D-0D0947A803F9}"/>
          </ac:spMkLst>
        </pc:spChg>
      </pc:sldChg>
      <pc:sldChg chg="modSp mod">
        <pc:chgData name="Eclair Chen" userId="bee3a08289d85a0e" providerId="LiveId" clId="{618DBEFF-D866-490D-AE78-ED4704A34549}" dt="2024-10-31T06:23:16.991" v="24" actId="207"/>
        <pc:sldMkLst>
          <pc:docMk/>
          <pc:sldMk cId="0" sldId="308"/>
        </pc:sldMkLst>
        <pc:spChg chg="mod">
          <ac:chgData name="Eclair Chen" userId="bee3a08289d85a0e" providerId="LiveId" clId="{618DBEFF-D866-490D-AE78-ED4704A34549}" dt="2024-10-31T06:23:16.991" v="24" actId="207"/>
          <ac:spMkLst>
            <pc:docMk/>
            <pc:sldMk cId="0" sldId="308"/>
            <ac:spMk id="8" creationId="{EA538604-B7F6-46FF-879E-805C9279F2D5}"/>
          </ac:spMkLst>
        </pc:spChg>
      </pc:sldChg>
      <pc:sldChg chg="modSp mod">
        <pc:chgData name="Eclair Chen" userId="bee3a08289d85a0e" providerId="LiveId" clId="{618DBEFF-D866-490D-AE78-ED4704A34549}" dt="2024-10-31T11:14:55.260" v="187" actId="167"/>
        <pc:sldMkLst>
          <pc:docMk/>
          <pc:sldMk cId="0" sldId="310"/>
        </pc:sldMkLst>
        <pc:picChg chg="mod ord">
          <ac:chgData name="Eclair Chen" userId="bee3a08289d85a0e" providerId="LiveId" clId="{618DBEFF-D866-490D-AE78-ED4704A34549}" dt="2024-10-31T11:14:55.260" v="187" actId="167"/>
          <ac:picMkLst>
            <pc:docMk/>
            <pc:sldMk cId="0" sldId="310"/>
            <ac:picMk id="2" creationId="{00000000-0000-0000-0000-000000000000}"/>
          </ac:picMkLst>
        </pc:picChg>
        <pc:picChg chg="mod">
          <ac:chgData name="Eclair Chen" userId="bee3a08289d85a0e" providerId="LiveId" clId="{618DBEFF-D866-490D-AE78-ED4704A34549}" dt="2024-10-31T11:14:52.625" v="186" actId="167"/>
          <ac:picMkLst>
            <pc:docMk/>
            <pc:sldMk cId="0" sldId="310"/>
            <ac:picMk id="584728" creationId="{00000000-0000-0000-0000-000000000000}"/>
          </ac:picMkLst>
        </pc:picChg>
      </pc:sldChg>
      <pc:sldChg chg="addSp delSp modSp mod">
        <pc:chgData name="Eclair Chen" userId="bee3a08289d85a0e" providerId="LiveId" clId="{618DBEFF-D866-490D-AE78-ED4704A34549}" dt="2024-10-31T09:29:50.351" v="52" actId="167"/>
        <pc:sldMkLst>
          <pc:docMk/>
          <pc:sldMk cId="0" sldId="312"/>
        </pc:sldMkLst>
        <pc:picChg chg="del">
          <ac:chgData name="Eclair Chen" userId="bee3a08289d85a0e" providerId="LiveId" clId="{618DBEFF-D866-490D-AE78-ED4704A34549}" dt="2024-10-31T09:29:19.862" v="48" actId="478"/>
          <ac:picMkLst>
            <pc:docMk/>
            <pc:sldMk cId="0" sldId="312"/>
            <ac:picMk id="2" creationId="{00000000-0000-0000-0000-000000000000}"/>
          </ac:picMkLst>
        </pc:picChg>
        <pc:picChg chg="add mod ord">
          <ac:chgData name="Eclair Chen" userId="bee3a08289d85a0e" providerId="LiveId" clId="{618DBEFF-D866-490D-AE78-ED4704A34549}" dt="2024-10-31T09:29:50.351" v="52" actId="167"/>
          <ac:picMkLst>
            <pc:docMk/>
            <pc:sldMk cId="0" sldId="312"/>
            <ac:picMk id="3" creationId="{B794B645-5F74-4C28-947F-B10756608D12}"/>
          </ac:picMkLst>
        </pc:picChg>
      </pc:sldChg>
      <pc:sldChg chg="modSp mod">
        <pc:chgData name="Eclair Chen" userId="bee3a08289d85a0e" providerId="LiveId" clId="{618DBEFF-D866-490D-AE78-ED4704A34549}" dt="2024-10-31T06:23:03.874" v="18" actId="207"/>
        <pc:sldMkLst>
          <pc:docMk/>
          <pc:sldMk cId="0" sldId="343"/>
        </pc:sldMkLst>
        <pc:spChg chg="mod">
          <ac:chgData name="Eclair Chen" userId="bee3a08289d85a0e" providerId="LiveId" clId="{618DBEFF-D866-490D-AE78-ED4704A34549}" dt="2024-10-31T06:23:03.874" v="18" actId="207"/>
          <ac:spMkLst>
            <pc:docMk/>
            <pc:sldMk cId="0" sldId="343"/>
            <ac:spMk id="8" creationId="{15432753-73FE-4B2C-BF12-D11B588930DF}"/>
          </ac:spMkLst>
        </pc:spChg>
      </pc:sldChg>
      <pc:sldChg chg="addSp delSp modSp mod">
        <pc:chgData name="Eclair Chen" userId="bee3a08289d85a0e" providerId="LiveId" clId="{618DBEFF-D866-490D-AE78-ED4704A34549}" dt="2024-10-31T09:34:42.322" v="78"/>
        <pc:sldMkLst>
          <pc:docMk/>
          <pc:sldMk cId="0" sldId="347"/>
        </pc:sldMkLst>
        <pc:spChg chg="mod">
          <ac:chgData name="Eclair Chen" userId="bee3a08289d85a0e" providerId="LiveId" clId="{618DBEFF-D866-490D-AE78-ED4704A34549}" dt="2024-10-31T09:34:42.322" v="78"/>
          <ac:spMkLst>
            <pc:docMk/>
            <pc:sldMk cId="0" sldId="347"/>
            <ac:spMk id="685059" creationId="{00000000-0000-0000-0000-000000000000}"/>
          </ac:spMkLst>
        </pc:spChg>
        <pc:picChg chg="del">
          <ac:chgData name="Eclair Chen" userId="bee3a08289d85a0e" providerId="LiveId" clId="{618DBEFF-D866-490D-AE78-ED4704A34549}" dt="2024-10-31T09:32:53.207" v="53" actId="478"/>
          <ac:picMkLst>
            <pc:docMk/>
            <pc:sldMk cId="0" sldId="347"/>
            <ac:picMk id="2" creationId="{00000000-0000-0000-0000-000000000000}"/>
          </ac:picMkLst>
        </pc:picChg>
        <pc:picChg chg="add mod">
          <ac:chgData name="Eclair Chen" userId="bee3a08289d85a0e" providerId="LiveId" clId="{618DBEFF-D866-490D-AE78-ED4704A34549}" dt="2024-10-31T09:32:58.895" v="56" actId="1076"/>
          <ac:picMkLst>
            <pc:docMk/>
            <pc:sldMk cId="0" sldId="347"/>
            <ac:picMk id="3" creationId="{7D47773C-71B2-4E46-A018-10079783F5C0}"/>
          </ac:picMkLst>
        </pc:picChg>
        <pc:picChg chg="add mod">
          <ac:chgData name="Eclair Chen" userId="bee3a08289d85a0e" providerId="LiveId" clId="{618DBEFF-D866-490D-AE78-ED4704A34549}" dt="2024-10-31T09:33:41.540" v="60" actId="1076"/>
          <ac:picMkLst>
            <pc:docMk/>
            <pc:sldMk cId="0" sldId="347"/>
            <ac:picMk id="4" creationId="{B4BA1B0A-88BE-4145-BDCC-E4E44FB45AEE}"/>
          </ac:picMkLst>
        </pc:picChg>
        <pc:picChg chg="add mod">
          <ac:chgData name="Eclair Chen" userId="bee3a08289d85a0e" providerId="LiveId" clId="{618DBEFF-D866-490D-AE78-ED4704A34549}" dt="2024-10-31T09:34:19.159" v="67" actId="14100"/>
          <ac:picMkLst>
            <pc:docMk/>
            <pc:sldMk cId="0" sldId="347"/>
            <ac:picMk id="5" creationId="{364B199F-94A8-434D-B551-44854E815101}"/>
          </ac:picMkLst>
        </pc:picChg>
        <pc:picChg chg="del">
          <ac:chgData name="Eclair Chen" userId="bee3a08289d85a0e" providerId="LiveId" clId="{618DBEFF-D866-490D-AE78-ED4704A34549}" dt="2024-10-31T09:34:03.855" v="61" actId="478"/>
          <ac:picMkLst>
            <pc:docMk/>
            <pc:sldMk cId="0" sldId="347"/>
            <ac:picMk id="7" creationId="{F4ECDA8C-F8A3-4628-92EF-8B9775670BF4}"/>
          </ac:picMkLst>
        </pc:picChg>
        <pc:picChg chg="del">
          <ac:chgData name="Eclair Chen" userId="bee3a08289d85a0e" providerId="LiveId" clId="{618DBEFF-D866-490D-AE78-ED4704A34549}" dt="2024-10-31T09:33:34.559" v="57" actId="478"/>
          <ac:picMkLst>
            <pc:docMk/>
            <pc:sldMk cId="0" sldId="347"/>
            <ac:picMk id="9" creationId="{4B625379-B6A0-4CEB-B069-EDF61D0AC411}"/>
          </ac:picMkLst>
        </pc:picChg>
      </pc:sldChg>
      <pc:sldChg chg="addSp delSp modSp mod">
        <pc:chgData name="Eclair Chen" userId="bee3a08289d85a0e" providerId="LiveId" clId="{618DBEFF-D866-490D-AE78-ED4704A34549}" dt="2024-10-31T11:14:29.225" v="182" actId="20577"/>
        <pc:sldMkLst>
          <pc:docMk/>
          <pc:sldMk cId="0" sldId="348"/>
        </pc:sldMkLst>
        <pc:spChg chg="mod">
          <ac:chgData name="Eclair Chen" userId="bee3a08289d85a0e" providerId="LiveId" clId="{618DBEFF-D866-490D-AE78-ED4704A34549}" dt="2024-10-31T11:14:29.225" v="182" actId="20577"/>
          <ac:spMkLst>
            <pc:docMk/>
            <pc:sldMk cId="0" sldId="348"/>
            <ac:spMk id="686083" creationId="{00000000-0000-0000-0000-000000000000}"/>
          </ac:spMkLst>
        </pc:spChg>
        <pc:picChg chg="del">
          <ac:chgData name="Eclair Chen" userId="bee3a08289d85a0e" providerId="LiveId" clId="{618DBEFF-D866-490D-AE78-ED4704A34549}" dt="2024-10-31T09:45:57.588" v="79" actId="478"/>
          <ac:picMkLst>
            <pc:docMk/>
            <pc:sldMk cId="0" sldId="348"/>
            <ac:picMk id="2" creationId="{00000000-0000-0000-0000-000000000000}"/>
          </ac:picMkLst>
        </pc:picChg>
        <pc:picChg chg="add mod">
          <ac:chgData name="Eclair Chen" userId="bee3a08289d85a0e" providerId="LiveId" clId="{618DBEFF-D866-490D-AE78-ED4704A34549}" dt="2024-10-31T09:46:04.605" v="82" actId="1076"/>
          <ac:picMkLst>
            <pc:docMk/>
            <pc:sldMk cId="0" sldId="348"/>
            <ac:picMk id="3" creationId="{384C5231-E1D5-483F-9159-EC9DAA279A74}"/>
          </ac:picMkLst>
        </pc:picChg>
      </pc:sldChg>
      <pc:sldChg chg="addSp delSp modSp mod">
        <pc:chgData name="Eclair Chen" userId="bee3a08289d85a0e" providerId="LiveId" clId="{618DBEFF-D866-490D-AE78-ED4704A34549}" dt="2024-10-31T11:14:16.582" v="173" actId="20577"/>
        <pc:sldMkLst>
          <pc:docMk/>
          <pc:sldMk cId="0" sldId="351"/>
        </pc:sldMkLst>
        <pc:spChg chg="mod">
          <ac:chgData name="Eclair Chen" userId="bee3a08289d85a0e" providerId="LiveId" clId="{618DBEFF-D866-490D-AE78-ED4704A34549}" dt="2024-10-31T11:14:16.582" v="173" actId="20577"/>
          <ac:spMkLst>
            <pc:docMk/>
            <pc:sldMk cId="0" sldId="351"/>
            <ac:spMk id="689155" creationId="{00000000-0000-0000-0000-000000000000}"/>
          </ac:spMkLst>
        </pc:spChg>
        <pc:picChg chg="add mod">
          <ac:chgData name="Eclair Chen" userId="bee3a08289d85a0e" providerId="LiveId" clId="{618DBEFF-D866-490D-AE78-ED4704A34549}" dt="2024-10-31T11:06:12.176" v="100" actId="14100"/>
          <ac:picMkLst>
            <pc:docMk/>
            <pc:sldMk cId="0" sldId="351"/>
            <ac:picMk id="2" creationId="{40CC41A7-B6E0-422D-B1E6-DF6D5F7AAA08}"/>
          </ac:picMkLst>
        </pc:picChg>
        <pc:picChg chg="del">
          <ac:chgData name="Eclair Chen" userId="bee3a08289d85a0e" providerId="LiveId" clId="{618DBEFF-D866-490D-AE78-ED4704A34549}" dt="2024-10-31T11:04:26.427" v="83" actId="478"/>
          <ac:picMkLst>
            <pc:docMk/>
            <pc:sldMk cId="0" sldId="351"/>
            <ac:picMk id="3" creationId="{00000000-0000-0000-0000-000000000000}"/>
          </ac:picMkLst>
        </pc:picChg>
        <pc:picChg chg="add mod">
          <ac:chgData name="Eclair Chen" userId="bee3a08289d85a0e" providerId="LiveId" clId="{618DBEFF-D866-490D-AE78-ED4704A34549}" dt="2024-10-31T11:06:15.235" v="101" actId="1076"/>
          <ac:picMkLst>
            <pc:docMk/>
            <pc:sldMk cId="0" sldId="351"/>
            <ac:picMk id="4" creationId="{6A4DBFE1-56D9-4219-8C86-54644D2A0A5C}"/>
          </ac:picMkLst>
        </pc:picChg>
        <pc:picChg chg="add mod">
          <ac:chgData name="Eclair Chen" userId="bee3a08289d85a0e" providerId="LiveId" clId="{618DBEFF-D866-490D-AE78-ED4704A34549}" dt="2024-10-31T11:05:56.450" v="95" actId="14100"/>
          <ac:picMkLst>
            <pc:docMk/>
            <pc:sldMk cId="0" sldId="351"/>
            <ac:picMk id="5" creationId="{6EAFAD31-E12C-4118-A2B8-A2EA4D5C29B1}"/>
          </ac:picMkLst>
        </pc:picChg>
        <pc:picChg chg="del">
          <ac:chgData name="Eclair Chen" userId="bee3a08289d85a0e" providerId="LiveId" clId="{618DBEFF-D866-490D-AE78-ED4704A34549}" dt="2024-10-31T11:04:51.326" v="84" actId="478"/>
          <ac:picMkLst>
            <pc:docMk/>
            <pc:sldMk cId="0" sldId="351"/>
            <ac:picMk id="7" creationId="{1DB63835-822A-4997-812D-D647C18B5980}"/>
          </ac:picMkLst>
        </pc:picChg>
        <pc:picChg chg="del">
          <ac:chgData name="Eclair Chen" userId="bee3a08289d85a0e" providerId="LiveId" clId="{618DBEFF-D866-490D-AE78-ED4704A34549}" dt="2024-10-31T11:05:21.889" v="88" actId="478"/>
          <ac:picMkLst>
            <pc:docMk/>
            <pc:sldMk cId="0" sldId="351"/>
            <ac:picMk id="9" creationId="{FDCD26A9-ACAC-4F66-A290-A1ECD22500B2}"/>
          </ac:picMkLst>
        </pc:picChg>
      </pc:sldChg>
      <pc:sldChg chg="addSp delSp modSp mod">
        <pc:chgData name="Eclair Chen" userId="bee3a08289d85a0e" providerId="LiveId" clId="{618DBEFF-D866-490D-AE78-ED4704A34549}" dt="2024-10-31T11:08:06.576" v="118" actId="1076"/>
        <pc:sldMkLst>
          <pc:docMk/>
          <pc:sldMk cId="0" sldId="354"/>
        </pc:sldMkLst>
        <pc:picChg chg="del">
          <ac:chgData name="Eclair Chen" userId="bee3a08289d85a0e" providerId="LiveId" clId="{618DBEFF-D866-490D-AE78-ED4704A34549}" dt="2024-10-31T11:06:19.724" v="102" actId="478"/>
          <ac:picMkLst>
            <pc:docMk/>
            <pc:sldMk cId="0" sldId="354"/>
            <ac:picMk id="2" creationId="{00000000-0000-0000-0000-000000000000}"/>
          </ac:picMkLst>
        </pc:picChg>
        <pc:picChg chg="add mod">
          <ac:chgData name="Eclair Chen" userId="bee3a08289d85a0e" providerId="LiveId" clId="{618DBEFF-D866-490D-AE78-ED4704A34549}" dt="2024-10-31T11:07:57.058" v="116" actId="1076"/>
          <ac:picMkLst>
            <pc:docMk/>
            <pc:sldMk cId="0" sldId="354"/>
            <ac:picMk id="3" creationId="{78F589FD-3B9A-4C6C-B3C5-EB1200358DAB}"/>
          </ac:picMkLst>
        </pc:picChg>
        <pc:picChg chg="add mod">
          <ac:chgData name="Eclair Chen" userId="bee3a08289d85a0e" providerId="LiveId" clId="{618DBEFF-D866-490D-AE78-ED4704A34549}" dt="2024-10-31T11:08:06.576" v="118" actId="1076"/>
          <ac:picMkLst>
            <pc:docMk/>
            <pc:sldMk cId="0" sldId="354"/>
            <ac:picMk id="4" creationId="{D20EBF17-BE12-4C8B-9D85-A086787ACB32}"/>
          </ac:picMkLst>
        </pc:picChg>
        <pc:picChg chg="add mod ord">
          <ac:chgData name="Eclair Chen" userId="bee3a08289d85a0e" providerId="LiveId" clId="{618DBEFF-D866-490D-AE78-ED4704A34549}" dt="2024-10-31T11:07:54.858" v="115" actId="1076"/>
          <ac:picMkLst>
            <pc:docMk/>
            <pc:sldMk cId="0" sldId="354"/>
            <ac:picMk id="5" creationId="{B95B9617-1C73-4352-A59F-6476E3AA5D90}"/>
          </ac:picMkLst>
        </pc:picChg>
        <pc:picChg chg="del">
          <ac:chgData name="Eclair Chen" userId="bee3a08289d85a0e" providerId="LiveId" clId="{618DBEFF-D866-490D-AE78-ED4704A34549}" dt="2024-10-31T11:06:42.092" v="103" actId="478"/>
          <ac:picMkLst>
            <pc:docMk/>
            <pc:sldMk cId="0" sldId="354"/>
            <ac:picMk id="9" creationId="{FD78F76F-B343-4CD2-8D59-2F3199D29C00}"/>
          </ac:picMkLst>
        </pc:picChg>
        <pc:picChg chg="del">
          <ac:chgData name="Eclair Chen" userId="bee3a08289d85a0e" providerId="LiveId" clId="{618DBEFF-D866-490D-AE78-ED4704A34549}" dt="2024-10-31T11:07:11.721" v="108" actId="478"/>
          <ac:picMkLst>
            <pc:docMk/>
            <pc:sldMk cId="0" sldId="354"/>
            <ac:picMk id="10" creationId="{808569B6-6A88-4753-867F-77691C065991}"/>
          </ac:picMkLst>
        </pc:picChg>
      </pc:sldChg>
      <pc:sldChg chg="addSp delSp modSp mod">
        <pc:chgData name="Eclair Chen" userId="bee3a08289d85a0e" providerId="LiveId" clId="{618DBEFF-D866-490D-AE78-ED4704A34549}" dt="2024-10-31T11:14:08.175" v="167" actId="6549"/>
        <pc:sldMkLst>
          <pc:docMk/>
          <pc:sldMk cId="0" sldId="355"/>
        </pc:sldMkLst>
        <pc:spChg chg="mod">
          <ac:chgData name="Eclair Chen" userId="bee3a08289d85a0e" providerId="LiveId" clId="{618DBEFF-D866-490D-AE78-ED4704A34549}" dt="2024-10-31T11:14:08.175" v="167" actId="6549"/>
          <ac:spMkLst>
            <pc:docMk/>
            <pc:sldMk cId="0" sldId="355"/>
            <ac:spMk id="693251" creationId="{00000000-0000-0000-0000-000000000000}"/>
          </ac:spMkLst>
        </pc:spChg>
        <pc:picChg chg="add mod">
          <ac:chgData name="Eclair Chen" userId="bee3a08289d85a0e" providerId="LiveId" clId="{618DBEFF-D866-490D-AE78-ED4704A34549}" dt="2024-10-31T11:08:41.425" v="122" actId="1076"/>
          <ac:picMkLst>
            <pc:docMk/>
            <pc:sldMk cId="0" sldId="355"/>
            <ac:picMk id="2" creationId="{EA3E1F5F-909D-4816-BD1E-8D8BC22A4FB4}"/>
          </ac:picMkLst>
        </pc:picChg>
        <pc:picChg chg="del">
          <ac:chgData name="Eclair Chen" userId="bee3a08289d85a0e" providerId="LiveId" clId="{618DBEFF-D866-490D-AE78-ED4704A34549}" dt="2024-10-31T11:08:13.807" v="119" actId="478"/>
          <ac:picMkLst>
            <pc:docMk/>
            <pc:sldMk cId="0" sldId="355"/>
            <ac:picMk id="3" creationId="{00000000-0000-0000-0000-000000000000}"/>
          </ac:picMkLst>
        </pc:picChg>
      </pc:sldChg>
      <pc:sldChg chg="addSp delSp modSp mod">
        <pc:chgData name="Eclair Chen" userId="bee3a08289d85a0e" providerId="LiveId" clId="{618DBEFF-D866-490D-AE78-ED4704A34549}" dt="2024-10-31T11:09:12.409" v="127" actId="1076"/>
        <pc:sldMkLst>
          <pc:docMk/>
          <pc:sldMk cId="0" sldId="356"/>
        </pc:sldMkLst>
        <pc:picChg chg="del">
          <ac:chgData name="Eclair Chen" userId="bee3a08289d85a0e" providerId="LiveId" clId="{618DBEFF-D866-490D-AE78-ED4704A34549}" dt="2024-10-31T11:09:06.025" v="123" actId="478"/>
          <ac:picMkLst>
            <pc:docMk/>
            <pc:sldMk cId="0" sldId="356"/>
            <ac:picMk id="2" creationId="{00000000-0000-0000-0000-000000000000}"/>
          </ac:picMkLst>
        </pc:picChg>
        <pc:picChg chg="add mod">
          <ac:chgData name="Eclair Chen" userId="bee3a08289d85a0e" providerId="LiveId" clId="{618DBEFF-D866-490D-AE78-ED4704A34549}" dt="2024-10-31T11:09:12.409" v="127" actId="1076"/>
          <ac:picMkLst>
            <pc:docMk/>
            <pc:sldMk cId="0" sldId="356"/>
            <ac:picMk id="3" creationId="{1B9A24C7-9560-4279-999C-3237B5F3D1EA}"/>
          </ac:picMkLst>
        </pc:picChg>
      </pc:sldChg>
      <pc:sldChg chg="addSp delSp modSp mod">
        <pc:chgData name="Eclair Chen" userId="bee3a08289d85a0e" providerId="LiveId" clId="{618DBEFF-D866-490D-AE78-ED4704A34549}" dt="2024-10-31T11:10:14.858" v="142" actId="1076"/>
        <pc:sldMkLst>
          <pc:docMk/>
          <pc:sldMk cId="0" sldId="357"/>
        </pc:sldMkLst>
        <pc:picChg chg="del">
          <ac:chgData name="Eclair Chen" userId="bee3a08289d85a0e" providerId="LiveId" clId="{618DBEFF-D866-490D-AE78-ED4704A34549}" dt="2024-10-31T11:09:26.841" v="132" actId="478"/>
          <ac:picMkLst>
            <pc:docMk/>
            <pc:sldMk cId="0" sldId="357"/>
            <ac:picMk id="2" creationId="{00000000-0000-0000-0000-000000000000}"/>
          </ac:picMkLst>
        </pc:picChg>
        <pc:picChg chg="add mod ord">
          <ac:chgData name="Eclair Chen" userId="bee3a08289d85a0e" providerId="LiveId" clId="{618DBEFF-D866-490D-AE78-ED4704A34549}" dt="2024-10-31T11:10:14.858" v="142" actId="1076"/>
          <ac:picMkLst>
            <pc:docMk/>
            <pc:sldMk cId="0" sldId="357"/>
            <ac:picMk id="3" creationId="{0791A019-5F26-40FF-95DD-97A83F263DF5}"/>
          </ac:picMkLst>
        </pc:picChg>
        <pc:picChg chg="add mod ord">
          <ac:chgData name="Eclair Chen" userId="bee3a08289d85a0e" providerId="LiveId" clId="{618DBEFF-D866-490D-AE78-ED4704A34549}" dt="2024-10-31T11:10:10.659" v="141" actId="167"/>
          <ac:picMkLst>
            <pc:docMk/>
            <pc:sldMk cId="0" sldId="357"/>
            <ac:picMk id="4" creationId="{3872C1AD-2B4D-489E-B30C-248D624CE9E8}"/>
          </ac:picMkLst>
        </pc:picChg>
        <pc:picChg chg="del">
          <ac:chgData name="Eclair Chen" userId="bee3a08289d85a0e" providerId="LiveId" clId="{618DBEFF-D866-490D-AE78-ED4704A34549}" dt="2024-10-31T11:09:17.721" v="128" actId="478"/>
          <ac:picMkLst>
            <pc:docMk/>
            <pc:sldMk cId="0" sldId="357"/>
            <ac:picMk id="9" creationId="{5B581E1D-DC6D-416A-94EC-92857A4B3375}"/>
          </ac:picMkLst>
        </pc:picChg>
      </pc:sldChg>
      <pc:sldChg chg="addSp delSp modSp mod">
        <pc:chgData name="Eclair Chen" userId="bee3a08289d85a0e" providerId="LiveId" clId="{618DBEFF-D866-490D-AE78-ED4704A34549}" dt="2024-10-31T11:11:39.918" v="151" actId="167"/>
        <pc:sldMkLst>
          <pc:docMk/>
          <pc:sldMk cId="0" sldId="359"/>
        </pc:sldMkLst>
        <pc:picChg chg="del">
          <ac:chgData name="Eclair Chen" userId="bee3a08289d85a0e" providerId="LiveId" clId="{618DBEFF-D866-490D-AE78-ED4704A34549}" dt="2024-10-31T11:10:21.706" v="143" actId="478"/>
          <ac:picMkLst>
            <pc:docMk/>
            <pc:sldMk cId="0" sldId="359"/>
            <ac:picMk id="2" creationId="{00000000-0000-0000-0000-000000000000}"/>
          </ac:picMkLst>
        </pc:picChg>
        <pc:picChg chg="add mod">
          <ac:chgData name="Eclair Chen" userId="bee3a08289d85a0e" providerId="LiveId" clId="{618DBEFF-D866-490D-AE78-ED4704A34549}" dt="2024-10-31T11:11:36.914" v="150" actId="1076"/>
          <ac:picMkLst>
            <pc:docMk/>
            <pc:sldMk cId="0" sldId="359"/>
            <ac:picMk id="3" creationId="{05C50784-EC48-4BD9-80D0-03EC019E9544}"/>
          </ac:picMkLst>
        </pc:picChg>
        <pc:picChg chg="add mod ord">
          <ac:chgData name="Eclair Chen" userId="bee3a08289d85a0e" providerId="LiveId" clId="{618DBEFF-D866-490D-AE78-ED4704A34549}" dt="2024-10-31T11:11:39.918" v="151" actId="167"/>
          <ac:picMkLst>
            <pc:docMk/>
            <pc:sldMk cId="0" sldId="359"/>
            <ac:picMk id="4" creationId="{DF66DF20-908B-492E-AC7D-2BF771906550}"/>
          </ac:picMkLst>
        </pc:picChg>
        <pc:picChg chg="del">
          <ac:chgData name="Eclair Chen" userId="bee3a08289d85a0e" providerId="LiveId" clId="{618DBEFF-D866-490D-AE78-ED4704A34549}" dt="2024-10-31T11:10:22.877" v="144" actId="478"/>
          <ac:picMkLst>
            <pc:docMk/>
            <pc:sldMk cId="0" sldId="359"/>
            <ac:picMk id="9" creationId="{600DA93E-056F-4F5D-AB7C-D3C5AB1CF918}"/>
          </ac:picMkLst>
        </pc:picChg>
      </pc:sldChg>
      <pc:sldChg chg="addSp delSp modSp mod">
        <pc:chgData name="Eclair Chen" userId="bee3a08289d85a0e" providerId="LiveId" clId="{618DBEFF-D866-490D-AE78-ED4704A34549}" dt="2024-10-31T11:13:27.859" v="160" actId="14100"/>
        <pc:sldMkLst>
          <pc:docMk/>
          <pc:sldMk cId="0" sldId="362"/>
        </pc:sldMkLst>
        <pc:picChg chg="add mod">
          <ac:chgData name="Eclair Chen" userId="bee3a08289d85a0e" providerId="LiveId" clId="{618DBEFF-D866-490D-AE78-ED4704A34549}" dt="2024-10-31T11:12:21.710" v="155" actId="1076"/>
          <ac:picMkLst>
            <pc:docMk/>
            <pc:sldMk cId="0" sldId="362"/>
            <ac:picMk id="2" creationId="{3FFA0326-C4FC-4F5A-944E-B1D0211E398C}"/>
          </ac:picMkLst>
        </pc:picChg>
        <pc:picChg chg="del">
          <ac:chgData name="Eclair Chen" userId="bee3a08289d85a0e" providerId="LiveId" clId="{618DBEFF-D866-490D-AE78-ED4704A34549}" dt="2024-10-31T11:13:19.225" v="156" actId="478"/>
          <ac:picMkLst>
            <pc:docMk/>
            <pc:sldMk cId="0" sldId="362"/>
            <ac:picMk id="3" creationId="{00000000-0000-0000-0000-000000000000}"/>
          </ac:picMkLst>
        </pc:picChg>
        <pc:picChg chg="add mod">
          <ac:chgData name="Eclair Chen" userId="bee3a08289d85a0e" providerId="LiveId" clId="{618DBEFF-D866-490D-AE78-ED4704A34549}" dt="2024-10-31T11:13:27.859" v="160" actId="14100"/>
          <ac:picMkLst>
            <pc:docMk/>
            <pc:sldMk cId="0" sldId="362"/>
            <ac:picMk id="4" creationId="{FFBF900F-BAD2-499B-BBE0-7E02B10AE7E3}"/>
          </ac:picMkLst>
        </pc:picChg>
        <pc:picChg chg="del">
          <ac:chgData name="Eclair Chen" userId="bee3a08289d85a0e" providerId="LiveId" clId="{618DBEFF-D866-490D-AE78-ED4704A34549}" dt="2024-10-31T11:12:14.807" v="152" actId="478"/>
          <ac:picMkLst>
            <pc:docMk/>
            <pc:sldMk cId="0" sldId="362"/>
            <ac:picMk id="8" creationId="{8D4658F5-B326-4756-8B00-F6E00F2965EC}"/>
          </ac:picMkLst>
        </pc:picChg>
      </pc:sldChg>
      <pc:sldChg chg="addSp delSp modSp add mod">
        <pc:chgData name="Eclair Chen" userId="bee3a08289d85a0e" providerId="LiveId" clId="{618DBEFF-D866-490D-AE78-ED4704A34549}" dt="2024-10-31T06:30:07.236" v="47" actId="1076"/>
        <pc:sldMkLst>
          <pc:docMk/>
          <pc:sldMk cId="1941208221" sldId="363"/>
        </pc:sldMkLst>
        <pc:spChg chg="mod">
          <ac:chgData name="Eclair Chen" userId="bee3a08289d85a0e" providerId="LiveId" clId="{618DBEFF-D866-490D-AE78-ED4704A34549}" dt="2024-10-31T06:28:19.524" v="32" actId="20577"/>
          <ac:spMkLst>
            <pc:docMk/>
            <pc:sldMk cId="1941208221" sldId="363"/>
            <ac:spMk id="583684" creationId="{00000000-0000-0000-0000-000000000000}"/>
          </ac:spMkLst>
        </pc:spChg>
        <pc:spChg chg="mod">
          <ac:chgData name="Eclair Chen" userId="bee3a08289d85a0e" providerId="LiveId" clId="{618DBEFF-D866-490D-AE78-ED4704A34549}" dt="2024-10-31T06:28:34.981" v="35" actId="20577"/>
          <ac:spMkLst>
            <pc:docMk/>
            <pc:sldMk cId="1941208221" sldId="363"/>
            <ac:spMk id="583685" creationId="{00000000-0000-0000-0000-000000000000}"/>
          </ac:spMkLst>
        </pc:spChg>
        <pc:picChg chg="del">
          <ac:chgData name="Eclair Chen" userId="bee3a08289d85a0e" providerId="LiveId" clId="{618DBEFF-D866-490D-AE78-ED4704A34549}" dt="2024-10-31T06:28:38.126" v="36" actId="478"/>
          <ac:picMkLst>
            <pc:docMk/>
            <pc:sldMk cId="1941208221" sldId="363"/>
            <ac:picMk id="2" creationId="{00000000-0000-0000-0000-000000000000}"/>
          </ac:picMkLst>
        </pc:picChg>
        <pc:picChg chg="add mod modCrop">
          <ac:chgData name="Eclair Chen" userId="bee3a08289d85a0e" providerId="LiveId" clId="{618DBEFF-D866-490D-AE78-ED4704A34549}" dt="2024-10-31T06:30:07.236" v="47" actId="1076"/>
          <ac:picMkLst>
            <pc:docMk/>
            <pc:sldMk cId="1941208221" sldId="363"/>
            <ac:picMk id="3" creationId="{604F92A9-D59A-48F0-A4CF-024B54AD34B7}"/>
          </ac:picMkLst>
        </pc:picChg>
        <pc:picChg chg="add mod">
          <ac:chgData name="Eclair Chen" userId="bee3a08289d85a0e" providerId="LiveId" clId="{618DBEFF-D866-490D-AE78-ED4704A34549}" dt="2024-10-31T06:30:01.724" v="45" actId="1076"/>
          <ac:picMkLst>
            <pc:docMk/>
            <pc:sldMk cId="1941208221" sldId="363"/>
            <ac:picMk id="4" creationId="{AC13E8C0-55B5-4DB0-894D-39D03FD19AFC}"/>
          </ac:picMkLst>
        </pc:picChg>
        <pc:picChg chg="del">
          <ac:chgData name="Eclair Chen" userId="bee3a08289d85a0e" providerId="LiveId" clId="{618DBEFF-D866-490D-AE78-ED4704A34549}" dt="2024-10-31T06:28:46.156" v="37" actId="478"/>
          <ac:picMkLst>
            <pc:docMk/>
            <pc:sldMk cId="1941208221" sldId="363"/>
            <ac:picMk id="7" creationId="{FC021368-10A8-4CAC-8DA5-DFE3DB0023C9}"/>
          </ac:picMkLst>
        </pc:picChg>
        <pc:picChg chg="del">
          <ac:chgData name="Eclair Chen" userId="bee3a08289d85a0e" providerId="LiveId" clId="{618DBEFF-D866-490D-AE78-ED4704A34549}" dt="2024-10-31T06:28:46.958" v="38" actId="478"/>
          <ac:picMkLst>
            <pc:docMk/>
            <pc:sldMk cId="1941208221" sldId="363"/>
            <ac:picMk id="9" creationId="{70EED03C-E199-4CB1-9B0A-4DD5441A70A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ADDA3958-E232-4B86-BCE0-11A77B6DE55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41960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40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344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4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92B281B7-A791-49F4-9E31-B2A5A15F44A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726072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1164AD-A8A8-41C8-B4DB-F07C4D401CA2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388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865818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9ABA5C8-782D-4AA1-BFAE-AAA9ED8B0E3D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094D1B-8982-4FC6-8AAF-753EED451BA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5039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5D2F2E-9DB0-4625-B1D2-0310C8A161D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3161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766032-285D-44DD-B45B-36DB5BBC031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3770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9F99C3-B625-4DE4-BD23-280EA999E45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9649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658BF2-E441-4CDB-98CE-7091EDB71D1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3395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D0EBDC-F201-45D7-946D-4F3F074E8B1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79368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A4A869-CB52-44A6-9868-020F846EF70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1245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956889-9977-432C-8774-47B4B5FABF6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37197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9D158C-FF06-4313-8C2D-17AC32E1698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08090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2A2557-16DC-449C-9502-66A4B5841CB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87851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A04C0619-EDCA-4B2E-B8B1-C1417708129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3574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/>
            </a:lvl1pPr>
          </a:lstStyle>
          <a:p>
            <a:endParaRPr lang="en-US" altLang="zh-TW"/>
          </a:p>
        </p:txBody>
      </p:sp>
      <p:sp>
        <p:nvSpPr>
          <p:cNvPr id="32051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/>
            </a:lvl1pPr>
          </a:lstStyle>
          <a:p>
            <a:endParaRPr lang="en-US" altLang="zh-TW"/>
          </a:p>
        </p:txBody>
      </p:sp>
      <p:sp>
        <p:nvSpPr>
          <p:cNvPr id="32051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/>
            </a:lvl1pPr>
          </a:lstStyle>
          <a:p>
            <a:fld id="{C3081AAF-AA52-43E7-BC04-F693DA07FD00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9004F6C2-AB80-4D58-9AED-D4276804216B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第五章</a:t>
            </a:r>
            <a:b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選擇性敘述與迴圈</a:t>
            </a:r>
            <a:r>
              <a:rPr lang="zh-TW" altLang="en-US"/>
              <a:t> 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574925"/>
          </a:xfrm>
        </p:spPr>
        <p:txBody>
          <a:bodyPr/>
          <a:lstStyle/>
          <a:p>
            <a:r>
              <a:rPr lang="zh-TW" altLang="en-US" sz="2800"/>
              <a:t>認識程式的結構設計</a:t>
            </a:r>
          </a:p>
          <a:p>
            <a:r>
              <a:rPr lang="zh-TW" altLang="en-US" sz="2800"/>
              <a:t>學習選擇性敘述與各種迴圈的用法</a:t>
            </a:r>
          </a:p>
          <a:p>
            <a:r>
              <a:rPr lang="zh-TW" altLang="en-US" sz="2800"/>
              <a:t>學習多重選擇敘述的使用</a:t>
            </a:r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838E-7435-41FA-98B7-F12B7F4BD5CF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7958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628775"/>
            <a:ext cx="8399463" cy="4878388"/>
          </a:xfrm>
        </p:spPr>
        <p:txBody>
          <a:bodyPr/>
          <a:lstStyle/>
          <a:p>
            <a:r>
              <a:rPr lang="zh-TW" altLang="en-US" sz="2600"/>
              <a:t>循序性結構是採上至下（</a:t>
            </a:r>
            <a:r>
              <a:rPr lang="en-US" altLang="zh-TW" sz="2600"/>
              <a:t>top to down</a:t>
            </a:r>
            <a:r>
              <a:rPr lang="zh-TW" altLang="en-US" sz="2600"/>
              <a:t>）的敘述方式 </a:t>
            </a:r>
          </a:p>
          <a:p>
            <a:endParaRPr lang="en-US" altLang="zh-TW" sz="2600"/>
          </a:p>
        </p:txBody>
      </p:sp>
      <p:sp>
        <p:nvSpPr>
          <p:cNvPr id="5795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循序性結構 </a:t>
            </a:r>
          </a:p>
        </p:txBody>
      </p:sp>
      <p:sp>
        <p:nvSpPr>
          <p:cNvPr id="579622" name="AutoShape 38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程式的結構設計 </a:t>
            </a:r>
          </a:p>
        </p:txBody>
      </p:sp>
      <p:pic>
        <p:nvPicPr>
          <p:cNvPr id="579623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531" y="2528888"/>
            <a:ext cx="3971925" cy="298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CA19C89F-33E9-483D-BB4D-0D0947A80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5533" y="2780928"/>
            <a:ext cx="2293652" cy="1856662"/>
          </a:xfrm>
          <a:prstGeom prst="rect">
            <a:avLst/>
          </a:prstGeom>
          <a:solidFill>
            <a:srgbClr val="FFFFCC"/>
          </a:solidFill>
          <a:ln>
            <a:solidFill>
              <a:srgbClr val="9900CC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/>
              <a:t>程式的結構：</a:t>
            </a:r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循序性</a:t>
            </a:r>
            <a:r>
              <a:rPr lang="zh-TW" altLang="en-US" sz="1800" dirty="0"/>
              <a:t>結構</a:t>
            </a:r>
            <a:endParaRPr lang="en-US" altLang="zh-TW" sz="1800" dirty="0"/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選擇性</a:t>
            </a:r>
            <a:r>
              <a:rPr lang="zh-TW" altLang="en-US" sz="1800" dirty="0"/>
              <a:t>結構</a:t>
            </a:r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重複性</a:t>
            </a:r>
            <a:r>
              <a:rPr lang="zh-TW" altLang="en-US" sz="1800" dirty="0"/>
              <a:t>結構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CD1D-2AC2-4CA0-BBD6-CBD55D365798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68096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736725"/>
            <a:ext cx="7740650" cy="647700"/>
          </a:xfrm>
          <a:noFill/>
          <a:ln/>
        </p:spPr>
        <p:txBody>
          <a:bodyPr/>
          <a:lstStyle/>
          <a:p>
            <a:r>
              <a:rPr lang="zh-TW" altLang="en-US" sz="2600"/>
              <a:t>選擇性結構根據條件的成立與否，再決定要執行哪些敘述 </a:t>
            </a:r>
          </a:p>
        </p:txBody>
      </p:sp>
      <p:sp>
        <p:nvSpPr>
          <p:cNvPr id="6809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選擇性結構 </a:t>
            </a:r>
          </a:p>
        </p:txBody>
      </p:sp>
      <p:pic>
        <p:nvPicPr>
          <p:cNvPr id="6809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889250"/>
            <a:ext cx="3109912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0965" name="AutoShape 5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程式的結構設計 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5432753-73FE-4B2C-BF12-D11B58893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4148" y="3104964"/>
            <a:ext cx="2293652" cy="1856662"/>
          </a:xfrm>
          <a:prstGeom prst="rect">
            <a:avLst/>
          </a:prstGeom>
          <a:solidFill>
            <a:srgbClr val="FFFFCC"/>
          </a:solidFill>
          <a:ln>
            <a:solidFill>
              <a:srgbClr val="9900CC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/>
              <a:t>程式的結構：</a:t>
            </a:r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循序性</a:t>
            </a:r>
            <a:r>
              <a:rPr lang="zh-TW" altLang="en-US" sz="1800" dirty="0"/>
              <a:t>結構</a:t>
            </a:r>
            <a:endParaRPr lang="en-US" altLang="zh-TW" sz="1800" dirty="0"/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選擇性</a:t>
            </a:r>
            <a:r>
              <a:rPr lang="zh-TW" altLang="en-US" sz="1800" dirty="0"/>
              <a:t>結構</a:t>
            </a:r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重複性</a:t>
            </a:r>
            <a:r>
              <a:rPr lang="zh-TW" altLang="en-US" sz="1800" dirty="0"/>
              <a:t>結構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2D8-D91D-4810-8F03-714FAE1F6756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5826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重複性結構 </a:t>
            </a:r>
          </a:p>
        </p:txBody>
      </p:sp>
      <p:sp>
        <p:nvSpPr>
          <p:cNvPr id="582682" name="Rectangle 26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881188"/>
            <a:ext cx="8255000" cy="4643437"/>
          </a:xfrm>
          <a:noFill/>
          <a:ln/>
        </p:spPr>
        <p:txBody>
          <a:bodyPr/>
          <a:lstStyle/>
          <a:p>
            <a:r>
              <a:rPr lang="zh-TW" altLang="en-US" sz="2600" dirty="0"/>
              <a:t>重複性結構根據判斷條件的成立與否，決定程式執行的次數 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重複性結構有</a:t>
            </a:r>
            <a:r>
              <a:rPr lang="en-US" altLang="zh-TW" sz="2600" dirty="0"/>
              <a:t>for</a:t>
            </a:r>
            <a:r>
              <a:rPr lang="zh-TW" altLang="en-US" sz="2600" dirty="0"/>
              <a:t>、</a:t>
            </a:r>
            <a:r>
              <a:rPr lang="en-US" altLang="zh-TW" sz="2600" dirty="0"/>
              <a:t>while</a:t>
            </a:r>
            <a:r>
              <a:rPr lang="zh-TW" altLang="en-US" sz="2600" dirty="0"/>
              <a:t>及</a:t>
            </a:r>
            <a:r>
              <a:rPr lang="en-US" altLang="zh-TW" sz="2600" dirty="0"/>
              <a:t>do while</a:t>
            </a:r>
            <a:r>
              <a:rPr lang="zh-TW" altLang="en-US" sz="2600" dirty="0"/>
              <a:t>三種迴圈 </a:t>
            </a:r>
          </a:p>
        </p:txBody>
      </p:sp>
      <p:sp>
        <p:nvSpPr>
          <p:cNvPr id="582690" name="AutoShape 3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程式的結構設計 </a:t>
            </a:r>
          </a:p>
        </p:txBody>
      </p:sp>
      <p:pic>
        <p:nvPicPr>
          <p:cNvPr id="582691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2744788"/>
            <a:ext cx="3895725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EA538604-B7F6-46FF-879E-805C9279F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6498" y="3129917"/>
            <a:ext cx="2293652" cy="1856662"/>
          </a:xfrm>
          <a:prstGeom prst="rect">
            <a:avLst/>
          </a:prstGeom>
          <a:solidFill>
            <a:srgbClr val="FFFFCC"/>
          </a:solidFill>
          <a:ln>
            <a:solidFill>
              <a:srgbClr val="9900CC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/>
              <a:t>程式的結構：</a:t>
            </a:r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循序性</a:t>
            </a:r>
            <a:r>
              <a:rPr lang="zh-TW" altLang="en-US" sz="1800" dirty="0"/>
              <a:t>結構</a:t>
            </a:r>
            <a:endParaRPr lang="en-US" altLang="zh-TW" sz="1800" dirty="0"/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選擇性</a:t>
            </a:r>
            <a:r>
              <a:rPr lang="zh-TW" altLang="en-US" sz="1800" dirty="0"/>
              <a:t>結構</a:t>
            </a:r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重複性</a:t>
            </a:r>
            <a:r>
              <a:rPr lang="zh-TW" altLang="en-US" sz="1800" dirty="0"/>
              <a:t>結構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048D-1585-415A-B78A-8C3648BF1CB3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選擇性結構與</a:t>
            </a:r>
            <a:r>
              <a:rPr lang="en-US" altLang="zh-TW"/>
              <a:t>if</a:t>
            </a:r>
            <a:r>
              <a:rPr lang="zh-TW" altLang="en-US"/>
              <a:t>敘述 </a:t>
            </a:r>
          </a:p>
        </p:txBody>
      </p:sp>
      <p:sp>
        <p:nvSpPr>
          <p:cNvPr id="681990" name="AutoShape 6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選擇性敘述 </a:t>
            </a:r>
          </a:p>
        </p:txBody>
      </p:sp>
      <p:sp>
        <p:nvSpPr>
          <p:cNvPr id="68199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1241425"/>
          </a:xfrm>
        </p:spPr>
        <p:txBody>
          <a:bodyPr/>
          <a:lstStyle/>
          <a:p>
            <a:r>
              <a:rPr lang="zh-TW" altLang="en-US" sz="2600"/>
              <a:t>選擇性結構包括</a:t>
            </a:r>
            <a:r>
              <a:rPr lang="en-US" altLang="zh-TW" sz="2600"/>
              <a:t>if</a:t>
            </a:r>
            <a:r>
              <a:rPr lang="zh-TW" altLang="en-US" sz="2600"/>
              <a:t>、</a:t>
            </a:r>
            <a:r>
              <a:rPr lang="en-US" altLang="zh-TW" sz="2600"/>
              <a:t>if-else</a:t>
            </a:r>
            <a:r>
              <a:rPr lang="zh-TW" altLang="en-US" sz="2600"/>
              <a:t>及</a:t>
            </a:r>
            <a:r>
              <a:rPr lang="en-US" altLang="zh-TW" sz="2600"/>
              <a:t>switch</a:t>
            </a:r>
            <a:r>
              <a:rPr lang="zh-TW" altLang="en-US" sz="2600"/>
              <a:t>敘述</a:t>
            </a:r>
          </a:p>
          <a:p>
            <a:r>
              <a:rPr lang="en-US" altLang="zh-TW" sz="2600"/>
              <a:t>if</a:t>
            </a:r>
            <a:r>
              <a:rPr lang="zh-TW" altLang="en-US" sz="2600"/>
              <a:t>敘述的格式如下  </a:t>
            </a:r>
          </a:p>
        </p:txBody>
      </p:sp>
      <p:pic>
        <p:nvPicPr>
          <p:cNvPr id="68199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079" y="2705541"/>
            <a:ext cx="2977424" cy="2383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3465004"/>
            <a:ext cx="3597139" cy="12182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if-else</a:t>
            </a:r>
            <a:r>
              <a:rPr lang="zh-TW" altLang="en-US" dirty="0"/>
              <a:t>敘述 </a:t>
            </a:r>
            <a:endParaRPr lang="en-US" altLang="zh-TW" dirty="0"/>
          </a:p>
        </p:txBody>
      </p:sp>
      <p:sp>
        <p:nvSpPr>
          <p:cNvPr id="58368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738187"/>
          </a:xfrm>
        </p:spPr>
        <p:txBody>
          <a:bodyPr/>
          <a:lstStyle/>
          <a:p>
            <a:pPr marL="495300" indent="-495300"/>
            <a:r>
              <a:rPr lang="zh-TW" altLang="en-US" sz="2600"/>
              <a:t>下面是</a:t>
            </a:r>
            <a:r>
              <a:rPr lang="en-US" altLang="zh-TW" sz="2600"/>
              <a:t>if-else</a:t>
            </a:r>
            <a:r>
              <a:rPr lang="zh-TW" altLang="en-US" sz="2600"/>
              <a:t>的範例 </a:t>
            </a:r>
          </a:p>
        </p:txBody>
      </p:sp>
      <p:sp>
        <p:nvSpPr>
          <p:cNvPr id="583829" name="AutoShape 149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選擇性敘述 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64" y="2451570"/>
            <a:ext cx="5007156" cy="332699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C021368-10A8-4CAC-8DA5-DFE3DB002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728" y="1900980"/>
            <a:ext cx="2891836" cy="1798237"/>
          </a:xfrm>
          <a:prstGeom prst="rect">
            <a:avLst/>
          </a:prstGeom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70EED03C-E199-4CB1-9B0A-4DD5441A7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047" y="3976352"/>
            <a:ext cx="2504437" cy="245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50C5-363B-4C24-BDFB-63EC14FF7B06}" type="slidenum">
              <a:rPr lang="en-US" altLang="zh-TW"/>
              <a:pPr/>
              <a:t>6</a:t>
            </a:fld>
            <a:endParaRPr lang="en-US" altLang="zh-TW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if-else-if</a:t>
            </a:r>
            <a:r>
              <a:rPr lang="zh-TW" altLang="en-US" dirty="0"/>
              <a:t>敘述 </a:t>
            </a:r>
            <a:endParaRPr lang="en-US" altLang="zh-TW" dirty="0"/>
          </a:p>
        </p:txBody>
      </p:sp>
      <p:sp>
        <p:nvSpPr>
          <p:cNvPr id="58368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738187"/>
          </a:xfrm>
        </p:spPr>
        <p:txBody>
          <a:bodyPr/>
          <a:lstStyle/>
          <a:p>
            <a:pPr marL="495300" indent="-495300"/>
            <a:r>
              <a:rPr lang="zh-TW" altLang="en-US" sz="2600" dirty="0"/>
              <a:t>下面是</a:t>
            </a:r>
            <a:r>
              <a:rPr lang="en-US" altLang="zh-TW" sz="2600" dirty="0"/>
              <a:t>if-else-if</a:t>
            </a:r>
            <a:r>
              <a:rPr lang="zh-TW" altLang="en-US" sz="2600" dirty="0"/>
              <a:t>的範例 </a:t>
            </a:r>
          </a:p>
        </p:txBody>
      </p:sp>
      <p:sp>
        <p:nvSpPr>
          <p:cNvPr id="583829" name="AutoShape 149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選擇性敘述 </a:t>
            </a:r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50C5-363B-4C24-BDFB-63EC14FF7B06}" type="slidenum">
              <a:rPr lang="en-US" altLang="zh-TW"/>
              <a:pPr/>
              <a:t>7</a:t>
            </a:fld>
            <a:endParaRPr lang="en-US" altLang="zh-TW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04F92A9-D59A-48F0-A4CF-024B54AD34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644"/>
          <a:stretch/>
        </p:blipFill>
        <p:spPr>
          <a:xfrm>
            <a:off x="5383858" y="2759075"/>
            <a:ext cx="3317561" cy="266878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C13E8C0-55B5-4DB0-894D-39D03FD19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769" y="2457185"/>
            <a:ext cx="3317560" cy="423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08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72" y="2457634"/>
            <a:ext cx="5220382" cy="2301657"/>
          </a:xfrm>
          <a:prstGeom prst="rect">
            <a:avLst/>
          </a:prstGeom>
        </p:spPr>
      </p:pic>
      <p:pic>
        <p:nvPicPr>
          <p:cNvPr id="584728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862" y="3980697"/>
            <a:ext cx="3563938" cy="248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1913D-B407-4B05-9197-22C3B9958500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584716" name="Rectangle 12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736725"/>
            <a:ext cx="7740650" cy="647700"/>
          </a:xfrm>
          <a:noFill/>
          <a:ln/>
        </p:spPr>
        <p:txBody>
          <a:bodyPr/>
          <a:lstStyle/>
          <a:p>
            <a:r>
              <a:rPr lang="zh-TW" altLang="en-US" sz="2600"/>
              <a:t>巢狀</a:t>
            </a:r>
            <a:r>
              <a:rPr lang="en-US" altLang="zh-TW" sz="2600"/>
              <a:t>if</a:t>
            </a:r>
            <a:r>
              <a:rPr lang="zh-TW" altLang="en-US" sz="2600"/>
              <a:t>：當</a:t>
            </a:r>
            <a:r>
              <a:rPr lang="en-US" altLang="zh-TW" sz="2600"/>
              <a:t>if</a:t>
            </a:r>
            <a:r>
              <a:rPr lang="zh-TW" altLang="en-US" sz="2600"/>
              <a:t>敘述中又包含其它</a:t>
            </a:r>
            <a:r>
              <a:rPr lang="en-US" altLang="zh-TW" sz="2600"/>
              <a:t>if</a:t>
            </a:r>
            <a:r>
              <a:rPr lang="zh-TW" altLang="en-US" sz="2600"/>
              <a:t>敘述 </a:t>
            </a:r>
          </a:p>
        </p:txBody>
      </p:sp>
      <p:sp>
        <p:nvSpPr>
          <p:cNvPr id="5847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更多的選擇─巢狀</a:t>
            </a:r>
            <a:r>
              <a:rPr lang="en-US" altLang="zh-TW"/>
              <a:t>if</a:t>
            </a:r>
            <a:r>
              <a:rPr lang="zh-TW" altLang="en-US"/>
              <a:t>敘述 </a:t>
            </a:r>
          </a:p>
        </p:txBody>
      </p:sp>
      <p:sp>
        <p:nvSpPr>
          <p:cNvPr id="584725" name="AutoShape 21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選擇性敘述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794B645-5F74-4C28-947F-B10756608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65" y="2638319"/>
            <a:ext cx="5902918" cy="3238714"/>
          </a:xfrm>
          <a:prstGeom prst="rect">
            <a:avLst/>
          </a:prstGeom>
        </p:spPr>
      </p:pic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D37EB-D8D0-45B4-B75D-639CF1998C56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5867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條件運算子</a:t>
            </a:r>
            <a:endParaRPr lang="en-US" altLang="zh-TW" dirty="0"/>
          </a:p>
        </p:txBody>
      </p:sp>
      <p:sp>
        <p:nvSpPr>
          <p:cNvPr id="586778" name="Rectangle 26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736725"/>
            <a:ext cx="7848600" cy="863600"/>
          </a:xfrm>
          <a:noFill/>
          <a:ln/>
        </p:spPr>
        <p:txBody>
          <a:bodyPr/>
          <a:lstStyle/>
          <a:p>
            <a:r>
              <a:rPr lang="zh-TW" altLang="en-US" sz="2600"/>
              <a:t>條件運算子的使用範例 </a:t>
            </a:r>
          </a:p>
        </p:txBody>
      </p:sp>
      <p:sp>
        <p:nvSpPr>
          <p:cNvPr id="586789" name="AutoShape 37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選擇性敘述 </a:t>
            </a:r>
          </a:p>
        </p:txBody>
      </p:sp>
      <p:pic>
        <p:nvPicPr>
          <p:cNvPr id="7" name="Picture 19">
            <a:extLst>
              <a:ext uri="{FF2B5EF4-FFF2-40B4-BE49-F238E27FC236}">
                <a16:creationId xmlns:a16="http://schemas.microsoft.com/office/drawing/2014/main" id="{F50DAE36-F48B-40AC-BA6A-0472E415F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810751"/>
            <a:ext cx="3904518" cy="861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528CE65-7416-4884-BF3C-608DAC63A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356" y="5272827"/>
            <a:ext cx="3904518" cy="14717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8ADC4-F586-4B16-A5FA-7FA6920586F0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</a:t>
            </a:r>
            <a:r>
              <a:rPr lang="zh-TW" altLang="en-US" dirty="0"/>
              <a:t>迴圈 </a:t>
            </a:r>
            <a:r>
              <a:rPr lang="en-US" altLang="zh-TW" dirty="0"/>
              <a:t>(1/2)</a:t>
            </a:r>
          </a:p>
        </p:txBody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計算由</a:t>
            </a:r>
            <a:r>
              <a:rPr lang="en-US" altLang="zh-TW" sz="2600" dirty="0"/>
              <a:t>1</a:t>
            </a:r>
            <a:r>
              <a:rPr lang="zh-TW" altLang="en-US" sz="2600" dirty="0"/>
              <a:t>累加至</a:t>
            </a:r>
            <a:r>
              <a:rPr lang="en-US" altLang="zh-TW" sz="2600" dirty="0"/>
              <a:t>15</a:t>
            </a:r>
            <a:r>
              <a:rPr lang="zh-TW" altLang="en-US" sz="2600" dirty="0"/>
              <a:t>的運算結果：</a:t>
            </a:r>
          </a:p>
        </p:txBody>
      </p:sp>
      <p:sp>
        <p:nvSpPr>
          <p:cNvPr id="685060" name="AutoShape 4" descr="橡樹"/>
          <p:cNvSpPr>
            <a:spLocks noChangeArrowheads="1"/>
          </p:cNvSpPr>
          <p:nvPr/>
        </p:nvSpPr>
        <p:spPr bwMode="auto">
          <a:xfrm>
            <a:off x="6119813" y="260350"/>
            <a:ext cx="16922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迴圈 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D47773C-71B2-4E46-A018-10079783F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54" y="2425063"/>
            <a:ext cx="4681688" cy="293496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4BA1B0A-88BE-4145-BDCC-E4E44FB45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345" y="2400858"/>
            <a:ext cx="2463486" cy="293496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64B199F-94A8-434D-B551-44854E815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722" y="5517233"/>
            <a:ext cx="5248314" cy="12185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24C8D-E7D4-4F81-9C65-D455A2551046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</a:t>
            </a:r>
            <a:r>
              <a:rPr lang="zh-TW" altLang="en-US" dirty="0"/>
              <a:t>迴圈 </a:t>
            </a:r>
            <a:r>
              <a:rPr lang="en-US" altLang="zh-TW" dirty="0"/>
              <a:t>(2/2)</a:t>
            </a:r>
          </a:p>
        </p:txBody>
      </p:sp>
      <p:sp>
        <p:nvSpPr>
          <p:cNvPr id="68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738187"/>
          </a:xfrm>
        </p:spPr>
        <p:txBody>
          <a:bodyPr/>
          <a:lstStyle/>
          <a:p>
            <a:r>
              <a:rPr lang="zh-TW" altLang="en-US" sz="2600" dirty="0"/>
              <a:t>在</a:t>
            </a:r>
            <a:r>
              <a:rPr lang="en-US" altLang="zh-TW" sz="2600" dirty="0"/>
              <a:t>for</a:t>
            </a:r>
            <a:r>
              <a:rPr lang="zh-TW" altLang="en-US" sz="2600" dirty="0"/>
              <a:t>迴圈內使用區域變數 </a:t>
            </a:r>
          </a:p>
        </p:txBody>
      </p:sp>
      <p:sp>
        <p:nvSpPr>
          <p:cNvPr id="686084" name="AutoShape 4" descr="橡樹"/>
          <p:cNvSpPr>
            <a:spLocks noChangeArrowheads="1"/>
          </p:cNvSpPr>
          <p:nvPr/>
        </p:nvSpPr>
        <p:spPr bwMode="auto">
          <a:xfrm>
            <a:off x="6119813" y="260350"/>
            <a:ext cx="16922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迴圈 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84C5231-E1D5-483F-9159-EC9DAA279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76" y="2350610"/>
            <a:ext cx="6731083" cy="41919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while</a:t>
            </a:r>
            <a:r>
              <a:rPr lang="zh-TW" altLang="en-US" dirty="0"/>
              <a:t>迴圈 </a:t>
            </a:r>
            <a:endParaRPr lang="en-US" altLang="zh-TW" dirty="0"/>
          </a:p>
        </p:txBody>
      </p:sp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36725"/>
            <a:ext cx="8229600" cy="755650"/>
          </a:xfrm>
        </p:spPr>
        <p:txBody>
          <a:bodyPr/>
          <a:lstStyle/>
          <a:p>
            <a:r>
              <a:rPr lang="zh-TW" altLang="en-US" sz="2600" dirty="0"/>
              <a:t>利用</a:t>
            </a:r>
            <a:r>
              <a:rPr lang="en-US" altLang="zh-TW" sz="2600" dirty="0"/>
              <a:t>while</a:t>
            </a:r>
            <a:r>
              <a:rPr lang="zh-TW" altLang="en-US" sz="2600" dirty="0"/>
              <a:t>迴圈計算</a:t>
            </a:r>
            <a:r>
              <a:rPr lang="en-US" altLang="zh-TW" sz="2600" dirty="0"/>
              <a:t>1</a:t>
            </a:r>
            <a:r>
              <a:rPr lang="zh-TW" altLang="en-US" sz="2600" dirty="0"/>
              <a:t>累加到</a:t>
            </a:r>
            <a:r>
              <a:rPr lang="en-US" altLang="zh-TW" sz="2600" dirty="0" err="1"/>
              <a:t>num</a:t>
            </a:r>
            <a:r>
              <a:rPr lang="en-US" altLang="zh-TW" sz="2600" dirty="0"/>
              <a:t> </a:t>
            </a:r>
          </a:p>
        </p:txBody>
      </p:sp>
      <p:sp>
        <p:nvSpPr>
          <p:cNvPr id="689156" name="AutoShape 4" descr="橡樹"/>
          <p:cNvSpPr>
            <a:spLocks noChangeArrowheads="1"/>
          </p:cNvSpPr>
          <p:nvPr/>
        </p:nvSpPr>
        <p:spPr bwMode="auto">
          <a:xfrm>
            <a:off x="6119813" y="260350"/>
            <a:ext cx="16922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迴圈 </a:t>
            </a: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7D4B6-8EE8-4207-917C-F8B9A290A956}" type="slidenum">
              <a:rPr lang="en-US" altLang="zh-TW"/>
              <a:pPr/>
              <a:t>12</a:t>
            </a:fld>
            <a:endParaRPr lang="en-US" altLang="zh-TW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0CC41A7-B6E0-422D-B1E6-DF6D5F7AA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268" y="2333118"/>
            <a:ext cx="2726470" cy="149192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6A4DBFE1-56D9-4219-8C86-54644D2A0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005" y="3940149"/>
            <a:ext cx="2338718" cy="276545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EAFAD31-E12C-4118-A2B8-A2EA4D5C29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794" y="2436665"/>
            <a:ext cx="4676991" cy="35126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95B9617-1C73-4352-A59F-6476E3AA5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2539"/>
            <a:ext cx="5547235" cy="5273061"/>
          </a:xfrm>
          <a:prstGeom prst="rect">
            <a:avLst/>
          </a:prstGeom>
        </p:spPr>
      </p:pic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 while</a:t>
            </a:r>
            <a:r>
              <a:rPr lang="zh-TW" altLang="en-US" dirty="0"/>
              <a:t>迴圈 </a:t>
            </a:r>
            <a:endParaRPr lang="en-US" altLang="zh-TW" dirty="0"/>
          </a:p>
        </p:txBody>
      </p:sp>
      <p:sp>
        <p:nvSpPr>
          <p:cNvPr id="692228" name="AutoShape 4" descr="橡樹"/>
          <p:cNvSpPr>
            <a:spLocks noChangeArrowheads="1"/>
          </p:cNvSpPr>
          <p:nvPr/>
        </p:nvSpPr>
        <p:spPr bwMode="auto">
          <a:xfrm>
            <a:off x="6119813" y="260350"/>
            <a:ext cx="1692275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迴圈 </a:t>
            </a: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18BC-D6D8-4C8B-B50B-568760B2D09F}" type="slidenum">
              <a:rPr lang="en-US" altLang="zh-TW"/>
              <a:pPr/>
              <a:t>13</a:t>
            </a:fld>
            <a:endParaRPr lang="en-US" altLang="zh-TW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8F589FD-3B9A-4C6C-B3C5-EB1200358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018" y="1828408"/>
            <a:ext cx="3088782" cy="153013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20EBF17-BE12-4C8B-9D85-A086787AC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540" y="3899224"/>
            <a:ext cx="3330156" cy="18084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F4867-7E07-418A-B313-745DDC6B8CD2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巢狀迴圈 </a:t>
            </a:r>
          </a:p>
        </p:txBody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738187"/>
          </a:xfrm>
        </p:spPr>
        <p:txBody>
          <a:bodyPr/>
          <a:lstStyle/>
          <a:p>
            <a:r>
              <a:rPr lang="zh-TW" altLang="en-US" sz="2600" dirty="0"/>
              <a:t>以列印九九乘法表為例練習巢狀迴圈</a:t>
            </a:r>
          </a:p>
        </p:txBody>
      </p:sp>
      <p:sp>
        <p:nvSpPr>
          <p:cNvPr id="693252" name="AutoShape 4" descr="橡樹"/>
          <p:cNvSpPr>
            <a:spLocks noChangeArrowheads="1"/>
          </p:cNvSpPr>
          <p:nvPr/>
        </p:nvSpPr>
        <p:spPr bwMode="auto">
          <a:xfrm>
            <a:off x="6119813" y="260350"/>
            <a:ext cx="16922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迴圈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A3E1F5F-909D-4816-BD1E-8D8BC22A4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801" y="2457450"/>
            <a:ext cx="6222598" cy="41380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F010-39C1-4295-BDF1-6FA0D9702A84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break</a:t>
            </a:r>
            <a:r>
              <a:rPr lang="zh-TW" altLang="en-US"/>
              <a:t>敘述 </a:t>
            </a:r>
            <a:r>
              <a:rPr lang="en-US" altLang="zh-TW"/>
              <a:t>(1/2)</a:t>
            </a:r>
          </a:p>
        </p:txBody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1817687"/>
          </a:xfrm>
        </p:spPr>
        <p:txBody>
          <a:bodyPr/>
          <a:lstStyle/>
          <a:p>
            <a:r>
              <a:rPr lang="zh-TW" altLang="en-US" sz="2600"/>
              <a:t>以</a:t>
            </a:r>
            <a:r>
              <a:rPr lang="en-US" altLang="zh-TW" sz="2600"/>
              <a:t>for</a:t>
            </a:r>
            <a:r>
              <a:rPr lang="zh-TW" altLang="en-US" sz="2600"/>
              <a:t>迴圈為例，程式執行到</a:t>
            </a:r>
            <a:r>
              <a:rPr lang="en-US" altLang="zh-TW" sz="2600"/>
              <a:t>break</a:t>
            </a:r>
            <a:r>
              <a:rPr lang="zh-TW" altLang="en-US" sz="2600"/>
              <a:t>，即會離開迴圈主體，到迴圈外層的敘述繼續執行 </a:t>
            </a:r>
          </a:p>
        </p:txBody>
      </p:sp>
      <p:sp>
        <p:nvSpPr>
          <p:cNvPr id="694276" name="AutoShape 4" descr="橡樹"/>
          <p:cNvSpPr>
            <a:spLocks noChangeArrowheads="1"/>
          </p:cNvSpPr>
          <p:nvPr/>
        </p:nvSpPr>
        <p:spPr bwMode="auto">
          <a:xfrm>
            <a:off x="6119813" y="260350"/>
            <a:ext cx="16922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迴圈的跳離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B9A24C7-9560-4279-999C-3237B5F3D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492" y="3104964"/>
            <a:ext cx="6287216" cy="28412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872C1AD-2B4D-489E-B30C-248D624CE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53" y="1280546"/>
            <a:ext cx="5401660" cy="429690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791A019-5F26-40FF-95DD-97A83F263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776" y="4547328"/>
            <a:ext cx="4559024" cy="2060249"/>
          </a:xfrm>
          <a:prstGeom prst="rect">
            <a:avLst/>
          </a:prstGeom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0580-61BC-4CD3-850B-5E10B586D423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69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94494"/>
          </a:xfrm>
        </p:spPr>
        <p:txBody>
          <a:bodyPr/>
          <a:lstStyle/>
          <a:p>
            <a:r>
              <a:rPr lang="en-US" altLang="zh-TW" dirty="0"/>
              <a:t>break</a:t>
            </a:r>
            <a:r>
              <a:rPr lang="zh-TW" altLang="en-US" dirty="0"/>
              <a:t>敘述</a:t>
            </a:r>
            <a:endParaRPr lang="en-US" altLang="zh-TW" dirty="0"/>
          </a:p>
        </p:txBody>
      </p:sp>
      <p:sp>
        <p:nvSpPr>
          <p:cNvPr id="695304" name="AutoShape 8" descr="橡樹"/>
          <p:cNvSpPr>
            <a:spLocks noChangeArrowheads="1"/>
          </p:cNvSpPr>
          <p:nvPr/>
        </p:nvSpPr>
        <p:spPr bwMode="auto">
          <a:xfrm>
            <a:off x="6119813" y="260350"/>
            <a:ext cx="1692275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迴圈的跳離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F66DF20-908B-492E-AC7D-2BF771906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56" y="1124744"/>
            <a:ext cx="5311427" cy="4855641"/>
          </a:xfrm>
          <a:prstGeom prst="rect">
            <a:avLst/>
          </a:prstGeom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5C9C5-764C-4287-A5D4-202DA4B60514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69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50478"/>
          </a:xfrm>
        </p:spPr>
        <p:txBody>
          <a:bodyPr/>
          <a:lstStyle/>
          <a:p>
            <a:r>
              <a:rPr lang="en-US" altLang="zh-TW" dirty="0"/>
              <a:t>continue</a:t>
            </a:r>
            <a:r>
              <a:rPr lang="zh-TW" altLang="en-US" dirty="0"/>
              <a:t>敘述 </a:t>
            </a:r>
            <a:endParaRPr lang="en-US" altLang="zh-TW" dirty="0"/>
          </a:p>
        </p:txBody>
      </p:sp>
      <p:sp>
        <p:nvSpPr>
          <p:cNvPr id="697348" name="AutoShape 4" descr="橡樹"/>
          <p:cNvSpPr>
            <a:spLocks noChangeArrowheads="1"/>
          </p:cNvSpPr>
          <p:nvPr/>
        </p:nvSpPr>
        <p:spPr bwMode="auto">
          <a:xfrm>
            <a:off x="6119813" y="260350"/>
            <a:ext cx="1692275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迴圈的跳離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5C50784-EC48-4BD9-80D0-03EC019E9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933" y="4070410"/>
            <a:ext cx="4492149" cy="21478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>
            <a:extLst>
              <a:ext uri="{FF2B5EF4-FFF2-40B4-BE49-F238E27FC236}">
                <a16:creationId xmlns:a16="http://schemas.microsoft.com/office/drawing/2014/main" id="{CF7FEB06-51AC-4953-AF45-AF0613BF3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569" y="3695636"/>
            <a:ext cx="3625736" cy="3005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42937"/>
          </a:xfrm>
        </p:spPr>
        <p:txBody>
          <a:bodyPr/>
          <a:lstStyle/>
          <a:p>
            <a:r>
              <a:rPr lang="en-US" altLang="zh-TW" sz="3500" dirty="0"/>
              <a:t>switch</a:t>
            </a:r>
            <a:r>
              <a:rPr lang="zh-TW" altLang="en-US" sz="3500"/>
              <a:t>敘述</a:t>
            </a:r>
            <a:endParaRPr lang="en-US" altLang="zh-TW" sz="3500" dirty="0"/>
          </a:p>
        </p:txBody>
      </p:sp>
      <p:sp>
        <p:nvSpPr>
          <p:cNvPr id="700420" name="AutoShape 4" descr="橡樹"/>
          <p:cNvSpPr>
            <a:spLocks noChangeArrowheads="1"/>
          </p:cNvSpPr>
          <p:nvPr/>
        </p:nvSpPr>
        <p:spPr bwMode="auto">
          <a:xfrm>
            <a:off x="4751388" y="260350"/>
            <a:ext cx="3060700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5.5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可多重選擇的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</a:rPr>
              <a:t>switch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敘述</a:t>
            </a: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D2E1-9C01-47A7-8F01-0805F765AD30}" type="slidenum">
              <a:rPr lang="en-US" altLang="zh-TW"/>
              <a:pPr/>
              <a:t>18</a:t>
            </a:fld>
            <a:endParaRPr lang="en-US" altLang="zh-TW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3FFA0326-C4FC-4F5A-944E-B1D0211E3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1124744"/>
            <a:ext cx="2301105" cy="316973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FBF900F-BAD2-499B-BBE0-7E02B10AE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44" y="867885"/>
            <a:ext cx="3253288" cy="56443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FF9CB-6817-48EE-87E6-FDBE15C5A3BD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387076" name="WordArt 4"/>
          <p:cNvSpPr>
            <a:spLocks noChangeArrowheads="1" noChangeShapeType="1" noTextEdit="1"/>
          </p:cNvSpPr>
          <p:nvPr/>
        </p:nvSpPr>
        <p:spPr bwMode="auto">
          <a:xfrm>
            <a:off x="1979613" y="2924175"/>
            <a:ext cx="4321175" cy="10810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TW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Comic Sans MS" panose="030F0702030302020204" pitchFamily="66" charset="0"/>
              </a:rPr>
              <a:t>-The End-</a:t>
            </a:r>
            <a:endParaRPr lang="zh-TW" altLang="en-US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6116</TotalTime>
  <Words>385</Words>
  <Application>Microsoft Office PowerPoint</Application>
  <PresentationFormat>如螢幕大小 (4:3)</PresentationFormat>
  <Paragraphs>91</Paragraphs>
  <Slides>19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Comic Sans MS</vt:lpstr>
      <vt:lpstr>Wingdings</vt:lpstr>
      <vt:lpstr>Arial</vt:lpstr>
      <vt:lpstr>Times New Roman</vt:lpstr>
      <vt:lpstr>default</vt:lpstr>
      <vt:lpstr>第五章 選擇性敘述與迴圈 </vt:lpstr>
      <vt:lpstr>循序性結構 </vt:lpstr>
      <vt:lpstr>選擇性結構 </vt:lpstr>
      <vt:lpstr>重複性結構 </vt:lpstr>
      <vt:lpstr>選擇性結構與if敘述 </vt:lpstr>
      <vt:lpstr>if-else敘述 </vt:lpstr>
      <vt:lpstr>if-else-if敘述 </vt:lpstr>
      <vt:lpstr>更多的選擇─巢狀if敘述 </vt:lpstr>
      <vt:lpstr>條件運算子</vt:lpstr>
      <vt:lpstr>for迴圈 (1/2)</vt:lpstr>
      <vt:lpstr>for迴圈 (2/2)</vt:lpstr>
      <vt:lpstr>while迴圈 </vt:lpstr>
      <vt:lpstr>do while迴圈 </vt:lpstr>
      <vt:lpstr>巢狀迴圈 </vt:lpstr>
      <vt:lpstr>break敘述 (1/2)</vt:lpstr>
      <vt:lpstr>break敘述</vt:lpstr>
      <vt:lpstr>continue敘述 </vt:lpstr>
      <vt:lpstr>switch敘述</vt:lpstr>
      <vt:lpstr>PowerPoint 簡報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認識C語言</dc:title>
  <dc:creator>Customer</dc:creator>
  <cp:lastModifiedBy>Eclair Chen</cp:lastModifiedBy>
  <cp:revision>160</cp:revision>
  <cp:lastPrinted>1601-01-01T00:00:00Z</cp:lastPrinted>
  <dcterms:created xsi:type="dcterms:W3CDTF">2007-03-13T09:49:44Z</dcterms:created>
  <dcterms:modified xsi:type="dcterms:W3CDTF">2024-10-31T11:14:58Z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