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4" r:id="rId3"/>
    <p:sldId id="307" r:id="rId4"/>
    <p:sldId id="342" r:id="rId5"/>
    <p:sldId id="309" r:id="rId6"/>
    <p:sldId id="311" r:id="rId7"/>
    <p:sldId id="312" r:id="rId8"/>
    <p:sldId id="344" r:id="rId9"/>
    <p:sldId id="346" r:id="rId10"/>
    <p:sldId id="347" r:id="rId11"/>
    <p:sldId id="349" r:id="rId12"/>
    <p:sldId id="350" r:id="rId13"/>
    <p:sldId id="352" r:id="rId14"/>
    <p:sldId id="353" r:id="rId15"/>
    <p:sldId id="354" r:id="rId16"/>
    <p:sldId id="355" r:id="rId17"/>
    <p:sldId id="357" r:id="rId18"/>
    <p:sldId id="359" r:id="rId19"/>
    <p:sldId id="360" r:id="rId20"/>
    <p:sldId id="361" r:id="rId21"/>
    <p:sldId id="362" r:id="rId22"/>
    <p:sldId id="272" r:id="rId23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6"/>
      <p:bold r:id="rId27"/>
      <p:italic r:id="rId28"/>
      <p:boldItalic r:id="rId29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FFCCCC"/>
    <a:srgbClr val="CC0000"/>
    <a:srgbClr val="0000FF"/>
    <a:srgbClr val="FFFFCC"/>
    <a:srgbClr val="99CCFF"/>
    <a:srgbClr val="CCFF99"/>
    <a:srgbClr val="3333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71" d="100"/>
          <a:sy n="71" d="100"/>
        </p:scale>
        <p:origin x="58" y="274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277A935B-37AC-4028-A0FF-AF790BA1C1A2}"/>
    <pc:docChg chg="custSel modSld">
      <pc:chgData name="Eclair Chen" userId="bee3a08289d85a0e" providerId="LiveId" clId="{277A935B-37AC-4028-A0FF-AF790BA1C1A2}" dt="2024-10-31T06:04:38.151" v="216" actId="1076"/>
      <pc:docMkLst>
        <pc:docMk/>
      </pc:docMkLst>
      <pc:sldChg chg="modSp mod">
        <pc:chgData name="Eclair Chen" userId="bee3a08289d85a0e" providerId="LiveId" clId="{277A935B-37AC-4028-A0FF-AF790BA1C1A2}" dt="2024-10-31T05:24:05.977" v="15" actId="20577"/>
        <pc:sldMkLst>
          <pc:docMk/>
          <pc:sldMk cId="0" sldId="304"/>
        </pc:sldMkLst>
        <pc:spChg chg="mod">
          <ac:chgData name="Eclair Chen" userId="bee3a08289d85a0e" providerId="LiveId" clId="{277A935B-37AC-4028-A0FF-AF790BA1C1A2}" dt="2024-10-31T05:24:05.977" v="15" actId="20577"/>
          <ac:spMkLst>
            <pc:docMk/>
            <pc:sldMk cId="0" sldId="304"/>
            <ac:spMk id="578565" creationId="{00000000-0000-0000-0000-000000000000}"/>
          </ac:spMkLst>
        </pc:spChg>
        <pc:picChg chg="mod">
          <ac:chgData name="Eclair Chen" userId="bee3a08289d85a0e" providerId="LiveId" clId="{277A935B-37AC-4028-A0FF-AF790BA1C1A2}" dt="2024-10-31T05:24:03.364" v="14" actId="1076"/>
          <ac:picMkLst>
            <pc:docMk/>
            <pc:sldMk cId="0" sldId="304"/>
            <ac:picMk id="578570" creationId="{00000000-0000-0000-0000-000000000000}"/>
          </ac:picMkLst>
        </pc:picChg>
      </pc:sldChg>
      <pc:sldChg chg="modSp mod">
        <pc:chgData name="Eclair Chen" userId="bee3a08289d85a0e" providerId="LiveId" clId="{277A935B-37AC-4028-A0FF-AF790BA1C1A2}" dt="2024-10-31T05:29:14.943" v="22" actId="207"/>
        <pc:sldMkLst>
          <pc:docMk/>
          <pc:sldMk cId="0" sldId="307"/>
        </pc:sldMkLst>
        <pc:picChg chg="mod">
          <ac:chgData name="Eclair Chen" userId="bee3a08289d85a0e" providerId="LiveId" clId="{277A935B-37AC-4028-A0FF-AF790BA1C1A2}" dt="2024-10-31T05:29:14.943" v="22" actId="207"/>
          <ac:picMkLst>
            <pc:docMk/>
            <pc:sldMk cId="0" sldId="307"/>
            <ac:picMk id="9" creationId="{2500C6ED-ADE2-482C-B11A-628E13F6314D}"/>
          </ac:picMkLst>
        </pc:picChg>
      </pc:sldChg>
      <pc:sldChg chg="addSp delSp modSp mod">
        <pc:chgData name="Eclair Chen" userId="bee3a08289d85a0e" providerId="LiveId" clId="{277A935B-37AC-4028-A0FF-AF790BA1C1A2}" dt="2024-10-31T05:40:35.125" v="62" actId="1076"/>
        <pc:sldMkLst>
          <pc:docMk/>
          <pc:sldMk cId="0" sldId="346"/>
        </pc:sldMkLst>
        <pc:spChg chg="mod">
          <ac:chgData name="Eclair Chen" userId="bee3a08289d85a0e" providerId="LiveId" clId="{277A935B-37AC-4028-A0FF-AF790BA1C1A2}" dt="2024-10-31T05:40:35.125" v="62" actId="1076"/>
          <ac:spMkLst>
            <pc:docMk/>
            <pc:sldMk cId="0" sldId="346"/>
            <ac:spMk id="9" creationId="{0FF8D22E-5D00-4417-B10E-464D24CA24C8}"/>
          </ac:spMkLst>
        </pc:spChg>
        <pc:picChg chg="del mod">
          <ac:chgData name="Eclair Chen" userId="bee3a08289d85a0e" providerId="LiveId" clId="{277A935B-37AC-4028-A0FF-AF790BA1C1A2}" dt="2024-10-31T05:40:06.454" v="55" actId="478"/>
          <ac:picMkLst>
            <pc:docMk/>
            <pc:sldMk cId="0" sldId="346"/>
            <ac:picMk id="2" creationId="{00000000-0000-0000-0000-000000000000}"/>
          </ac:picMkLst>
        </pc:picChg>
        <pc:picChg chg="add mod">
          <ac:chgData name="Eclair Chen" userId="bee3a08289d85a0e" providerId="LiveId" clId="{277A935B-37AC-4028-A0FF-AF790BA1C1A2}" dt="2024-10-31T05:35:55.333" v="34" actId="14100"/>
          <ac:picMkLst>
            <pc:docMk/>
            <pc:sldMk cId="0" sldId="346"/>
            <ac:picMk id="3" creationId="{9CD6633C-FD7F-47EE-88AB-B5D6B31A5541}"/>
          </ac:picMkLst>
        </pc:picChg>
        <pc:picChg chg="add mod ord">
          <ac:chgData name="Eclair Chen" userId="bee3a08289d85a0e" providerId="LiveId" clId="{277A935B-37AC-4028-A0FF-AF790BA1C1A2}" dt="2024-10-31T05:40:23.103" v="60" actId="1076"/>
          <ac:picMkLst>
            <pc:docMk/>
            <pc:sldMk cId="0" sldId="346"/>
            <ac:picMk id="4" creationId="{DD450B75-56AB-4042-958A-DDF839643356}"/>
          </ac:picMkLst>
        </pc:picChg>
        <pc:picChg chg="del">
          <ac:chgData name="Eclair Chen" userId="bee3a08289d85a0e" providerId="LiveId" clId="{277A935B-37AC-4028-A0FF-AF790BA1C1A2}" dt="2024-10-31T05:35:15.331" v="23" actId="478"/>
          <ac:picMkLst>
            <pc:docMk/>
            <pc:sldMk cId="0" sldId="346"/>
            <ac:picMk id="7" creationId="{BF1AA3E2-91A0-4BF5-BDF1-4E6D6A60AFFB}"/>
          </ac:picMkLst>
        </pc:picChg>
        <pc:picChg chg="mod">
          <ac:chgData name="Eclair Chen" userId="bee3a08289d85a0e" providerId="LiveId" clId="{277A935B-37AC-4028-A0FF-AF790BA1C1A2}" dt="2024-10-31T05:40:31.444" v="61" actId="1076"/>
          <ac:picMkLst>
            <pc:docMk/>
            <pc:sldMk cId="0" sldId="346"/>
            <ac:picMk id="10" creationId="{A04426A8-E220-4E37-8C51-2D377E902994}"/>
          </ac:picMkLst>
        </pc:picChg>
      </pc:sldChg>
      <pc:sldChg chg="addSp delSp modSp mod">
        <pc:chgData name="Eclair Chen" userId="bee3a08289d85a0e" providerId="LiveId" clId="{277A935B-37AC-4028-A0FF-AF790BA1C1A2}" dt="2024-10-31T05:42:41.405" v="73" actId="1076"/>
        <pc:sldMkLst>
          <pc:docMk/>
          <pc:sldMk cId="0" sldId="347"/>
        </pc:sldMkLst>
        <pc:spChg chg="del">
          <ac:chgData name="Eclair Chen" userId="bee3a08289d85a0e" providerId="LiveId" clId="{277A935B-37AC-4028-A0FF-AF790BA1C1A2}" dt="2024-10-31T05:42:17.279" v="69" actId="478"/>
          <ac:spMkLst>
            <pc:docMk/>
            <pc:sldMk cId="0" sldId="347"/>
            <ac:spMk id="9" creationId="{191EE14C-7A8C-4C0B-9355-2A41C447E560}"/>
          </ac:spMkLst>
        </pc:spChg>
        <pc:spChg chg="add mod">
          <ac:chgData name="Eclair Chen" userId="bee3a08289d85a0e" providerId="LiveId" clId="{277A935B-37AC-4028-A0FF-AF790BA1C1A2}" dt="2024-10-31T05:42:41.405" v="73" actId="1076"/>
          <ac:spMkLst>
            <pc:docMk/>
            <pc:sldMk cId="0" sldId="347"/>
            <ac:spMk id="11" creationId="{1108F6B1-F158-4153-90EC-322B2BF70A67}"/>
          </ac:spMkLst>
        </pc:spChg>
        <pc:picChg chg="del">
          <ac:chgData name="Eclair Chen" userId="bee3a08289d85a0e" providerId="LiveId" clId="{277A935B-37AC-4028-A0FF-AF790BA1C1A2}" dt="2024-10-31T05:41:42.682" v="63" actId="478"/>
          <ac:picMkLst>
            <pc:docMk/>
            <pc:sldMk cId="0" sldId="347"/>
            <ac:picMk id="2" creationId="{00000000-0000-0000-0000-000000000000}"/>
          </ac:picMkLst>
        </pc:picChg>
        <pc:picChg chg="add mod">
          <ac:chgData name="Eclair Chen" userId="bee3a08289d85a0e" providerId="LiveId" clId="{277A935B-37AC-4028-A0FF-AF790BA1C1A2}" dt="2024-10-31T05:42:25.924" v="71" actId="1076"/>
          <ac:picMkLst>
            <pc:docMk/>
            <pc:sldMk cId="0" sldId="347"/>
            <ac:picMk id="3" creationId="{CD58B106-A913-43D9-846C-187AE1A80A99}"/>
          </ac:picMkLst>
        </pc:picChg>
        <pc:picChg chg="del">
          <ac:chgData name="Eclair Chen" userId="bee3a08289d85a0e" providerId="LiveId" clId="{277A935B-37AC-4028-A0FF-AF790BA1C1A2}" dt="2024-10-31T05:42:08.040" v="67" actId="478"/>
          <ac:picMkLst>
            <pc:docMk/>
            <pc:sldMk cId="0" sldId="347"/>
            <ac:picMk id="7" creationId="{70E205BF-9283-409D-A411-46EE1925BBF0}"/>
          </ac:picMkLst>
        </pc:picChg>
        <pc:picChg chg="mod">
          <ac:chgData name="Eclair Chen" userId="bee3a08289d85a0e" providerId="LiveId" clId="{277A935B-37AC-4028-A0FF-AF790BA1C1A2}" dt="2024-10-31T05:42:38.592" v="72" actId="1076"/>
          <ac:picMkLst>
            <pc:docMk/>
            <pc:sldMk cId="0" sldId="347"/>
            <ac:picMk id="10" creationId="{AA98C4B9-C339-4BA2-9BBA-44F6B209631C}"/>
          </ac:picMkLst>
        </pc:picChg>
        <pc:picChg chg="add mod">
          <ac:chgData name="Eclair Chen" userId="bee3a08289d85a0e" providerId="LiveId" clId="{277A935B-37AC-4028-A0FF-AF790BA1C1A2}" dt="2024-10-31T05:42:18.513" v="70"/>
          <ac:picMkLst>
            <pc:docMk/>
            <pc:sldMk cId="0" sldId="347"/>
            <ac:picMk id="12" creationId="{FB905DE1-9C95-463F-8BC4-F0CE7D8D327C}"/>
          </ac:picMkLst>
        </pc:picChg>
      </pc:sldChg>
      <pc:sldChg chg="addSp delSp modSp mod">
        <pc:chgData name="Eclair Chen" userId="bee3a08289d85a0e" providerId="LiveId" clId="{277A935B-37AC-4028-A0FF-AF790BA1C1A2}" dt="2024-10-31T05:47:17.982" v="92" actId="6549"/>
        <pc:sldMkLst>
          <pc:docMk/>
          <pc:sldMk cId="0" sldId="353"/>
        </pc:sldMkLst>
        <pc:spChg chg="mod">
          <ac:chgData name="Eclair Chen" userId="bee3a08289d85a0e" providerId="LiveId" clId="{277A935B-37AC-4028-A0FF-AF790BA1C1A2}" dt="2024-10-31T05:44:53.994" v="76" actId="6549"/>
          <ac:spMkLst>
            <pc:docMk/>
            <pc:sldMk cId="0" sldId="353"/>
            <ac:spMk id="691202" creationId="{00000000-0000-0000-0000-000000000000}"/>
          </ac:spMkLst>
        </pc:spChg>
        <pc:spChg chg="mod">
          <ac:chgData name="Eclair Chen" userId="bee3a08289d85a0e" providerId="LiveId" clId="{277A935B-37AC-4028-A0FF-AF790BA1C1A2}" dt="2024-10-31T05:47:17.982" v="92" actId="6549"/>
          <ac:spMkLst>
            <pc:docMk/>
            <pc:sldMk cId="0" sldId="353"/>
            <ac:spMk id="691203" creationId="{00000000-0000-0000-0000-000000000000}"/>
          </ac:spMkLst>
        </pc:spChg>
        <pc:picChg chg="add mod">
          <ac:chgData name="Eclair Chen" userId="bee3a08289d85a0e" providerId="LiveId" clId="{277A935B-37AC-4028-A0FF-AF790BA1C1A2}" dt="2024-10-31T05:46:25.353" v="87" actId="1076"/>
          <ac:picMkLst>
            <pc:docMk/>
            <pc:sldMk cId="0" sldId="353"/>
            <ac:picMk id="2" creationId="{99311781-8F15-482A-8E44-0F19F039DCCD}"/>
          </ac:picMkLst>
        </pc:picChg>
        <pc:picChg chg="del">
          <ac:chgData name="Eclair Chen" userId="bee3a08289d85a0e" providerId="LiveId" clId="{277A935B-37AC-4028-A0FF-AF790BA1C1A2}" dt="2024-10-31T05:45:32.143" v="77" actId="478"/>
          <ac:picMkLst>
            <pc:docMk/>
            <pc:sldMk cId="0" sldId="353"/>
            <ac:picMk id="691205" creationId="{00000000-0000-0000-0000-000000000000}"/>
          </ac:picMkLst>
        </pc:picChg>
        <pc:picChg chg="mod">
          <ac:chgData name="Eclair Chen" userId="bee3a08289d85a0e" providerId="LiveId" clId="{277A935B-37AC-4028-A0FF-AF790BA1C1A2}" dt="2024-10-31T05:46:59.913" v="91" actId="1076"/>
          <ac:picMkLst>
            <pc:docMk/>
            <pc:sldMk cId="0" sldId="353"/>
            <ac:picMk id="691206" creationId="{00000000-0000-0000-0000-000000000000}"/>
          </ac:picMkLst>
        </pc:picChg>
      </pc:sldChg>
      <pc:sldChg chg="addSp delSp modSp mod">
        <pc:chgData name="Eclair Chen" userId="bee3a08289d85a0e" providerId="LiveId" clId="{277A935B-37AC-4028-A0FF-AF790BA1C1A2}" dt="2024-10-31T05:48:49.717" v="98" actId="1076"/>
        <pc:sldMkLst>
          <pc:docMk/>
          <pc:sldMk cId="0" sldId="354"/>
        </pc:sldMkLst>
        <pc:picChg chg="add mod">
          <ac:chgData name="Eclair Chen" userId="bee3a08289d85a0e" providerId="LiveId" clId="{277A935B-37AC-4028-A0FF-AF790BA1C1A2}" dt="2024-10-31T05:48:49.717" v="98" actId="1076"/>
          <ac:picMkLst>
            <pc:docMk/>
            <pc:sldMk cId="0" sldId="354"/>
            <ac:picMk id="2" creationId="{197DA448-2531-4D62-AF07-31DFC80F68D9}"/>
          </ac:picMkLst>
        </pc:picChg>
        <pc:picChg chg="del">
          <ac:chgData name="Eclair Chen" userId="bee3a08289d85a0e" providerId="LiveId" clId="{277A935B-37AC-4028-A0FF-AF790BA1C1A2}" dt="2024-10-31T05:48:39.506" v="93" actId="478"/>
          <ac:picMkLst>
            <pc:docMk/>
            <pc:sldMk cId="0" sldId="354"/>
            <ac:picMk id="692230" creationId="{00000000-0000-0000-0000-000000000000}"/>
          </ac:picMkLst>
        </pc:picChg>
      </pc:sldChg>
      <pc:sldChg chg="modSp">
        <pc:chgData name="Eclair Chen" userId="bee3a08289d85a0e" providerId="LiveId" clId="{277A935B-37AC-4028-A0FF-AF790BA1C1A2}" dt="2024-10-31T05:54:46.389" v="101" actId="14100"/>
        <pc:sldMkLst>
          <pc:docMk/>
          <pc:sldMk cId="0" sldId="360"/>
        </pc:sldMkLst>
        <pc:picChg chg="mod">
          <ac:chgData name="Eclair Chen" userId="bee3a08289d85a0e" providerId="LiveId" clId="{277A935B-37AC-4028-A0FF-AF790BA1C1A2}" dt="2024-10-31T05:54:35.711" v="100" actId="14100"/>
          <ac:picMkLst>
            <pc:docMk/>
            <pc:sldMk cId="0" sldId="360"/>
            <ac:picMk id="698374" creationId="{00000000-0000-0000-0000-000000000000}"/>
          </ac:picMkLst>
        </pc:picChg>
        <pc:picChg chg="mod">
          <ac:chgData name="Eclair Chen" userId="bee3a08289d85a0e" providerId="LiveId" clId="{277A935B-37AC-4028-A0FF-AF790BA1C1A2}" dt="2024-10-31T05:54:46.389" v="101" actId="14100"/>
          <ac:picMkLst>
            <pc:docMk/>
            <pc:sldMk cId="0" sldId="360"/>
            <ac:picMk id="698375" creationId="{00000000-0000-0000-0000-000000000000}"/>
          </ac:picMkLst>
        </pc:picChg>
      </pc:sldChg>
      <pc:sldChg chg="modSp mod">
        <pc:chgData name="Eclair Chen" userId="bee3a08289d85a0e" providerId="LiveId" clId="{277A935B-37AC-4028-A0FF-AF790BA1C1A2}" dt="2024-10-31T05:58:11.386" v="192" actId="20577"/>
        <pc:sldMkLst>
          <pc:docMk/>
          <pc:sldMk cId="0" sldId="361"/>
        </pc:sldMkLst>
        <pc:spChg chg="mod">
          <ac:chgData name="Eclair Chen" userId="bee3a08289d85a0e" providerId="LiveId" clId="{277A935B-37AC-4028-A0FF-AF790BA1C1A2}" dt="2024-10-31T05:58:11.386" v="192" actId="20577"/>
          <ac:spMkLst>
            <pc:docMk/>
            <pc:sldMk cId="0" sldId="361"/>
            <ac:spMk id="699395" creationId="{00000000-0000-0000-0000-000000000000}"/>
          </ac:spMkLst>
        </pc:spChg>
      </pc:sldChg>
      <pc:sldChg chg="addSp delSp modSp mod">
        <pc:chgData name="Eclair Chen" userId="bee3a08289d85a0e" providerId="LiveId" clId="{277A935B-37AC-4028-A0FF-AF790BA1C1A2}" dt="2024-10-31T06:04:38.151" v="216" actId="1076"/>
        <pc:sldMkLst>
          <pc:docMk/>
          <pc:sldMk cId="0" sldId="362"/>
        </pc:sldMkLst>
        <pc:picChg chg="ord">
          <ac:chgData name="Eclair Chen" userId="bee3a08289d85a0e" providerId="LiveId" clId="{277A935B-37AC-4028-A0FF-AF790BA1C1A2}" dt="2024-10-31T06:03:41.102" v="210" actId="167"/>
          <ac:picMkLst>
            <pc:docMk/>
            <pc:sldMk cId="0" sldId="362"/>
            <ac:picMk id="2" creationId="{00000000-0000-0000-0000-000000000000}"/>
          </ac:picMkLst>
        </pc:picChg>
        <pc:picChg chg="add mod">
          <ac:chgData name="Eclair Chen" userId="bee3a08289d85a0e" providerId="LiveId" clId="{277A935B-37AC-4028-A0FF-AF790BA1C1A2}" dt="2024-10-31T06:00:13.440" v="203" actId="1076"/>
          <ac:picMkLst>
            <pc:docMk/>
            <pc:sldMk cId="0" sldId="362"/>
            <ac:picMk id="3" creationId="{E0E6DFA6-318B-4AEA-A0A9-4F8246679F2A}"/>
          </ac:picMkLst>
        </pc:picChg>
        <pc:picChg chg="add mod ord">
          <ac:chgData name="Eclair Chen" userId="bee3a08289d85a0e" providerId="LiveId" clId="{277A935B-37AC-4028-A0FF-AF790BA1C1A2}" dt="2024-10-31T06:04:38.151" v="216" actId="1076"/>
          <ac:picMkLst>
            <pc:docMk/>
            <pc:sldMk cId="0" sldId="362"/>
            <ac:picMk id="4" creationId="{A8067203-93F5-49C1-B4B6-F43366DE6D5B}"/>
          </ac:picMkLst>
        </pc:picChg>
        <pc:picChg chg="del">
          <ac:chgData name="Eclair Chen" userId="bee3a08289d85a0e" providerId="LiveId" clId="{277A935B-37AC-4028-A0FF-AF790BA1C1A2}" dt="2024-10-31T05:59:08.950" v="193" actId="478"/>
          <ac:picMkLst>
            <pc:docMk/>
            <pc:sldMk cId="0" sldId="362"/>
            <ac:picMk id="7" creationId="{5656996D-2113-442B-9516-4A7FFF72D3B4}"/>
          </ac:picMkLst>
        </pc:picChg>
        <pc:picChg chg="del mod">
          <ac:chgData name="Eclair Chen" userId="bee3a08289d85a0e" providerId="LiveId" clId="{277A935B-37AC-4028-A0FF-AF790BA1C1A2}" dt="2024-10-31T06:03:19.530" v="204" actId="478"/>
          <ac:picMkLst>
            <pc:docMk/>
            <pc:sldMk cId="0" sldId="362"/>
            <ac:picMk id="9" creationId="{2C1934AC-FB89-475E-B1BC-F355282BFF71}"/>
          </ac:picMkLst>
        </pc:picChg>
      </pc:sldChg>
    </pc:docChg>
  </pc:docChgLst>
  <pc:docChgLst>
    <pc:chgData name="Eclair Chen" userId="bee3a08289d85a0e" providerId="LiveId" clId="{4D804548-4B0D-4840-ADD5-818E7950F3D0}"/>
    <pc:docChg chg="undo custSel delSld modSld">
      <pc:chgData name="Eclair Chen" userId="bee3a08289d85a0e" providerId="LiveId" clId="{4D804548-4B0D-4840-ADD5-818E7950F3D0}" dt="2024-06-07T13:55:27.486" v="350" actId="1076"/>
      <pc:docMkLst>
        <pc:docMk/>
      </pc:docMkLst>
      <pc:sldChg chg="del">
        <pc:chgData name="Eclair Chen" userId="bee3a08289d85a0e" providerId="LiveId" clId="{4D804548-4B0D-4840-ADD5-818E7950F3D0}" dt="2024-06-07T13:24:58.051" v="23" actId="2696"/>
        <pc:sldMkLst>
          <pc:docMk/>
          <pc:sldMk cId="0" sldId="305"/>
        </pc:sldMkLst>
      </pc:sldChg>
      <pc:sldChg chg="addSp modSp mod">
        <pc:chgData name="Eclair Chen" userId="bee3a08289d85a0e" providerId="LiveId" clId="{4D804548-4B0D-4840-ADD5-818E7950F3D0}" dt="2024-06-07T13:24:51.550" v="22" actId="6549"/>
        <pc:sldMkLst>
          <pc:docMk/>
          <pc:sldMk cId="0" sldId="307"/>
        </pc:sldMkLst>
        <pc:spChg chg="mod">
          <ac:chgData name="Eclair Chen" userId="bee3a08289d85a0e" providerId="LiveId" clId="{4D804548-4B0D-4840-ADD5-818E7950F3D0}" dt="2024-06-07T13:24:51.550" v="22" actId="6549"/>
          <ac:spMkLst>
            <pc:docMk/>
            <pc:sldMk cId="0" sldId="307"/>
            <ac:spMk id="581636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24:42.623" v="15" actId="1076"/>
          <ac:picMkLst>
            <pc:docMk/>
            <pc:sldMk cId="0" sldId="307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24:48.112" v="17" actId="1076"/>
          <ac:picMkLst>
            <pc:docMk/>
            <pc:sldMk cId="0" sldId="307"/>
            <ac:picMk id="7" creationId="{A97FAF94-E2B0-45C7-911A-835AC259F527}"/>
          </ac:picMkLst>
        </pc:picChg>
        <pc:picChg chg="add mod">
          <ac:chgData name="Eclair Chen" userId="bee3a08289d85a0e" providerId="LiveId" clId="{4D804548-4B0D-4840-ADD5-818E7950F3D0}" dt="2024-06-07T13:24:38.662" v="14" actId="1076"/>
          <ac:picMkLst>
            <pc:docMk/>
            <pc:sldMk cId="0" sldId="307"/>
            <ac:picMk id="9" creationId="{2500C6ED-ADE2-482C-B11A-628E13F6314D}"/>
          </ac:picMkLst>
        </pc:picChg>
      </pc:sldChg>
      <pc:sldChg chg="del">
        <pc:chgData name="Eclair Chen" userId="bee3a08289d85a0e" providerId="LiveId" clId="{4D804548-4B0D-4840-ADD5-818E7950F3D0}" dt="2024-06-07T13:26:05.154" v="42" actId="2696"/>
        <pc:sldMkLst>
          <pc:docMk/>
          <pc:sldMk cId="0" sldId="308"/>
        </pc:sldMkLst>
      </pc:sldChg>
      <pc:sldChg chg="addSp modSp mod">
        <pc:chgData name="Eclair Chen" userId="bee3a08289d85a0e" providerId="LiveId" clId="{4D804548-4B0D-4840-ADD5-818E7950F3D0}" dt="2024-06-07T13:32:20.396" v="99" actId="20577"/>
        <pc:sldMkLst>
          <pc:docMk/>
          <pc:sldMk cId="0" sldId="309"/>
        </pc:sldMkLst>
        <pc:spChg chg="add mod">
          <ac:chgData name="Eclair Chen" userId="bee3a08289d85a0e" providerId="LiveId" clId="{4D804548-4B0D-4840-ADD5-818E7950F3D0}" dt="2024-06-07T13:30:23.826" v="82" actId="255"/>
          <ac:spMkLst>
            <pc:docMk/>
            <pc:sldMk cId="0" sldId="309"/>
            <ac:spMk id="12" creationId="{C4138F16-B9A0-446D-B6BA-7FF60876D369}"/>
          </ac:spMkLst>
        </pc:spChg>
        <pc:spChg chg="mod">
          <ac:chgData name="Eclair Chen" userId="bee3a08289d85a0e" providerId="LiveId" clId="{4D804548-4B0D-4840-ADD5-818E7950F3D0}" dt="2024-06-07T13:32:20.396" v="99" actId="20577"/>
          <ac:spMkLst>
            <pc:docMk/>
            <pc:sldMk cId="0" sldId="309"/>
            <ac:spMk id="583684" creationId="{00000000-0000-0000-0000-000000000000}"/>
          </ac:spMkLst>
        </pc:spChg>
        <pc:spChg chg="mod">
          <ac:chgData name="Eclair Chen" userId="bee3a08289d85a0e" providerId="LiveId" clId="{4D804548-4B0D-4840-ADD5-818E7950F3D0}" dt="2024-06-07T13:32:05.151" v="96" actId="1076"/>
          <ac:spMkLst>
            <pc:docMk/>
            <pc:sldMk cId="0" sldId="309"/>
            <ac:spMk id="583829" creationId="{00000000-0000-0000-0000-000000000000}"/>
          </ac:spMkLst>
        </pc:spChg>
        <pc:spChg chg="mod">
          <ac:chgData name="Eclair Chen" userId="bee3a08289d85a0e" providerId="LiveId" clId="{4D804548-4B0D-4840-ADD5-818E7950F3D0}" dt="2024-06-07T13:31:59.878" v="95" actId="1076"/>
          <ac:spMkLst>
            <pc:docMk/>
            <pc:sldMk cId="0" sldId="309"/>
            <ac:spMk id="583831" creationId="{00000000-0000-0000-0000-000000000000}"/>
          </ac:spMkLst>
        </pc:spChg>
        <pc:picChg chg="add mod">
          <ac:chgData name="Eclair Chen" userId="bee3a08289d85a0e" providerId="LiveId" clId="{4D804548-4B0D-4840-ADD5-818E7950F3D0}" dt="2024-06-07T13:30:39.877" v="84" actId="1076"/>
          <ac:picMkLst>
            <pc:docMk/>
            <pc:sldMk cId="0" sldId="309"/>
            <ac:picMk id="13" creationId="{A55D5A26-3CF5-466C-96BA-087A44C8C3B6}"/>
          </ac:picMkLst>
        </pc:picChg>
        <pc:picChg chg="mod">
          <ac:chgData name="Eclair Chen" userId="bee3a08289d85a0e" providerId="LiveId" clId="{4D804548-4B0D-4840-ADD5-818E7950F3D0}" dt="2024-06-07T13:30:48.586" v="86" actId="1076"/>
          <ac:picMkLst>
            <pc:docMk/>
            <pc:sldMk cId="0" sldId="309"/>
            <ac:picMk id="583830" creationId="{00000000-0000-0000-0000-000000000000}"/>
          </ac:picMkLst>
        </pc:picChg>
        <pc:picChg chg="mod">
          <ac:chgData name="Eclair Chen" userId="bee3a08289d85a0e" providerId="LiveId" clId="{4D804548-4B0D-4840-ADD5-818E7950F3D0}" dt="2024-06-07T13:32:15.816" v="98" actId="1076"/>
          <ac:picMkLst>
            <pc:docMk/>
            <pc:sldMk cId="0" sldId="309"/>
            <ac:picMk id="583832" creationId="{00000000-0000-0000-0000-000000000000}"/>
          </ac:picMkLst>
        </pc:picChg>
      </pc:sldChg>
      <pc:sldChg chg="delSp modSp del mod">
        <pc:chgData name="Eclair Chen" userId="bee3a08289d85a0e" providerId="LiveId" clId="{4D804548-4B0D-4840-ADD5-818E7950F3D0}" dt="2024-06-07T13:32:25.662" v="100" actId="2696"/>
        <pc:sldMkLst>
          <pc:docMk/>
          <pc:sldMk cId="0" sldId="310"/>
        </pc:sldMkLst>
        <pc:spChg chg="mod">
          <ac:chgData name="Eclair Chen" userId="bee3a08289d85a0e" providerId="LiveId" clId="{4D804548-4B0D-4840-ADD5-818E7950F3D0}" dt="2024-06-07T13:30:11.246" v="79" actId="14100"/>
          <ac:spMkLst>
            <pc:docMk/>
            <pc:sldMk cId="0" sldId="310"/>
            <ac:spMk id="584716" creationId="{00000000-0000-0000-0000-000000000000}"/>
          </ac:spMkLst>
        </pc:spChg>
        <pc:spChg chg="del">
          <ac:chgData name="Eclair Chen" userId="bee3a08289d85a0e" providerId="LiveId" clId="{4D804548-4B0D-4840-ADD5-818E7950F3D0}" dt="2024-06-07T13:28:48.305" v="60" actId="478"/>
          <ac:spMkLst>
            <pc:docMk/>
            <pc:sldMk cId="0" sldId="310"/>
            <ac:spMk id="584725" creationId="{00000000-0000-0000-0000-000000000000}"/>
          </ac:spMkLst>
        </pc:spChg>
        <pc:picChg chg="del">
          <ac:chgData name="Eclair Chen" userId="bee3a08289d85a0e" providerId="LiveId" clId="{4D804548-4B0D-4840-ADD5-818E7950F3D0}" dt="2024-06-07T13:28:50.205" v="61" actId="478"/>
          <ac:picMkLst>
            <pc:docMk/>
            <pc:sldMk cId="0" sldId="310"/>
            <ac:picMk id="584726" creationId="{00000000-0000-0000-0000-000000000000}"/>
          </ac:picMkLst>
        </pc:picChg>
      </pc:sldChg>
      <pc:sldChg chg="addSp modSp mod">
        <pc:chgData name="Eclair Chen" userId="bee3a08289d85a0e" providerId="LiveId" clId="{4D804548-4B0D-4840-ADD5-818E7950F3D0}" dt="2024-06-07T13:32:42.346" v="103" actId="20577"/>
        <pc:sldMkLst>
          <pc:docMk/>
          <pc:sldMk cId="0" sldId="311"/>
        </pc:sldMkLst>
        <pc:spChg chg="add mod">
          <ac:chgData name="Eclair Chen" userId="bee3a08289d85a0e" providerId="LiveId" clId="{4D804548-4B0D-4840-ADD5-818E7950F3D0}" dt="2024-06-07T13:28:13.886" v="56" actId="20577"/>
          <ac:spMkLst>
            <pc:docMk/>
            <pc:sldMk cId="0" sldId="311"/>
            <ac:spMk id="7" creationId="{7D2B9E24-C5F5-43D2-B1D9-9EEAD46DD26E}"/>
          </ac:spMkLst>
        </pc:spChg>
        <pc:spChg chg="mod">
          <ac:chgData name="Eclair Chen" userId="bee3a08289d85a0e" providerId="LiveId" clId="{4D804548-4B0D-4840-ADD5-818E7950F3D0}" dt="2024-06-07T13:32:42.346" v="103" actId="20577"/>
          <ac:spMkLst>
            <pc:docMk/>
            <pc:sldMk cId="0" sldId="311"/>
            <ac:spMk id="585732" creationId="{00000000-0000-0000-0000-000000000000}"/>
          </ac:spMkLst>
        </pc:spChg>
        <pc:spChg chg="mod">
          <ac:chgData name="Eclair Chen" userId="bee3a08289d85a0e" providerId="LiveId" clId="{4D804548-4B0D-4840-ADD5-818E7950F3D0}" dt="2024-06-07T13:27:54.033" v="53" actId="1076"/>
          <ac:spMkLst>
            <pc:docMk/>
            <pc:sldMk cId="0" sldId="311"/>
            <ac:spMk id="585733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28:03.222" v="54" actId="1076"/>
          <ac:picMkLst>
            <pc:docMk/>
            <pc:sldMk cId="0" sldId="311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28:37.925" v="59" actId="1076"/>
          <ac:picMkLst>
            <pc:docMk/>
            <pc:sldMk cId="0" sldId="311"/>
            <ac:picMk id="9" creationId="{7AF1C22C-A9CA-4D5F-A1DE-77AC1602CFAB}"/>
          </ac:picMkLst>
        </pc:picChg>
      </pc:sldChg>
      <pc:sldChg chg="modSp mod">
        <pc:chgData name="Eclair Chen" userId="bee3a08289d85a0e" providerId="LiveId" clId="{4D804548-4B0D-4840-ADD5-818E7950F3D0}" dt="2024-06-07T13:33:01.197" v="110" actId="14100"/>
        <pc:sldMkLst>
          <pc:docMk/>
          <pc:sldMk cId="0" sldId="312"/>
        </pc:sldMkLst>
        <pc:spChg chg="mod">
          <ac:chgData name="Eclair Chen" userId="bee3a08289d85a0e" providerId="LiveId" clId="{4D804548-4B0D-4840-ADD5-818E7950F3D0}" dt="2024-06-07T13:32:46.468" v="105" actId="20577"/>
          <ac:spMkLst>
            <pc:docMk/>
            <pc:sldMk cId="0" sldId="312"/>
            <ac:spMk id="586756" creationId="{00000000-0000-0000-0000-000000000000}"/>
          </ac:spMkLst>
        </pc:spChg>
        <pc:spChg chg="mod">
          <ac:chgData name="Eclair Chen" userId="bee3a08289d85a0e" providerId="LiveId" clId="{4D804548-4B0D-4840-ADD5-818E7950F3D0}" dt="2024-06-07T13:33:01.197" v="110" actId="14100"/>
          <ac:spMkLst>
            <pc:docMk/>
            <pc:sldMk cId="0" sldId="312"/>
            <ac:spMk id="586778" creationId="{00000000-0000-0000-0000-000000000000}"/>
          </ac:spMkLst>
        </pc:spChg>
      </pc:sldChg>
      <pc:sldChg chg="addSp modSp mod">
        <pc:chgData name="Eclair Chen" userId="bee3a08289d85a0e" providerId="LiveId" clId="{4D804548-4B0D-4840-ADD5-818E7950F3D0}" dt="2024-06-07T13:26:00.892" v="41" actId="6549"/>
        <pc:sldMkLst>
          <pc:docMk/>
          <pc:sldMk cId="0" sldId="342"/>
        </pc:sldMkLst>
        <pc:spChg chg="mod">
          <ac:chgData name="Eclair Chen" userId="bee3a08289d85a0e" providerId="LiveId" clId="{4D804548-4B0D-4840-ADD5-818E7950F3D0}" dt="2024-06-07T13:26:00.892" v="41" actId="6549"/>
          <ac:spMkLst>
            <pc:docMk/>
            <pc:sldMk cId="0" sldId="342"/>
            <ac:spMk id="679938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25:40.292" v="33" actId="1076"/>
          <ac:picMkLst>
            <pc:docMk/>
            <pc:sldMk cId="0" sldId="342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25:51.781" v="35" actId="692"/>
          <ac:picMkLst>
            <pc:docMk/>
            <pc:sldMk cId="0" sldId="342"/>
            <ac:picMk id="7" creationId="{C3714274-3DC7-4504-AD71-BD6B85133C9C}"/>
          </ac:picMkLst>
        </pc:picChg>
        <pc:picChg chg="add mod">
          <ac:chgData name="Eclair Chen" userId="bee3a08289d85a0e" providerId="LiveId" clId="{4D804548-4B0D-4840-ADD5-818E7950F3D0}" dt="2024-06-07T13:25:34.361" v="31" actId="1076"/>
          <ac:picMkLst>
            <pc:docMk/>
            <pc:sldMk cId="0" sldId="342"/>
            <ac:picMk id="9" creationId="{0D875E4E-2278-45AB-B5E6-8143D4AD9BEF}"/>
          </ac:picMkLst>
        </pc:picChg>
      </pc:sldChg>
      <pc:sldChg chg="del">
        <pc:chgData name="Eclair Chen" userId="bee3a08289d85a0e" providerId="LiveId" clId="{4D804548-4B0D-4840-ADD5-818E7950F3D0}" dt="2024-06-07T13:34:45.609" v="130" actId="2696"/>
        <pc:sldMkLst>
          <pc:docMk/>
          <pc:sldMk cId="0" sldId="343"/>
        </pc:sldMkLst>
      </pc:sldChg>
      <pc:sldChg chg="addSp delSp modSp mod">
        <pc:chgData name="Eclair Chen" userId="bee3a08289d85a0e" providerId="LiveId" clId="{4D804548-4B0D-4840-ADD5-818E7950F3D0}" dt="2024-06-07T13:38:50.123" v="168" actId="21"/>
        <pc:sldMkLst>
          <pc:docMk/>
          <pc:sldMk cId="0" sldId="344"/>
        </pc:sldMkLst>
        <pc:spChg chg="mod">
          <ac:chgData name="Eclair Chen" userId="bee3a08289d85a0e" providerId="LiveId" clId="{4D804548-4B0D-4840-ADD5-818E7950F3D0}" dt="2024-06-07T13:34:35.498" v="129" actId="6549"/>
          <ac:spMkLst>
            <pc:docMk/>
            <pc:sldMk cId="0" sldId="344"/>
            <ac:spMk id="681986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33:38.629" v="113" actId="1076"/>
          <ac:picMkLst>
            <pc:docMk/>
            <pc:sldMk cId="0" sldId="344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33:43.288" v="115" actId="1076"/>
          <ac:picMkLst>
            <pc:docMk/>
            <pc:sldMk cId="0" sldId="344"/>
            <ac:picMk id="7" creationId="{3B405703-3885-4F6F-9470-4C77A49D4A74}"/>
          </ac:picMkLst>
        </pc:picChg>
        <pc:picChg chg="add mod">
          <ac:chgData name="Eclair Chen" userId="bee3a08289d85a0e" providerId="LiveId" clId="{4D804548-4B0D-4840-ADD5-818E7950F3D0}" dt="2024-06-07T13:33:59.013" v="118" actId="1076"/>
          <ac:picMkLst>
            <pc:docMk/>
            <pc:sldMk cId="0" sldId="344"/>
            <ac:picMk id="9" creationId="{67BDD2BD-9287-4606-AA72-A933581EB810}"/>
          </ac:picMkLst>
        </pc:picChg>
        <pc:picChg chg="add mod">
          <ac:chgData name="Eclair Chen" userId="bee3a08289d85a0e" providerId="LiveId" clId="{4D804548-4B0D-4840-ADD5-818E7950F3D0}" dt="2024-06-07T13:34:26.399" v="123" actId="692"/>
          <ac:picMkLst>
            <pc:docMk/>
            <pc:sldMk cId="0" sldId="344"/>
            <ac:picMk id="10" creationId="{58E12D80-DC7A-4775-94EF-E294B6453DE6}"/>
          </ac:picMkLst>
        </pc:picChg>
        <pc:picChg chg="add del mod">
          <ac:chgData name="Eclair Chen" userId="bee3a08289d85a0e" providerId="LiveId" clId="{4D804548-4B0D-4840-ADD5-818E7950F3D0}" dt="2024-06-07T13:38:50.123" v="168" actId="21"/>
          <ac:picMkLst>
            <pc:docMk/>
            <pc:sldMk cId="0" sldId="344"/>
            <ac:picMk id="11" creationId="{C2504329-825C-405E-905C-F43AA52A38EF}"/>
          </ac:picMkLst>
        </pc:picChg>
      </pc:sldChg>
      <pc:sldChg chg="del">
        <pc:chgData name="Eclair Chen" userId="bee3a08289d85a0e" providerId="LiveId" clId="{4D804548-4B0D-4840-ADD5-818E7950F3D0}" dt="2024-06-07T13:39:12.803" v="173" actId="2696"/>
        <pc:sldMkLst>
          <pc:docMk/>
          <pc:sldMk cId="0" sldId="345"/>
        </pc:sldMkLst>
      </pc:sldChg>
      <pc:sldChg chg="addSp modSp mod">
        <pc:chgData name="Eclair Chen" userId="bee3a08289d85a0e" providerId="LiveId" clId="{4D804548-4B0D-4840-ADD5-818E7950F3D0}" dt="2024-06-07T13:39:16.443" v="175" actId="20577"/>
        <pc:sldMkLst>
          <pc:docMk/>
          <pc:sldMk cId="0" sldId="346"/>
        </pc:sldMkLst>
        <pc:spChg chg="add mod">
          <ac:chgData name="Eclair Chen" userId="bee3a08289d85a0e" providerId="LiveId" clId="{4D804548-4B0D-4840-ADD5-818E7950F3D0}" dt="2024-06-07T13:37:23.772" v="159" actId="1076"/>
          <ac:spMkLst>
            <pc:docMk/>
            <pc:sldMk cId="0" sldId="346"/>
            <ac:spMk id="9" creationId="{0FF8D22E-5D00-4417-B10E-464D24CA24C8}"/>
          </ac:spMkLst>
        </pc:spChg>
        <pc:spChg chg="mod">
          <ac:chgData name="Eclair Chen" userId="bee3a08289d85a0e" providerId="LiveId" clId="{4D804548-4B0D-4840-ADD5-818E7950F3D0}" dt="2024-06-07T13:39:16.443" v="175" actId="20577"/>
          <ac:spMkLst>
            <pc:docMk/>
            <pc:sldMk cId="0" sldId="346"/>
            <ac:spMk id="684034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37:35.980" v="161" actId="1076"/>
          <ac:picMkLst>
            <pc:docMk/>
            <pc:sldMk cId="0" sldId="346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35:19.869" v="134" actId="1076"/>
          <ac:picMkLst>
            <pc:docMk/>
            <pc:sldMk cId="0" sldId="346"/>
            <ac:picMk id="7" creationId="{BF1AA3E2-91A0-4BF5-BDF1-4E6D6A60AFFB}"/>
          </ac:picMkLst>
        </pc:picChg>
        <pc:picChg chg="add mod">
          <ac:chgData name="Eclair Chen" userId="bee3a08289d85a0e" providerId="LiveId" clId="{4D804548-4B0D-4840-ADD5-818E7950F3D0}" dt="2024-06-07T13:38:59.563" v="170" actId="1076"/>
          <ac:picMkLst>
            <pc:docMk/>
            <pc:sldMk cId="0" sldId="346"/>
            <ac:picMk id="10" creationId="{A04426A8-E220-4E37-8C51-2D377E902994}"/>
          </ac:picMkLst>
        </pc:picChg>
      </pc:sldChg>
      <pc:sldChg chg="addSp modSp mod">
        <pc:chgData name="Eclair Chen" userId="bee3a08289d85a0e" providerId="LiveId" clId="{4D804548-4B0D-4840-ADD5-818E7950F3D0}" dt="2024-06-07T13:39:19.813" v="177" actId="20577"/>
        <pc:sldMkLst>
          <pc:docMk/>
          <pc:sldMk cId="0" sldId="347"/>
        </pc:sldMkLst>
        <pc:spChg chg="add mod">
          <ac:chgData name="Eclair Chen" userId="bee3a08289d85a0e" providerId="LiveId" clId="{4D804548-4B0D-4840-ADD5-818E7950F3D0}" dt="2024-06-07T13:37:27.764" v="160"/>
          <ac:spMkLst>
            <pc:docMk/>
            <pc:sldMk cId="0" sldId="347"/>
            <ac:spMk id="9" creationId="{191EE14C-7A8C-4C0B-9355-2A41C447E560}"/>
          </ac:spMkLst>
        </pc:spChg>
        <pc:spChg chg="mod">
          <ac:chgData name="Eclair Chen" userId="bee3a08289d85a0e" providerId="LiveId" clId="{4D804548-4B0D-4840-ADD5-818E7950F3D0}" dt="2024-06-07T13:39:19.813" v="177" actId="20577"/>
          <ac:spMkLst>
            <pc:docMk/>
            <pc:sldMk cId="0" sldId="347"/>
            <ac:spMk id="685058" creationId="{00000000-0000-0000-0000-000000000000}"/>
          </ac:spMkLst>
        </pc:spChg>
        <pc:picChg chg="add mod">
          <ac:chgData name="Eclair Chen" userId="bee3a08289d85a0e" providerId="LiveId" clId="{4D804548-4B0D-4840-ADD5-818E7950F3D0}" dt="2024-06-07T13:35:33.241" v="137" actId="1076"/>
          <ac:picMkLst>
            <pc:docMk/>
            <pc:sldMk cId="0" sldId="347"/>
            <ac:picMk id="7" creationId="{70E205BF-9283-409D-A411-46EE1925BBF0}"/>
          </ac:picMkLst>
        </pc:picChg>
        <pc:picChg chg="add mod">
          <ac:chgData name="Eclair Chen" userId="bee3a08289d85a0e" providerId="LiveId" clId="{4D804548-4B0D-4840-ADD5-818E7950F3D0}" dt="2024-06-07T13:39:06.803" v="172" actId="1076"/>
          <ac:picMkLst>
            <pc:docMk/>
            <pc:sldMk cId="0" sldId="347"/>
            <ac:picMk id="10" creationId="{AA98C4B9-C339-4BA2-9BBA-44F6B209631C}"/>
          </ac:picMkLst>
        </pc:picChg>
      </pc:sldChg>
      <pc:sldChg chg="del">
        <pc:chgData name="Eclair Chen" userId="bee3a08289d85a0e" providerId="LiveId" clId="{4D804548-4B0D-4840-ADD5-818E7950F3D0}" dt="2024-06-07T13:41:14.825" v="187" actId="2696"/>
        <pc:sldMkLst>
          <pc:docMk/>
          <pc:sldMk cId="0" sldId="348"/>
        </pc:sldMkLst>
      </pc:sldChg>
      <pc:sldChg chg="addSp modSp mod">
        <pc:chgData name="Eclair Chen" userId="bee3a08289d85a0e" providerId="LiveId" clId="{4D804548-4B0D-4840-ADD5-818E7950F3D0}" dt="2024-06-07T13:41:18.473" v="189" actId="20577"/>
        <pc:sldMkLst>
          <pc:docMk/>
          <pc:sldMk cId="0" sldId="349"/>
        </pc:sldMkLst>
        <pc:spChg chg="mod">
          <ac:chgData name="Eclair Chen" userId="bee3a08289d85a0e" providerId="LiveId" clId="{4D804548-4B0D-4840-ADD5-818E7950F3D0}" dt="2024-06-07T13:41:18.473" v="189" actId="20577"/>
          <ac:spMkLst>
            <pc:docMk/>
            <pc:sldMk cId="0" sldId="349"/>
            <ac:spMk id="687106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40:35.283" v="178" actId="1076"/>
          <ac:picMkLst>
            <pc:docMk/>
            <pc:sldMk cId="0" sldId="349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40:45.495" v="181" actId="1076"/>
          <ac:picMkLst>
            <pc:docMk/>
            <pc:sldMk cId="0" sldId="349"/>
            <ac:picMk id="7" creationId="{B8972D3C-C7C2-4D87-B024-5DF88F555AD0}"/>
          </ac:picMkLst>
        </pc:picChg>
        <pc:picChg chg="add mod">
          <ac:chgData name="Eclair Chen" userId="bee3a08289d85a0e" providerId="LiveId" clId="{4D804548-4B0D-4840-ADD5-818E7950F3D0}" dt="2024-06-07T13:41:05.024" v="186" actId="692"/>
          <ac:picMkLst>
            <pc:docMk/>
            <pc:sldMk cId="0" sldId="349"/>
            <ac:picMk id="9" creationId="{A292A471-0980-4607-8D1C-65A147D9CA57}"/>
          </ac:picMkLst>
        </pc:picChg>
      </pc:sldChg>
      <pc:sldChg chg="modSp mod">
        <pc:chgData name="Eclair Chen" userId="bee3a08289d85a0e" providerId="LiveId" clId="{4D804548-4B0D-4840-ADD5-818E7950F3D0}" dt="2024-06-07T13:41:24.215" v="191" actId="20577"/>
        <pc:sldMkLst>
          <pc:docMk/>
          <pc:sldMk cId="0" sldId="350"/>
        </pc:sldMkLst>
        <pc:spChg chg="mod">
          <ac:chgData name="Eclair Chen" userId="bee3a08289d85a0e" providerId="LiveId" clId="{4D804548-4B0D-4840-ADD5-818E7950F3D0}" dt="2024-06-07T13:41:24.215" v="191" actId="20577"/>
          <ac:spMkLst>
            <pc:docMk/>
            <pc:sldMk cId="0" sldId="350"/>
            <ac:spMk id="688130" creationId="{00000000-0000-0000-0000-000000000000}"/>
          </ac:spMkLst>
        </pc:spChg>
      </pc:sldChg>
      <pc:sldChg chg="del">
        <pc:chgData name="Eclair Chen" userId="bee3a08289d85a0e" providerId="LiveId" clId="{4D804548-4B0D-4840-ADD5-818E7950F3D0}" dt="2024-06-07T13:42:22.785" v="204" actId="2696"/>
        <pc:sldMkLst>
          <pc:docMk/>
          <pc:sldMk cId="0" sldId="351"/>
        </pc:sldMkLst>
      </pc:sldChg>
      <pc:sldChg chg="addSp modSp mod">
        <pc:chgData name="Eclair Chen" userId="bee3a08289d85a0e" providerId="LiveId" clId="{4D804548-4B0D-4840-ADD5-818E7950F3D0}" dt="2024-06-07T13:42:29.476" v="211" actId="6549"/>
        <pc:sldMkLst>
          <pc:docMk/>
          <pc:sldMk cId="0" sldId="352"/>
        </pc:sldMkLst>
        <pc:spChg chg="mod">
          <ac:chgData name="Eclair Chen" userId="bee3a08289d85a0e" providerId="LiveId" clId="{4D804548-4B0D-4840-ADD5-818E7950F3D0}" dt="2024-06-07T13:42:29.476" v="211" actId="6549"/>
          <ac:spMkLst>
            <pc:docMk/>
            <pc:sldMk cId="0" sldId="352"/>
            <ac:spMk id="690178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41:59.398" v="199" actId="1076"/>
          <ac:picMkLst>
            <pc:docMk/>
            <pc:sldMk cId="0" sldId="352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41:44.875" v="195" actId="1076"/>
          <ac:picMkLst>
            <pc:docMk/>
            <pc:sldMk cId="0" sldId="352"/>
            <ac:picMk id="7" creationId="{B014307D-B01E-42B5-A4BF-F5C76C5B3535}"/>
          </ac:picMkLst>
        </pc:picChg>
        <pc:picChg chg="add mod">
          <ac:chgData name="Eclair Chen" userId="bee3a08289d85a0e" providerId="LiveId" clId="{4D804548-4B0D-4840-ADD5-818E7950F3D0}" dt="2024-06-07T13:42:12.685" v="203" actId="692"/>
          <ac:picMkLst>
            <pc:docMk/>
            <pc:sldMk cId="0" sldId="352"/>
            <ac:picMk id="9" creationId="{B8F46503-6E1F-4EEC-8D50-76D867520E3D}"/>
          </ac:picMkLst>
        </pc:picChg>
      </pc:sldChg>
      <pc:sldChg chg="addSp delSp modSp mod">
        <pc:chgData name="Eclair Chen" userId="bee3a08289d85a0e" providerId="LiveId" clId="{4D804548-4B0D-4840-ADD5-818E7950F3D0}" dt="2024-06-07T13:49:18.550" v="293" actId="20577"/>
        <pc:sldMkLst>
          <pc:docMk/>
          <pc:sldMk cId="0" sldId="355"/>
        </pc:sldMkLst>
        <pc:spChg chg="mod">
          <ac:chgData name="Eclair Chen" userId="bee3a08289d85a0e" providerId="LiveId" clId="{4D804548-4B0D-4840-ADD5-818E7950F3D0}" dt="2024-06-07T13:49:18.550" v="293" actId="20577"/>
          <ac:spMkLst>
            <pc:docMk/>
            <pc:sldMk cId="0" sldId="355"/>
            <ac:spMk id="693251" creationId="{00000000-0000-0000-0000-000000000000}"/>
          </ac:spMkLst>
        </pc:spChg>
        <pc:graphicFrameChg chg="add del mod">
          <ac:chgData name="Eclair Chen" userId="bee3a08289d85a0e" providerId="LiveId" clId="{4D804548-4B0D-4840-ADD5-818E7950F3D0}" dt="2024-06-07T13:43:57.416" v="220"/>
          <ac:graphicFrameMkLst>
            <pc:docMk/>
            <pc:sldMk cId="0" sldId="355"/>
            <ac:graphicFrameMk id="2" creationId="{E75E78CE-0156-4EF9-A3D0-58A3FFFAA2F5}"/>
          </ac:graphicFrameMkLst>
        </pc:graphicFrameChg>
      </pc:sldChg>
      <pc:sldChg chg="modSp del mod">
        <pc:chgData name="Eclair Chen" userId="bee3a08289d85a0e" providerId="LiveId" clId="{4D804548-4B0D-4840-ADD5-818E7950F3D0}" dt="2024-06-07T13:48:17.469" v="279" actId="2696"/>
        <pc:sldMkLst>
          <pc:docMk/>
          <pc:sldMk cId="0" sldId="356"/>
        </pc:sldMkLst>
        <pc:spChg chg="mod">
          <ac:chgData name="Eclair Chen" userId="bee3a08289d85a0e" providerId="LiveId" clId="{4D804548-4B0D-4840-ADD5-818E7950F3D0}" dt="2024-06-07T13:45:10.020" v="225" actId="14100"/>
          <ac:spMkLst>
            <pc:docMk/>
            <pc:sldMk cId="0" sldId="356"/>
            <ac:spMk id="694275" creationId="{00000000-0000-0000-0000-000000000000}"/>
          </ac:spMkLst>
        </pc:spChg>
      </pc:sldChg>
      <pc:sldChg chg="addSp modSp mod">
        <pc:chgData name="Eclair Chen" userId="bee3a08289d85a0e" providerId="LiveId" clId="{4D804548-4B0D-4840-ADD5-818E7950F3D0}" dt="2024-06-07T13:49:55.820" v="299" actId="1076"/>
        <pc:sldMkLst>
          <pc:docMk/>
          <pc:sldMk cId="0" sldId="357"/>
        </pc:sldMkLst>
        <pc:spChg chg="add mod">
          <ac:chgData name="Eclair Chen" userId="bee3a08289d85a0e" providerId="LiveId" clId="{4D804548-4B0D-4840-ADD5-818E7950F3D0}" dt="2024-06-07T13:49:50.840" v="298" actId="1076"/>
          <ac:spMkLst>
            <pc:docMk/>
            <pc:sldMk cId="0" sldId="357"/>
            <ac:spMk id="7" creationId="{BDE94652-1DC6-432A-9973-9F11DE24E884}"/>
          </ac:spMkLst>
        </pc:spChg>
        <pc:spChg chg="mod">
          <ac:chgData name="Eclair Chen" userId="bee3a08289d85a0e" providerId="LiveId" clId="{4D804548-4B0D-4840-ADD5-818E7950F3D0}" dt="2024-06-07T13:45:25.128" v="235" actId="14100"/>
          <ac:spMkLst>
            <pc:docMk/>
            <pc:sldMk cId="0" sldId="357"/>
            <ac:spMk id="695298" creationId="{00000000-0000-0000-0000-000000000000}"/>
          </ac:spMkLst>
        </pc:spChg>
        <pc:spChg chg="mod">
          <ac:chgData name="Eclair Chen" userId="bee3a08289d85a0e" providerId="LiveId" clId="{4D804548-4B0D-4840-ADD5-818E7950F3D0}" dt="2024-06-07T13:45:28.988" v="236" actId="1076"/>
          <ac:spMkLst>
            <pc:docMk/>
            <pc:sldMk cId="0" sldId="357"/>
            <ac:spMk id="695301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49:55.820" v="299" actId="1076"/>
          <ac:picMkLst>
            <pc:docMk/>
            <pc:sldMk cId="0" sldId="357"/>
            <ac:picMk id="2" creationId="{00000000-0000-0000-0000-000000000000}"/>
          </ac:picMkLst>
        </pc:picChg>
      </pc:sldChg>
      <pc:sldChg chg="del">
        <pc:chgData name="Eclair Chen" userId="bee3a08289d85a0e" providerId="LiveId" clId="{4D804548-4B0D-4840-ADD5-818E7950F3D0}" dt="2024-06-07T13:50:20.611" v="308" actId="2696"/>
        <pc:sldMkLst>
          <pc:docMk/>
          <pc:sldMk cId="0" sldId="358"/>
        </pc:sldMkLst>
      </pc:sldChg>
      <pc:sldChg chg="addSp modSp mod">
        <pc:chgData name="Eclair Chen" userId="bee3a08289d85a0e" providerId="LiveId" clId="{4D804548-4B0D-4840-ADD5-818E7950F3D0}" dt="2024-06-07T13:50:16.072" v="307" actId="6549"/>
        <pc:sldMkLst>
          <pc:docMk/>
          <pc:sldMk cId="0" sldId="359"/>
        </pc:sldMkLst>
        <pc:spChg chg="mod">
          <ac:chgData name="Eclair Chen" userId="bee3a08289d85a0e" providerId="LiveId" clId="{4D804548-4B0D-4840-ADD5-818E7950F3D0}" dt="2024-06-07T13:50:16.072" v="307" actId="6549"/>
          <ac:spMkLst>
            <pc:docMk/>
            <pc:sldMk cId="0" sldId="359"/>
            <ac:spMk id="697346" creationId="{00000000-0000-0000-0000-000000000000}"/>
          </ac:spMkLst>
        </pc:spChg>
        <pc:picChg chg="mod">
          <ac:chgData name="Eclair Chen" userId="bee3a08289d85a0e" providerId="LiveId" clId="{4D804548-4B0D-4840-ADD5-818E7950F3D0}" dt="2024-06-07T13:50:12.936" v="301" actId="1076"/>
          <ac:picMkLst>
            <pc:docMk/>
            <pc:sldMk cId="0" sldId="359"/>
            <ac:picMk id="2" creationId="{00000000-0000-0000-0000-000000000000}"/>
          </ac:picMkLst>
        </pc:picChg>
        <pc:picChg chg="add mod modCrop">
          <ac:chgData name="Eclair Chen" userId="bee3a08289d85a0e" providerId="LiveId" clId="{4D804548-4B0D-4840-ADD5-818E7950F3D0}" dt="2024-06-07T13:50:10.312" v="300" actId="1076"/>
          <ac:picMkLst>
            <pc:docMk/>
            <pc:sldMk cId="0" sldId="359"/>
            <ac:picMk id="7" creationId="{A556F370-CE87-48AD-A141-F2B1AAB1717C}"/>
          </ac:picMkLst>
        </pc:picChg>
      </pc:sldChg>
      <pc:sldChg chg="modSp mod">
        <pc:chgData name="Eclair Chen" userId="bee3a08289d85a0e" providerId="LiveId" clId="{4D804548-4B0D-4840-ADD5-818E7950F3D0}" dt="2024-06-07T13:51:50.163" v="316" actId="20577"/>
        <pc:sldMkLst>
          <pc:docMk/>
          <pc:sldMk cId="0" sldId="361"/>
        </pc:sldMkLst>
        <pc:spChg chg="mod">
          <ac:chgData name="Eclair Chen" userId="bee3a08289d85a0e" providerId="LiveId" clId="{4D804548-4B0D-4840-ADD5-818E7950F3D0}" dt="2024-06-07T13:51:50.163" v="316" actId="20577"/>
          <ac:spMkLst>
            <pc:docMk/>
            <pc:sldMk cId="0" sldId="361"/>
            <ac:spMk id="699394" creationId="{00000000-0000-0000-0000-000000000000}"/>
          </ac:spMkLst>
        </pc:spChg>
        <pc:spChg chg="mod">
          <ac:chgData name="Eclair Chen" userId="bee3a08289d85a0e" providerId="LiveId" clId="{4D804548-4B0D-4840-ADD5-818E7950F3D0}" dt="2024-06-07T13:51:04.261" v="311" actId="6549"/>
          <ac:spMkLst>
            <pc:docMk/>
            <pc:sldMk cId="0" sldId="361"/>
            <ac:spMk id="699395" creationId="{00000000-0000-0000-0000-000000000000}"/>
          </ac:spMkLst>
        </pc:spChg>
      </pc:sldChg>
      <pc:sldChg chg="addSp delSp modSp mod">
        <pc:chgData name="Eclair Chen" userId="bee3a08289d85a0e" providerId="LiveId" clId="{4D804548-4B0D-4840-ADD5-818E7950F3D0}" dt="2024-06-07T13:55:27.486" v="350" actId="1076"/>
        <pc:sldMkLst>
          <pc:docMk/>
          <pc:sldMk cId="0" sldId="362"/>
        </pc:sldMkLst>
        <pc:spChg chg="add del mod">
          <ac:chgData name="Eclair Chen" userId="bee3a08289d85a0e" providerId="LiveId" clId="{4D804548-4B0D-4840-ADD5-818E7950F3D0}" dt="2024-06-07T13:52:58.684" v="332" actId="478"/>
          <ac:spMkLst>
            <pc:docMk/>
            <pc:sldMk cId="0" sldId="362"/>
            <ac:spMk id="3" creationId="{74AD1596-C167-46B5-8B76-A2EF433C468E}"/>
          </ac:spMkLst>
        </pc:spChg>
        <pc:spChg chg="mod">
          <ac:chgData name="Eclair Chen" userId="bee3a08289d85a0e" providerId="LiveId" clId="{4D804548-4B0D-4840-ADD5-818E7950F3D0}" dt="2024-06-07T13:51:54.652" v="317" actId="20577"/>
          <ac:spMkLst>
            <pc:docMk/>
            <pc:sldMk cId="0" sldId="362"/>
            <ac:spMk id="700418" creationId="{00000000-0000-0000-0000-000000000000}"/>
          </ac:spMkLst>
        </pc:spChg>
        <pc:spChg chg="del mod">
          <ac:chgData name="Eclair Chen" userId="bee3a08289d85a0e" providerId="LiveId" clId="{4D804548-4B0D-4840-ADD5-818E7950F3D0}" dt="2024-06-07T13:52:55.574" v="331" actId="478"/>
          <ac:spMkLst>
            <pc:docMk/>
            <pc:sldMk cId="0" sldId="362"/>
            <ac:spMk id="700419" creationId="{00000000-0000-0000-0000-000000000000}"/>
          </ac:spMkLst>
        </pc:spChg>
        <pc:picChg chg="mod ord">
          <ac:chgData name="Eclair Chen" userId="bee3a08289d85a0e" providerId="LiveId" clId="{4D804548-4B0D-4840-ADD5-818E7950F3D0}" dt="2024-06-07T13:55:27.486" v="350" actId="1076"/>
          <ac:picMkLst>
            <pc:docMk/>
            <pc:sldMk cId="0" sldId="362"/>
            <ac:picMk id="2" creationId="{00000000-0000-0000-0000-000000000000}"/>
          </ac:picMkLst>
        </pc:picChg>
        <pc:picChg chg="add mod">
          <ac:chgData name="Eclair Chen" userId="bee3a08289d85a0e" providerId="LiveId" clId="{4D804548-4B0D-4840-ADD5-818E7950F3D0}" dt="2024-06-07T13:54:55.524" v="347" actId="1076"/>
          <ac:picMkLst>
            <pc:docMk/>
            <pc:sldMk cId="0" sldId="362"/>
            <ac:picMk id="7" creationId="{5656996D-2113-442B-9516-4A7FFF72D3B4}"/>
          </ac:picMkLst>
        </pc:picChg>
        <pc:picChg chg="add mod">
          <ac:chgData name="Eclair Chen" userId="bee3a08289d85a0e" providerId="LiveId" clId="{4D804548-4B0D-4840-ADD5-818E7950F3D0}" dt="2024-06-07T13:55:04.625" v="348" actId="1076"/>
          <ac:picMkLst>
            <pc:docMk/>
            <pc:sldMk cId="0" sldId="362"/>
            <ac:picMk id="9" creationId="{2C1934AC-FB89-475E-B1BC-F355282BFF71}"/>
          </ac:picMkLst>
        </pc:picChg>
      </pc:sldChg>
      <pc:sldChg chg="del">
        <pc:chgData name="Eclair Chen" userId="bee3a08289d85a0e" providerId="LiveId" clId="{4D804548-4B0D-4840-ADD5-818E7950F3D0}" dt="2024-06-07T13:55:15.244" v="349" actId="2696"/>
        <pc:sldMkLst>
          <pc:docMk/>
          <pc:sldMk cId="0" sldId="3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 b="0"/>
            </a:lvl1pPr>
          </a:lstStyle>
          <a:p>
            <a:endParaRPr lang="en-US" altLang="zh-TW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/>
            </a:lvl1pPr>
          </a:lstStyle>
          <a:p>
            <a:endParaRPr lang="en-US" altLang="zh-TW"/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/>
            </a:lvl1pPr>
          </a:lstStyle>
          <a:p>
            <a:endParaRPr lang="en-US" altLang="zh-TW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/>
            </a:lvl1pPr>
          </a:lstStyle>
          <a:p>
            <a:fld id="{0C8B8B82-6184-4D2A-9F46-D8DD49CFA8C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5555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 b="0"/>
            </a:lvl1pPr>
          </a:lstStyle>
          <a:p>
            <a:endParaRPr lang="en-US" altLang="zh-TW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/>
            </a:lvl1pPr>
          </a:lstStyle>
          <a:p>
            <a:endParaRPr lang="en-US" altLang="zh-TW"/>
          </a:p>
        </p:txBody>
      </p:sp>
      <p:sp>
        <p:nvSpPr>
          <p:cNvPr id="344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/>
            </a:lvl1pPr>
          </a:lstStyle>
          <a:p>
            <a:endParaRPr lang="en-US" altLang="zh-TW"/>
          </a:p>
        </p:txBody>
      </p:sp>
      <p:sp>
        <p:nvSpPr>
          <p:cNvPr id="344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/>
            </a:lvl1pPr>
          </a:lstStyle>
          <a:p>
            <a:fld id="{EB362FBB-156C-466F-9FF0-6F99A5BC234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68086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F80725-6FCF-468B-AB46-BF4B9D401869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827410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D610EC4-309B-47AC-AF78-DA8222DEFC71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CC76D-9181-4B6B-902F-59AE1258C69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630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55C93-4FB5-474E-BB24-3034A26CC4D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740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8BAD44-02F5-4F30-A919-1DBC0CA4005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595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18372-0DA2-4C16-BC25-23773A00E70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1835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FB54CD-4473-4AC6-8B83-6D0B04EBA38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247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A36776-530D-48A4-861B-51665089A09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6016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F0D11-60F8-4D30-9B87-BEA1D5789D3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59318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0DFE2-E01B-40CF-ADCE-1E34AC224C1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550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81F2D-4E39-4ECE-B2E6-322A77FD13D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173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F99B29-93B2-4F61-AF2E-F5C8900EB2A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049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D4E20A3-F521-4D2D-999E-A6BF69DDD59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860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 b="0"/>
            </a:lvl1pPr>
          </a:lstStyle>
          <a:p>
            <a:endParaRPr lang="en-US" altLang="zh-TW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 b="0"/>
            </a:lvl1pPr>
          </a:lstStyle>
          <a:p>
            <a:endParaRPr lang="en-US" altLang="zh-TW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 b="0"/>
            </a:lvl1pPr>
          </a:lstStyle>
          <a:p>
            <a:fld id="{8513F088-2CBE-46AE-8ABD-8F745C7FDD7C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710B6820-2D3E-4D53-91A9-47D913B6EC9D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第四章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運算子、運算式與敘述</a:t>
            </a:r>
            <a:r>
              <a:rPr lang="zh-TW" altLang="en-US"/>
              <a:t> 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/>
              <a:t>認識運算式與運算子</a:t>
            </a:r>
          </a:p>
          <a:p>
            <a:r>
              <a:rPr lang="zh-TW" altLang="en-US" sz="2800"/>
              <a:t>學習各種常用的運算子</a:t>
            </a:r>
          </a:p>
          <a:p>
            <a:r>
              <a:rPr lang="zh-TW" altLang="en-US" sz="2800"/>
              <a:t>認識運算子的優先順序</a:t>
            </a:r>
          </a:p>
          <a:p>
            <a:r>
              <a:rPr lang="zh-TW" altLang="en-US" sz="2800"/>
              <a:t>學習如何進行運算式的資料型態轉換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8DC9-B400-45AD-95B7-7825C8958A14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運算式 </a:t>
            </a:r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19263"/>
            <a:ext cx="7848600" cy="4410075"/>
          </a:xfrm>
        </p:spPr>
        <p:txBody>
          <a:bodyPr/>
          <a:lstStyle/>
          <a:p>
            <a:r>
              <a:rPr lang="zh-TW" altLang="en-US" sz="2600" dirty="0"/>
              <a:t>運算式由</a:t>
            </a:r>
            <a:r>
              <a:rPr lang="zh-TW" altLang="en-US" sz="2600" b="1" dirty="0">
                <a:solidFill>
                  <a:srgbClr val="FF0000"/>
                </a:solidFill>
              </a:rPr>
              <a:t>運算元</a:t>
            </a:r>
            <a:r>
              <a:rPr lang="zh-TW" altLang="en-US" sz="2600" dirty="0"/>
              <a:t>（</a:t>
            </a:r>
            <a:r>
              <a:rPr lang="en-US" altLang="zh-TW" sz="2600" dirty="0"/>
              <a:t>operand</a:t>
            </a:r>
            <a:r>
              <a:rPr lang="zh-TW" altLang="en-US" sz="2600" dirty="0"/>
              <a:t>）與</a:t>
            </a:r>
            <a:r>
              <a:rPr lang="zh-TW" altLang="en-US" sz="2600" b="1" dirty="0">
                <a:solidFill>
                  <a:srgbClr val="FF0000"/>
                </a:solidFill>
              </a:rPr>
              <a:t>運算子</a:t>
            </a:r>
            <a:r>
              <a:rPr lang="zh-TW" altLang="en-US" sz="2600" dirty="0"/>
              <a:t>（</a:t>
            </a:r>
            <a:r>
              <a:rPr lang="en-US" altLang="zh-TW" sz="2600" dirty="0"/>
              <a:t>operator</a:t>
            </a:r>
            <a:r>
              <a:rPr lang="zh-TW" altLang="en-US" sz="2600" dirty="0"/>
              <a:t>）組成 </a:t>
            </a:r>
          </a:p>
          <a:p>
            <a:r>
              <a:rPr lang="zh-TW" altLang="en-US" sz="2600" dirty="0"/>
              <a:t>以運算式</a:t>
            </a:r>
            <a:r>
              <a:rPr lang="en-US" altLang="zh-TW" sz="2600" dirty="0"/>
              <a:t>b*15</a:t>
            </a:r>
            <a:r>
              <a:rPr lang="zh-TW" altLang="en-US" sz="2600" dirty="0"/>
              <a:t>為例</a:t>
            </a:r>
            <a:r>
              <a:rPr lang="en-US" altLang="zh-TW" sz="2600" dirty="0"/>
              <a:t>:</a:t>
            </a:r>
          </a:p>
          <a:p>
            <a:pPr lvl="1"/>
            <a:r>
              <a:rPr lang="en-US" altLang="zh-TW" sz="2200" b="1" dirty="0">
                <a:solidFill>
                  <a:srgbClr val="FF0000"/>
                </a:solidFill>
              </a:rPr>
              <a:t>b</a:t>
            </a:r>
            <a:r>
              <a:rPr lang="zh-TW" altLang="en-US" sz="2200" dirty="0"/>
              <a:t>與</a:t>
            </a:r>
            <a:r>
              <a:rPr lang="en-US" altLang="zh-TW" sz="2200" b="1" dirty="0">
                <a:solidFill>
                  <a:srgbClr val="FF0000"/>
                </a:solidFill>
              </a:rPr>
              <a:t>15</a:t>
            </a:r>
            <a:r>
              <a:rPr lang="zh-TW" altLang="en-US" sz="2200" dirty="0"/>
              <a:t>都是運算元</a:t>
            </a:r>
            <a:endParaRPr lang="en-US" altLang="zh-TW" sz="2200" dirty="0"/>
          </a:p>
          <a:p>
            <a:pPr lvl="1"/>
            <a:r>
              <a:rPr lang="zh-TW" altLang="en-US" sz="2200" dirty="0"/>
              <a:t> </a:t>
            </a:r>
            <a:r>
              <a:rPr lang="zh-TW" altLang="en-US" sz="2200" b="1" dirty="0">
                <a:solidFill>
                  <a:srgbClr val="FF0000"/>
                </a:solidFill>
              </a:rPr>
              <a:t>*</a:t>
            </a:r>
            <a:r>
              <a:rPr lang="zh-TW" altLang="en-US" sz="2200" dirty="0"/>
              <a:t> 為運算子：</a:t>
            </a:r>
          </a:p>
        </p:txBody>
      </p:sp>
      <p:sp>
        <p:nvSpPr>
          <p:cNvPr id="578567" name="AutoShape 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57857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884" y="3320988"/>
            <a:ext cx="3467100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7395-E1D5-4F81-AB35-7430F8478F13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16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設定運算子 </a:t>
            </a:r>
            <a:endParaRPr lang="en-US" altLang="zh-TW" dirty="0"/>
          </a:p>
        </p:txBody>
      </p:sp>
      <p:sp>
        <p:nvSpPr>
          <p:cNvPr id="581650" name="Rectangle 18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TW" altLang="en-US" sz="2600"/>
              <a:t>下面的程式碼是使用設定運算子的範例： </a:t>
            </a:r>
          </a:p>
        </p:txBody>
      </p:sp>
      <p:sp>
        <p:nvSpPr>
          <p:cNvPr id="581653" name="AutoShape 21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34" y="2375702"/>
            <a:ext cx="5260469" cy="2862018"/>
          </a:xfrm>
          <a:prstGeom prst="rect">
            <a:avLst/>
          </a:prstGeom>
        </p:spPr>
      </p:pic>
      <p:pic>
        <p:nvPicPr>
          <p:cNvPr id="7" name="Picture 38">
            <a:extLst>
              <a:ext uri="{FF2B5EF4-FFF2-40B4-BE49-F238E27FC236}">
                <a16:creationId xmlns:a16="http://schemas.microsoft.com/office/drawing/2014/main" id="{A97FAF94-E2B0-45C7-911A-835AC259F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875" y="2971235"/>
            <a:ext cx="2133600" cy="84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9">
            <a:extLst>
              <a:ext uri="{FF2B5EF4-FFF2-40B4-BE49-F238E27FC236}">
                <a16:creationId xmlns:a16="http://schemas.microsoft.com/office/drawing/2014/main" id="{2500C6ED-ADE2-482C-B11A-628E13F63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764" y="5518563"/>
            <a:ext cx="5651798" cy="1187037"/>
          </a:xfrm>
          <a:prstGeom prst="rect">
            <a:avLst/>
          </a:prstGeom>
          <a:pattFill prst="pct10">
            <a:fgClr>
              <a:srgbClr val="FFCCCC"/>
            </a:fgClr>
            <a:bgClr>
              <a:schemeClr val="bg1"/>
            </a:bgClr>
          </a:pattFill>
          <a:ln w="9525">
            <a:solidFill>
              <a:srgbClr val="9900CC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40D14-E5AA-4327-ADA2-2C9FD4FBA39F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一元運算子</a:t>
            </a:r>
            <a:endParaRPr lang="en-US" altLang="zh-TW" dirty="0"/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b="1"/>
              <a:t>下面的程式是使用一元運算子的範例 </a:t>
            </a:r>
          </a:p>
        </p:txBody>
      </p:sp>
      <p:sp>
        <p:nvSpPr>
          <p:cNvPr id="679945" name="AutoShape 9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84" y="2332838"/>
            <a:ext cx="5653980" cy="2850268"/>
          </a:xfrm>
          <a:prstGeom prst="rect">
            <a:avLst/>
          </a:prstGeom>
        </p:spPr>
      </p:pic>
      <p:pic>
        <p:nvPicPr>
          <p:cNvPr id="7" name="Picture 35">
            <a:extLst>
              <a:ext uri="{FF2B5EF4-FFF2-40B4-BE49-F238E27FC236}">
                <a16:creationId xmlns:a16="http://schemas.microsoft.com/office/drawing/2014/main" id="{C3714274-3DC7-4504-AD71-BD6B85133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959" y="5542928"/>
            <a:ext cx="6575710" cy="971637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6">
            <a:extLst>
              <a:ext uri="{FF2B5EF4-FFF2-40B4-BE49-F238E27FC236}">
                <a16:creationId xmlns:a16="http://schemas.microsoft.com/office/drawing/2014/main" id="{0D875E4E-2278-45AB-B5E6-8143D4AD9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564904"/>
            <a:ext cx="2232434" cy="1477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4E4E-F775-42C4-9CE5-59EA0025629E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3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算數運算子 </a:t>
            </a:r>
            <a:r>
              <a:rPr lang="en-US" altLang="zh-TW" dirty="0"/>
              <a:t>(1/3)</a:t>
            </a:r>
          </a:p>
        </p:txBody>
      </p:sp>
      <p:sp>
        <p:nvSpPr>
          <p:cNvPr id="5836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630237"/>
          </a:xfrm>
        </p:spPr>
        <p:txBody>
          <a:bodyPr/>
          <a:lstStyle/>
          <a:p>
            <a:pPr marL="495300" indent="-495300"/>
            <a:r>
              <a:rPr lang="zh-TW" altLang="en-US" sz="2600"/>
              <a:t>下表列出算數運算子的成員： </a:t>
            </a:r>
          </a:p>
        </p:txBody>
      </p:sp>
      <p:sp>
        <p:nvSpPr>
          <p:cNvPr id="583827" name="AutoShape 14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583828" name="Picture 1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384425"/>
            <a:ext cx="2484438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3829" name="Rectangle 149"/>
          <p:cNvSpPr>
            <a:spLocks noChangeArrowheads="1"/>
          </p:cNvSpPr>
          <p:nvPr/>
        </p:nvSpPr>
        <p:spPr bwMode="auto">
          <a:xfrm>
            <a:off x="3370282" y="2420938"/>
            <a:ext cx="5451474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95300" indent="-4953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763588" indent="-419100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1093788" indent="-400050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331913" indent="-3429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625600" indent="-342900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828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400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972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544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pPr marL="363538" indent="-363538"/>
            <a:r>
              <a:rPr lang="zh-TW" altLang="en-US" sz="2000" b="0" dirty="0"/>
              <a:t>加法運算子「</a:t>
            </a:r>
            <a:r>
              <a:rPr lang="en-US" altLang="zh-TW" sz="2000" b="0" dirty="0"/>
              <a:t>+</a:t>
            </a:r>
            <a:r>
              <a:rPr lang="zh-TW" altLang="en-US" sz="2000" b="0" dirty="0"/>
              <a:t>」</a:t>
            </a:r>
            <a:r>
              <a:rPr lang="en-US" altLang="zh-TW" sz="2000" b="0" dirty="0"/>
              <a:t>- </a:t>
            </a:r>
            <a:r>
              <a:rPr lang="zh-TW" altLang="en-US" sz="2000" b="0" dirty="0"/>
              <a:t>前後兩個運算元相加  </a:t>
            </a:r>
          </a:p>
        </p:txBody>
      </p:sp>
      <p:pic>
        <p:nvPicPr>
          <p:cNvPr id="583830" name="Picture 15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454" y="2947128"/>
            <a:ext cx="4927302" cy="282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3831" name="Rectangle 151"/>
          <p:cNvSpPr>
            <a:spLocks noChangeArrowheads="1"/>
          </p:cNvSpPr>
          <p:nvPr/>
        </p:nvSpPr>
        <p:spPr bwMode="auto">
          <a:xfrm>
            <a:off x="863600" y="4895233"/>
            <a:ext cx="7823200" cy="55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95300" indent="-4953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763588" indent="-419100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1093788" indent="-400050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331913" indent="-3429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625600" indent="-342900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828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400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972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54400" indent="-3429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sz="2000" b="0" dirty="0"/>
              <a:t>減法運算子「</a:t>
            </a:r>
            <a:r>
              <a:rPr lang="en-US" altLang="zh-TW" sz="2000" b="0" dirty="0"/>
              <a:t>-</a:t>
            </a:r>
            <a:r>
              <a:rPr lang="zh-TW" altLang="en-US" sz="2000" b="0" dirty="0"/>
              <a:t>」將出現在它前面的運算元減去後面的運算元 </a:t>
            </a:r>
          </a:p>
        </p:txBody>
      </p:sp>
      <p:pic>
        <p:nvPicPr>
          <p:cNvPr id="583832" name="Picture 15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799" y="5423363"/>
            <a:ext cx="5276602" cy="852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2">
            <a:extLst>
              <a:ext uri="{FF2B5EF4-FFF2-40B4-BE49-F238E27FC236}">
                <a16:creationId xmlns:a16="http://schemas.microsoft.com/office/drawing/2014/main" id="{C4138F16-B9A0-446D-B6BA-7FF60876D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1491" y="3314241"/>
            <a:ext cx="7740650" cy="648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0" dirty="0"/>
              <a:t>乘法運算子「*」</a:t>
            </a:r>
            <a:r>
              <a:rPr lang="en-US" altLang="zh-TW" sz="2000" b="0" dirty="0"/>
              <a:t>- </a:t>
            </a:r>
            <a:r>
              <a:rPr lang="zh-TW" altLang="en-US" sz="2000" b="0" dirty="0"/>
              <a:t>將前後的兩個運算元相乘 </a:t>
            </a:r>
          </a:p>
        </p:txBody>
      </p:sp>
      <p:pic>
        <p:nvPicPr>
          <p:cNvPr id="13" name="Picture 20">
            <a:extLst>
              <a:ext uri="{FF2B5EF4-FFF2-40B4-BE49-F238E27FC236}">
                <a16:creationId xmlns:a16="http://schemas.microsoft.com/office/drawing/2014/main" id="{A55D5A26-3CF5-466C-96BA-087A44C8C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468" y="3797300"/>
            <a:ext cx="4535487" cy="79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942E2-F13F-4671-A1F7-4D8087667AF4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5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算數運算子 </a:t>
            </a:r>
            <a:r>
              <a:rPr lang="en-US" altLang="zh-TW" dirty="0"/>
              <a:t>(2/3)</a:t>
            </a:r>
          </a:p>
        </p:txBody>
      </p:sp>
      <p:sp>
        <p:nvSpPr>
          <p:cNvPr id="58573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79638"/>
            <a:ext cx="8229600" cy="522287"/>
          </a:xfrm>
        </p:spPr>
        <p:txBody>
          <a:bodyPr/>
          <a:lstStyle/>
          <a:p>
            <a:r>
              <a:rPr lang="zh-TW" altLang="en-US" sz="2600" dirty="0"/>
              <a:t>下面的程式裡設定兩個整數</a:t>
            </a:r>
            <a:r>
              <a:rPr lang="en-US" altLang="zh-TW" sz="2600" dirty="0"/>
              <a:t>a</a:t>
            </a:r>
            <a:r>
              <a:rPr lang="zh-TW" altLang="en-US" sz="2600" dirty="0"/>
              <a:t>、</a:t>
            </a:r>
            <a:r>
              <a:rPr lang="en-US" altLang="zh-TW" sz="2600" dirty="0"/>
              <a:t>b</a:t>
            </a:r>
            <a:r>
              <a:rPr lang="zh-TW" altLang="en-US" sz="2600" dirty="0"/>
              <a:t>，並將</a:t>
            </a:r>
            <a:r>
              <a:rPr lang="en-US" altLang="zh-TW" sz="2600" dirty="0"/>
              <a:t>a/b</a:t>
            </a:r>
            <a:r>
              <a:rPr lang="zh-TW" altLang="en-US" sz="2600" dirty="0"/>
              <a:t>的結果印出 </a:t>
            </a:r>
          </a:p>
        </p:txBody>
      </p:sp>
      <p:sp>
        <p:nvSpPr>
          <p:cNvPr id="585745" name="AutoShape 1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16" y="2995970"/>
            <a:ext cx="5652430" cy="3252430"/>
          </a:xfrm>
          <a:prstGeom prst="rect">
            <a:avLst/>
          </a:prstGeom>
        </p:spPr>
      </p:pic>
      <p:sp>
        <p:nvSpPr>
          <p:cNvPr id="7" name="Rectangle 21">
            <a:extLst>
              <a:ext uri="{FF2B5EF4-FFF2-40B4-BE49-F238E27FC236}">
                <a16:creationId xmlns:a16="http://schemas.microsoft.com/office/drawing/2014/main" id="{7D2B9E24-C5F5-43D2-B1D9-9EEAD46D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44" y="1603375"/>
            <a:ext cx="8229599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b="0" dirty="0"/>
              <a:t>除法運算子「</a:t>
            </a:r>
            <a:r>
              <a:rPr lang="en-US" altLang="zh-TW" b="0" dirty="0"/>
              <a:t>/</a:t>
            </a:r>
            <a:r>
              <a:rPr lang="zh-TW" altLang="en-US" b="0" dirty="0"/>
              <a:t>」</a:t>
            </a:r>
            <a:r>
              <a:rPr lang="en-US" altLang="zh-TW" b="0" dirty="0"/>
              <a:t>-</a:t>
            </a:r>
            <a:r>
              <a:rPr lang="zh-TW" altLang="en-US" b="0" dirty="0"/>
              <a:t>將前面的運算元除以後面的運算元</a:t>
            </a:r>
            <a:r>
              <a:rPr lang="zh-TW" altLang="en-US" sz="2600" b="0" dirty="0"/>
              <a:t> </a:t>
            </a:r>
          </a:p>
        </p:txBody>
      </p:sp>
      <p:pic>
        <p:nvPicPr>
          <p:cNvPr id="9" name="Picture 22">
            <a:extLst>
              <a:ext uri="{FF2B5EF4-FFF2-40B4-BE49-F238E27FC236}">
                <a16:creationId xmlns:a16="http://schemas.microsoft.com/office/drawing/2014/main" id="{7AF1C22C-A9CA-4D5F-A1DE-77AC1602C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671242"/>
            <a:ext cx="4572000" cy="779463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6876-9D38-4337-AF36-9AFDF19F8986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586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算數運算子 </a:t>
            </a:r>
            <a:r>
              <a:rPr lang="en-US" altLang="zh-TW" dirty="0"/>
              <a:t>(3/3)</a:t>
            </a:r>
          </a:p>
        </p:txBody>
      </p:sp>
      <p:sp>
        <p:nvSpPr>
          <p:cNvPr id="586778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528493"/>
            <a:ext cx="8064500" cy="925551"/>
          </a:xfrm>
          <a:noFill/>
          <a:ln/>
        </p:spPr>
        <p:txBody>
          <a:bodyPr/>
          <a:lstStyle/>
          <a:p>
            <a:r>
              <a:rPr lang="zh-TW" altLang="en-US" sz="2600" dirty="0"/>
              <a:t>餘數運算子 「</a:t>
            </a:r>
            <a:r>
              <a:rPr lang="en-US" altLang="zh-TW" sz="2600" dirty="0"/>
              <a:t>%</a:t>
            </a:r>
            <a:r>
              <a:rPr lang="zh-TW" altLang="en-US" sz="2600" dirty="0"/>
              <a:t>」</a:t>
            </a:r>
            <a:r>
              <a:rPr lang="en-US" altLang="zh-TW" sz="2600" dirty="0"/>
              <a:t>- </a:t>
            </a:r>
            <a:r>
              <a:rPr lang="zh-TW" altLang="en-US" sz="2200" dirty="0"/>
              <a:t>將前面的運算元除以後面的運算元，再取其所得到的餘數</a:t>
            </a:r>
          </a:p>
        </p:txBody>
      </p:sp>
      <p:sp>
        <p:nvSpPr>
          <p:cNvPr id="586788" name="AutoShape 36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586790" name="Picture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625860"/>
            <a:ext cx="49244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699" y="3553326"/>
            <a:ext cx="5940660" cy="30002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DAAA-79B9-46DD-BE9B-63BD52413547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關係運算子與</a:t>
            </a:r>
            <a:r>
              <a:rPr lang="en-US" altLang="zh-TW" dirty="0"/>
              <a:t>if</a:t>
            </a:r>
            <a:r>
              <a:rPr lang="zh-TW" altLang="en-US" dirty="0"/>
              <a:t>敘述</a:t>
            </a:r>
            <a:endParaRPr lang="en-US" altLang="zh-TW" dirty="0"/>
          </a:p>
        </p:txBody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665162"/>
          </a:xfrm>
        </p:spPr>
        <p:txBody>
          <a:bodyPr/>
          <a:lstStyle/>
          <a:p>
            <a:r>
              <a:rPr lang="zh-TW" altLang="en-US" sz="2600" dirty="0"/>
              <a:t>下面的程式是使用</a:t>
            </a:r>
            <a:r>
              <a:rPr lang="en-US" altLang="zh-TW" sz="2600" dirty="0"/>
              <a:t>if</a:t>
            </a:r>
            <a:r>
              <a:rPr lang="zh-TW" altLang="en-US" sz="2600" dirty="0"/>
              <a:t>敘述的完整範例 </a:t>
            </a:r>
          </a:p>
        </p:txBody>
      </p:sp>
      <p:sp>
        <p:nvSpPr>
          <p:cNvPr id="681988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84425"/>
            <a:ext cx="5737824" cy="415461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B405703-3885-4F6F-9470-4C77A49D4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936082"/>
            <a:ext cx="2508811" cy="896685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67BDD2BD-9287-4606-AA72-A933581EB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484" y="3232333"/>
            <a:ext cx="1937208" cy="1677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58E12D80-DC7A-4775-94EF-E294B6453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79" y="5575371"/>
            <a:ext cx="5010237" cy="572354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D450B75-56AB-4042-958A-DDF839643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2" y="2340458"/>
            <a:ext cx="5873054" cy="3356031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3DC9-6C97-4628-96BE-9B787F448BCC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遞增與遞減運算子 </a:t>
            </a:r>
            <a:r>
              <a:rPr lang="en-US" altLang="zh-TW" dirty="0"/>
              <a:t>(1/2)</a:t>
            </a:r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665162"/>
          </a:xfrm>
        </p:spPr>
        <p:txBody>
          <a:bodyPr/>
          <a:lstStyle/>
          <a:p>
            <a:r>
              <a:rPr lang="zh-TW" altLang="en-US" sz="2600"/>
              <a:t>下面的程式可以觀察遞增運算子的使用 </a:t>
            </a:r>
          </a:p>
        </p:txBody>
      </p:sp>
      <p:sp>
        <p:nvSpPr>
          <p:cNvPr id="684036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FF8D22E-5D00-4417-B10E-464D24CA2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353941"/>
            <a:ext cx="5418674" cy="1243709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0" dirty="0" err="1"/>
              <a:t>i</a:t>
            </a:r>
            <a:r>
              <a:rPr lang="en-US" altLang="zh-TW" sz="2000" b="0" dirty="0"/>
              <a:t>++</a:t>
            </a:r>
            <a:r>
              <a:rPr lang="zh-TW" altLang="en-US" sz="2000" b="0" dirty="0"/>
              <a:t>與</a:t>
            </a:r>
            <a:r>
              <a:rPr lang="en-US" altLang="zh-TW" sz="2000" b="0" dirty="0"/>
              <a:t>++</a:t>
            </a:r>
            <a:r>
              <a:rPr lang="en-US" altLang="zh-TW" sz="2000" b="0" dirty="0" err="1"/>
              <a:t>i</a:t>
            </a:r>
            <a:r>
              <a:rPr lang="zh-TW" altLang="en-US" sz="2000" b="0" dirty="0"/>
              <a:t>的區別 </a:t>
            </a:r>
          </a:p>
          <a:p>
            <a:pPr lvl="1"/>
            <a:r>
              <a:rPr lang="en-US" altLang="zh-TW" sz="1600" dirty="0" err="1">
                <a:solidFill>
                  <a:srgbClr val="FF0000"/>
                </a:solidFill>
              </a:rPr>
              <a:t>i</a:t>
            </a:r>
            <a:r>
              <a:rPr lang="en-US" altLang="zh-TW" sz="1600" dirty="0">
                <a:solidFill>
                  <a:srgbClr val="FF0000"/>
                </a:solidFill>
              </a:rPr>
              <a:t>++ </a:t>
            </a:r>
            <a:r>
              <a:rPr lang="zh-TW" altLang="en-US" sz="1600" b="0" dirty="0"/>
              <a:t>會先使</a:t>
            </a:r>
            <a:r>
              <a:rPr lang="en-US" altLang="zh-TW" sz="1600" b="0" dirty="0" err="1"/>
              <a:t>i</a:t>
            </a:r>
            <a:r>
              <a:rPr lang="zh-TW" altLang="en-US" sz="1600" b="0" dirty="0"/>
              <a:t>的原始值進行運算，然後再將</a:t>
            </a:r>
            <a:r>
              <a:rPr lang="en-US" altLang="zh-TW" sz="1600" b="0" dirty="0" err="1"/>
              <a:t>i</a:t>
            </a:r>
            <a:r>
              <a:rPr lang="zh-TW" altLang="en-US" sz="1600" b="0" dirty="0"/>
              <a:t>的值加</a:t>
            </a:r>
            <a:r>
              <a:rPr lang="en-US" altLang="zh-TW" sz="1600" b="0" dirty="0"/>
              <a:t>1 </a:t>
            </a:r>
          </a:p>
          <a:p>
            <a:pPr lvl="1"/>
            <a:r>
              <a:rPr lang="en-US" altLang="zh-TW" sz="1600" dirty="0">
                <a:solidFill>
                  <a:srgbClr val="FF0000"/>
                </a:solidFill>
              </a:rPr>
              <a:t>++</a:t>
            </a:r>
            <a:r>
              <a:rPr lang="en-US" altLang="zh-TW" sz="1600" dirty="0" err="1">
                <a:solidFill>
                  <a:srgbClr val="FF0000"/>
                </a:solidFill>
              </a:rPr>
              <a:t>i</a:t>
            </a:r>
            <a:r>
              <a:rPr lang="en-US" altLang="zh-TW" sz="1600" b="0" dirty="0"/>
              <a:t> </a:t>
            </a:r>
            <a:r>
              <a:rPr lang="zh-TW" altLang="en-US" sz="1600" b="0" dirty="0"/>
              <a:t>先將</a:t>
            </a:r>
            <a:r>
              <a:rPr lang="en-US" altLang="zh-TW" sz="1600" b="0" dirty="0" err="1"/>
              <a:t>i</a:t>
            </a:r>
            <a:r>
              <a:rPr lang="zh-TW" altLang="en-US" sz="1600" b="0" dirty="0"/>
              <a:t>的值加</a:t>
            </a:r>
            <a:r>
              <a:rPr lang="en-US" altLang="zh-TW" sz="1600" b="0" dirty="0"/>
              <a:t>1</a:t>
            </a:r>
            <a:r>
              <a:rPr lang="zh-TW" altLang="en-US" sz="1600" b="0" dirty="0"/>
              <a:t>，然後使用增量後的值進行運算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A04426A8-E220-4E37-8C51-2D377E9029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51" b="-6596"/>
          <a:stretch/>
        </p:blipFill>
        <p:spPr bwMode="auto">
          <a:xfrm>
            <a:off x="1334278" y="5850597"/>
            <a:ext cx="1037803" cy="600737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CD6633C-FD7F-47EE-88AB-B5D6B31A5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536" y="2686050"/>
            <a:ext cx="4934842" cy="22539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65BF-2996-4D44-A770-129A68372651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遞增與遞減運算子 </a:t>
            </a:r>
            <a:r>
              <a:rPr lang="en-US" altLang="zh-TW" dirty="0"/>
              <a:t>(2/2)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593725"/>
          </a:xfrm>
        </p:spPr>
        <p:txBody>
          <a:bodyPr/>
          <a:lstStyle/>
          <a:p>
            <a:r>
              <a:rPr lang="zh-TW" altLang="en-US" sz="2600"/>
              <a:t>請比較一下遞增運算子放在運算元前後的差別 </a:t>
            </a:r>
          </a:p>
        </p:txBody>
      </p:sp>
      <p:sp>
        <p:nvSpPr>
          <p:cNvPr id="685060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AA98C4B9-C339-4BA2-9BBA-44F6B2096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51" b="-6596"/>
          <a:stretch/>
        </p:blipFill>
        <p:spPr bwMode="auto">
          <a:xfrm>
            <a:off x="1552998" y="5957095"/>
            <a:ext cx="1037803" cy="600737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D58B106-A913-43D9-846C-187AE1A80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437980"/>
            <a:ext cx="5867691" cy="3419301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1108F6B1-F158-4153-90EC-322B2BF7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820" y="5461891"/>
            <a:ext cx="5418674" cy="1243709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0" dirty="0" err="1"/>
              <a:t>i</a:t>
            </a:r>
            <a:r>
              <a:rPr lang="en-US" altLang="zh-TW" sz="2000" b="0" dirty="0"/>
              <a:t>++</a:t>
            </a:r>
            <a:r>
              <a:rPr lang="zh-TW" altLang="en-US" sz="2000" b="0" dirty="0"/>
              <a:t>與</a:t>
            </a:r>
            <a:r>
              <a:rPr lang="en-US" altLang="zh-TW" sz="2000" b="0" dirty="0"/>
              <a:t>++</a:t>
            </a:r>
            <a:r>
              <a:rPr lang="en-US" altLang="zh-TW" sz="2000" b="0" dirty="0" err="1"/>
              <a:t>i</a:t>
            </a:r>
            <a:r>
              <a:rPr lang="zh-TW" altLang="en-US" sz="2000" b="0" dirty="0"/>
              <a:t>的區別 </a:t>
            </a:r>
          </a:p>
          <a:p>
            <a:pPr lvl="1"/>
            <a:r>
              <a:rPr lang="en-US" altLang="zh-TW" sz="1600" dirty="0" err="1">
                <a:solidFill>
                  <a:srgbClr val="FF0000"/>
                </a:solidFill>
              </a:rPr>
              <a:t>i</a:t>
            </a:r>
            <a:r>
              <a:rPr lang="en-US" altLang="zh-TW" sz="1600" dirty="0">
                <a:solidFill>
                  <a:srgbClr val="FF0000"/>
                </a:solidFill>
              </a:rPr>
              <a:t>++ </a:t>
            </a:r>
            <a:r>
              <a:rPr lang="zh-TW" altLang="en-US" sz="1600" b="0" dirty="0"/>
              <a:t>會先使</a:t>
            </a:r>
            <a:r>
              <a:rPr lang="en-US" altLang="zh-TW" sz="1600" b="0" dirty="0" err="1"/>
              <a:t>i</a:t>
            </a:r>
            <a:r>
              <a:rPr lang="zh-TW" altLang="en-US" sz="1600" b="0" dirty="0"/>
              <a:t>的原始值進行運算，然後再將</a:t>
            </a:r>
            <a:r>
              <a:rPr lang="en-US" altLang="zh-TW" sz="1600" b="0" dirty="0" err="1"/>
              <a:t>i</a:t>
            </a:r>
            <a:r>
              <a:rPr lang="zh-TW" altLang="en-US" sz="1600" b="0" dirty="0"/>
              <a:t>的值加</a:t>
            </a:r>
            <a:r>
              <a:rPr lang="en-US" altLang="zh-TW" sz="1600" b="0" dirty="0"/>
              <a:t>1 </a:t>
            </a:r>
          </a:p>
          <a:p>
            <a:pPr lvl="1"/>
            <a:r>
              <a:rPr lang="en-US" altLang="zh-TW" sz="1600" dirty="0">
                <a:solidFill>
                  <a:srgbClr val="FF0000"/>
                </a:solidFill>
              </a:rPr>
              <a:t>++</a:t>
            </a:r>
            <a:r>
              <a:rPr lang="en-US" altLang="zh-TW" sz="1600" dirty="0" err="1">
                <a:solidFill>
                  <a:srgbClr val="FF0000"/>
                </a:solidFill>
              </a:rPr>
              <a:t>i</a:t>
            </a:r>
            <a:r>
              <a:rPr lang="en-US" altLang="zh-TW" sz="1600" b="0" dirty="0"/>
              <a:t> </a:t>
            </a:r>
            <a:r>
              <a:rPr lang="zh-TW" altLang="en-US" sz="1600" b="0" dirty="0"/>
              <a:t>先將</a:t>
            </a:r>
            <a:r>
              <a:rPr lang="en-US" altLang="zh-TW" sz="1600" b="0" dirty="0" err="1"/>
              <a:t>i</a:t>
            </a:r>
            <a:r>
              <a:rPr lang="zh-TW" altLang="en-US" sz="1600" b="0" dirty="0"/>
              <a:t>的值加</a:t>
            </a:r>
            <a:r>
              <a:rPr lang="en-US" altLang="zh-TW" sz="1600" b="0" dirty="0"/>
              <a:t>1</a:t>
            </a:r>
            <a:r>
              <a:rPr lang="zh-TW" altLang="en-US" sz="1600" b="0" dirty="0"/>
              <a:t>，然後使用增量後的值進行運算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B905DE1-9C95-463F-8BC4-F0CE7D8D3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536" y="2686050"/>
            <a:ext cx="4934842" cy="22539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7C37-94B8-4BDB-8F18-6B14BDA32E33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算數與設定運算子的結合 </a:t>
            </a:r>
            <a:r>
              <a:rPr lang="en-US" altLang="zh-TW" dirty="0"/>
              <a:t>(1/2)</a:t>
            </a:r>
          </a:p>
        </p:txBody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809625"/>
          </a:xfrm>
        </p:spPr>
        <p:txBody>
          <a:bodyPr/>
          <a:lstStyle/>
          <a:p>
            <a:r>
              <a:rPr lang="zh-TW" altLang="en-US" sz="2600"/>
              <a:t>下面的範例實際練習一下簡潔運算式的寫法 </a:t>
            </a:r>
          </a:p>
        </p:txBody>
      </p:sp>
      <p:sp>
        <p:nvSpPr>
          <p:cNvPr id="687108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22" y="2399525"/>
            <a:ext cx="6804756" cy="3848875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B8972D3C-C7C2-4D87-B024-5DF88F55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980" y="4846636"/>
            <a:ext cx="3929410" cy="1939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A292A471-0980-4607-8D1C-65A147D9C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900101"/>
            <a:ext cx="2856928" cy="746405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CF8B7-BD34-41F3-9574-F3A48E813929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算數與設定運算子的結合 </a:t>
            </a:r>
            <a:r>
              <a:rPr lang="en-US" altLang="zh-TW" dirty="0"/>
              <a:t>(2/2)</a:t>
            </a:r>
          </a:p>
        </p:txBody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下表列出簡潔寫法的運算子及其範例說明 </a:t>
            </a:r>
          </a:p>
        </p:txBody>
      </p:sp>
      <p:sp>
        <p:nvSpPr>
          <p:cNvPr id="688132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6881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420938"/>
            <a:ext cx="7851775" cy="362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065E-F3D3-46B4-B001-44A12B76F535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邏輯運算子</a:t>
            </a:r>
            <a:endParaRPr lang="en-US" altLang="zh-TW" dirty="0"/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557212"/>
          </a:xfrm>
        </p:spPr>
        <p:txBody>
          <a:bodyPr/>
          <a:lstStyle/>
          <a:p>
            <a:r>
              <a:rPr lang="zh-TW" altLang="en-US" sz="2600"/>
              <a:t>下面的範例說明邏輯運算子如何應用在</a:t>
            </a:r>
            <a:r>
              <a:rPr lang="en-US" altLang="zh-TW" sz="2600"/>
              <a:t>if</a:t>
            </a:r>
            <a:r>
              <a:rPr lang="zh-TW" altLang="en-US" sz="2600"/>
              <a:t>敘述中 </a:t>
            </a:r>
          </a:p>
        </p:txBody>
      </p:sp>
      <p:sp>
        <p:nvSpPr>
          <p:cNvPr id="690180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91" y="2393289"/>
            <a:ext cx="5847317" cy="3974532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B014307D-B01E-42B5-A4BF-F5C76C5B3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370" y="2578100"/>
            <a:ext cx="2133600" cy="961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B8F46503-6E1F-4EEC-8D50-76D867520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868" y="5388980"/>
            <a:ext cx="5651723" cy="736181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04E9-1442-40B9-A4EB-BE92C3C99D3F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括號 </a:t>
            </a:r>
          </a:p>
        </p:txBody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2538412"/>
          </a:xfrm>
        </p:spPr>
        <p:txBody>
          <a:bodyPr/>
          <a:lstStyle/>
          <a:p>
            <a:r>
              <a:rPr lang="zh-TW" altLang="en-US" sz="2600" dirty="0"/>
              <a:t>括號 </a:t>
            </a:r>
            <a:r>
              <a:rPr lang="en-US" altLang="zh-TW" sz="2600" dirty="0"/>
              <a:t>() </a:t>
            </a:r>
            <a:r>
              <a:rPr lang="zh-TW" altLang="en-US" sz="2600" dirty="0"/>
              <a:t>用來控制運算式的優先順序與包裹傳遞給函數的參數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括號的使用範例  </a:t>
            </a:r>
          </a:p>
        </p:txBody>
      </p:sp>
      <p:pic>
        <p:nvPicPr>
          <p:cNvPr id="69120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87" y="5193196"/>
            <a:ext cx="4788073" cy="75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運算式與運算子</a:t>
            </a:r>
            <a:endParaRPr lang="zh-TW" altLang="en-US" b="0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9311781-8F15-482A-8E44-0F19F039D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886922"/>
            <a:ext cx="5728806" cy="10428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1939-0F6B-4232-B50C-B827C6C96F8A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運算子優先順序的排列 </a:t>
            </a:r>
          </a:p>
        </p:txBody>
      </p:sp>
      <p:sp>
        <p:nvSpPr>
          <p:cNvPr id="692228" name="AutoShape 4" descr="橡樹"/>
          <p:cNvSpPr>
            <a:spLocks noChangeArrowheads="1"/>
          </p:cNvSpPr>
          <p:nvPr/>
        </p:nvSpPr>
        <p:spPr bwMode="auto">
          <a:xfrm>
            <a:off x="5435600" y="260350"/>
            <a:ext cx="23764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運算子的優先順序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97DA448-2531-4D62-AF07-31DFC80F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94243"/>
            <a:ext cx="4761979" cy="48950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6907-E882-4E85-A4C4-CC4F81D6F3B8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型態的轉換</a:t>
            </a:r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302125"/>
          </a:xfrm>
        </p:spPr>
        <p:txBody>
          <a:bodyPr/>
          <a:lstStyle/>
          <a:p>
            <a:r>
              <a:rPr lang="zh-TW" altLang="en-US" sz="2600" dirty="0"/>
              <a:t>下面的例子，均是屬於運算式的一種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運算式與資料型態的轉換可分為</a:t>
            </a:r>
          </a:p>
          <a:p>
            <a:pPr lvl="1"/>
            <a:r>
              <a:rPr lang="zh-TW" altLang="en-US" sz="2200" dirty="0"/>
              <a:t>「隱性資料型態轉換」</a:t>
            </a:r>
            <a:r>
              <a:rPr lang="en-US" altLang="zh-TW" sz="2000" dirty="0"/>
              <a:t>- </a:t>
            </a:r>
            <a:r>
              <a:rPr lang="zh-TW" altLang="zh-TW" sz="20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自動型態轉換</a:t>
            </a:r>
            <a:endParaRPr lang="zh-TW" altLang="en-US" sz="2000" dirty="0"/>
          </a:p>
          <a:p>
            <a:pPr lvl="1"/>
            <a:r>
              <a:rPr lang="zh-TW" altLang="en-US" sz="2200" dirty="0"/>
              <a:t>「顯性資料型態轉換」</a:t>
            </a:r>
            <a:r>
              <a:rPr lang="en-US" altLang="zh-TW" sz="2200" dirty="0"/>
              <a:t>- </a:t>
            </a:r>
            <a:r>
              <a:rPr lang="zh-TW" altLang="en-US" sz="2000" dirty="0"/>
              <a:t>強制型態轉換  </a:t>
            </a:r>
          </a:p>
          <a:p>
            <a:endParaRPr lang="en-US" altLang="zh-TW" sz="2600" dirty="0"/>
          </a:p>
        </p:txBody>
      </p:sp>
      <p:sp>
        <p:nvSpPr>
          <p:cNvPr id="693252" name="AutoShape 4" descr="橡樹"/>
          <p:cNvSpPr>
            <a:spLocks noChangeArrowheads="1"/>
          </p:cNvSpPr>
          <p:nvPr/>
        </p:nvSpPr>
        <p:spPr bwMode="auto">
          <a:xfrm>
            <a:off x="4716463" y="260350"/>
            <a:ext cx="30956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4.3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運算式與資料型態的轉換</a:t>
            </a:r>
            <a:r>
              <a:rPr lang="zh-TW" altLang="en-US" b="0">
                <a:latin typeface="Times New Roman" panose="02020603050405020304" pitchFamily="18" charset="0"/>
                <a:ea typeface="華康細圓體" panose="020F0309000000000000" pitchFamily="49" charset="-120"/>
              </a:rPr>
              <a:t> </a:t>
            </a:r>
          </a:p>
        </p:txBody>
      </p:sp>
      <p:pic>
        <p:nvPicPr>
          <p:cNvPr id="6932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2420938"/>
            <a:ext cx="7054850" cy="88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A2ED4-F3DF-496B-A5B8-E598D8C786FC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隱性資料型態轉換</a:t>
            </a:r>
            <a:endParaRPr lang="en-US" altLang="zh-TW" dirty="0"/>
          </a:p>
        </p:txBody>
      </p:sp>
      <p:sp>
        <p:nvSpPr>
          <p:cNvPr id="6953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039755"/>
            <a:ext cx="8229600" cy="630237"/>
          </a:xfrm>
        </p:spPr>
        <p:txBody>
          <a:bodyPr/>
          <a:lstStyle/>
          <a:p>
            <a:r>
              <a:rPr lang="zh-TW" altLang="en-US" sz="2600" dirty="0"/>
              <a:t>下面是自動形態轉換的範例 </a:t>
            </a:r>
          </a:p>
        </p:txBody>
      </p:sp>
      <p:sp>
        <p:nvSpPr>
          <p:cNvPr id="695305" name="AutoShape 9" descr="橡樹"/>
          <p:cNvSpPr>
            <a:spLocks noChangeArrowheads="1"/>
          </p:cNvSpPr>
          <p:nvPr/>
        </p:nvSpPr>
        <p:spPr bwMode="auto">
          <a:xfrm>
            <a:off x="4716463" y="260350"/>
            <a:ext cx="30956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4.3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運算式與資料型態的轉換</a:t>
            </a:r>
            <a:r>
              <a:rPr lang="zh-TW" altLang="en-US" b="0">
                <a:latin typeface="Times New Roman" panose="02020603050405020304" pitchFamily="18" charset="0"/>
                <a:ea typeface="華康細圓體" panose="020F0309000000000000" pitchFamily="49" charset="-120"/>
              </a:rPr>
              <a:t>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46" y="1669992"/>
            <a:ext cx="6227551" cy="3091334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DE94652-1DC6-432A-9973-9F11DE24E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023" y="4263996"/>
            <a:ext cx="5688903" cy="2481734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b="0" dirty="0"/>
              <a:t>資料型態的轉換規則</a:t>
            </a:r>
          </a:p>
          <a:p>
            <a:pPr lvl="1"/>
            <a:r>
              <a:rPr lang="zh-TW" altLang="en-US" sz="1800" b="0" dirty="0"/>
              <a:t>轉換前的資料型態與轉換後的型態相容</a:t>
            </a:r>
          </a:p>
          <a:p>
            <a:pPr lvl="1"/>
            <a:r>
              <a:rPr lang="zh-TW" altLang="en-US" sz="1800" b="0" dirty="0"/>
              <a:t>轉換後的資料型態之表示範圍比轉換前的型態大</a:t>
            </a:r>
          </a:p>
          <a:p>
            <a:r>
              <a:rPr lang="zh-TW" altLang="en-US" sz="2400" b="0" dirty="0"/>
              <a:t>型態的轉換只限該行敘述 </a:t>
            </a:r>
          </a:p>
          <a:p>
            <a:r>
              <a:rPr lang="zh-TW" altLang="en-US" sz="2400" b="0" dirty="0"/>
              <a:t>以不損失精確度為原則 </a:t>
            </a:r>
          </a:p>
          <a:p>
            <a:pPr marL="0" indent="0">
              <a:buNone/>
            </a:pPr>
            <a:endParaRPr lang="zh-TW" altLang="en-US" sz="2600" b="0" dirty="0"/>
          </a:p>
          <a:p>
            <a:pPr lvl="1"/>
            <a:endParaRPr lang="en-US" altLang="zh-TW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4C2-9A5B-4C1B-A18C-0A227C8F4388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顯性資料型態轉換</a:t>
            </a:r>
            <a:endParaRPr lang="en-US" altLang="zh-TW" dirty="0"/>
          </a:p>
        </p:txBody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701675"/>
          </a:xfrm>
        </p:spPr>
        <p:txBody>
          <a:bodyPr/>
          <a:lstStyle/>
          <a:p>
            <a:r>
              <a:rPr lang="zh-TW" altLang="en-US" sz="2600"/>
              <a:t>下面的程式說明在</a:t>
            </a:r>
            <a:r>
              <a:rPr lang="en-US" altLang="zh-TW" sz="2600"/>
              <a:t>C++</a:t>
            </a:r>
            <a:r>
              <a:rPr lang="zh-TW" altLang="en-US" sz="2600"/>
              <a:t>裡，整數與浮點數是如何轉換 </a:t>
            </a:r>
          </a:p>
        </p:txBody>
      </p:sp>
      <p:sp>
        <p:nvSpPr>
          <p:cNvPr id="697349" name="AutoShape 5" descr="橡樹"/>
          <p:cNvSpPr>
            <a:spLocks noChangeArrowheads="1"/>
          </p:cNvSpPr>
          <p:nvPr/>
        </p:nvSpPr>
        <p:spPr bwMode="auto">
          <a:xfrm>
            <a:off x="4716463" y="260350"/>
            <a:ext cx="30956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4.3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運算式與資料型態的轉換</a:t>
            </a:r>
            <a:r>
              <a:rPr lang="zh-TW" altLang="en-US" b="0">
                <a:latin typeface="Times New Roman" panose="02020603050405020304" pitchFamily="18" charset="0"/>
                <a:ea typeface="華康細圓體" panose="020F0309000000000000" pitchFamily="49" charset="-120"/>
              </a:rPr>
              <a:t>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02" y="2428825"/>
            <a:ext cx="6609798" cy="353436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556F370-CE87-48AD-A141-F2B1AAB171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443"/>
          <a:stretch/>
        </p:blipFill>
        <p:spPr>
          <a:xfrm>
            <a:off x="4557234" y="5334684"/>
            <a:ext cx="3682922" cy="9058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419C-6384-4650-B32C-5CB0491ECB5C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型態轉換的寫法 </a:t>
            </a:r>
          </a:p>
        </p:txBody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67053"/>
            <a:ext cx="8229600" cy="5022850"/>
          </a:xfrm>
        </p:spPr>
        <p:txBody>
          <a:bodyPr/>
          <a:lstStyle/>
          <a:p>
            <a:r>
              <a:rPr lang="zh-TW" altLang="en-US" sz="2600" dirty="0"/>
              <a:t>下面是三種型態轉換的寫法：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縮小轉換（</a:t>
            </a:r>
            <a:r>
              <a:rPr lang="en-US" altLang="zh-TW" sz="2600" dirty="0"/>
              <a:t>narrowing conversion</a:t>
            </a:r>
            <a:r>
              <a:rPr lang="zh-TW" altLang="en-US" sz="2600" dirty="0"/>
              <a:t>）</a:t>
            </a:r>
          </a:p>
          <a:p>
            <a:pPr lvl="1"/>
            <a:r>
              <a:rPr lang="zh-TW" altLang="en-US" sz="2200" dirty="0"/>
              <a:t>將變數設值成一個大於該型態可以表示範圍時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dirty="0"/>
              <a:t>	</a:t>
            </a:r>
            <a:r>
              <a:rPr lang="zh-TW" altLang="en-US" sz="2200" dirty="0"/>
              <a:t>例如 </a:t>
            </a:r>
          </a:p>
          <a:p>
            <a:endParaRPr lang="en-US" altLang="zh-TW" sz="2600" dirty="0"/>
          </a:p>
          <a:p>
            <a:r>
              <a:rPr lang="zh-TW" altLang="en-US" sz="2600" dirty="0"/>
              <a:t>在轉換的過程中可能會因此漏失資料的精確度  </a:t>
            </a:r>
          </a:p>
        </p:txBody>
      </p:sp>
      <p:sp>
        <p:nvSpPr>
          <p:cNvPr id="698373" name="AutoShape 5" descr="橡樹"/>
          <p:cNvSpPr>
            <a:spLocks noChangeArrowheads="1"/>
          </p:cNvSpPr>
          <p:nvPr/>
        </p:nvSpPr>
        <p:spPr bwMode="auto">
          <a:xfrm>
            <a:off x="4716463" y="260350"/>
            <a:ext cx="30956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4.3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運算式與資料型態的轉換</a:t>
            </a:r>
            <a:r>
              <a:rPr lang="zh-TW" altLang="en-US" b="0">
                <a:latin typeface="Times New Roman" panose="02020603050405020304" pitchFamily="18" charset="0"/>
                <a:ea typeface="華康細圓體" panose="020F0309000000000000" pitchFamily="49" charset="-120"/>
              </a:rPr>
              <a:t> </a:t>
            </a:r>
          </a:p>
        </p:txBody>
      </p:sp>
      <p:pic>
        <p:nvPicPr>
          <p:cNvPr id="6983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312876"/>
            <a:ext cx="6948822" cy="126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837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3" y="5507038"/>
            <a:ext cx="3060340" cy="643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DB9F4-A197-4B91-98C9-5F3EC440A545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運算式的型態轉換 </a:t>
            </a:r>
            <a:r>
              <a:rPr lang="en-US" altLang="zh-TW" dirty="0"/>
              <a:t>(1/2)</a:t>
            </a:r>
          </a:p>
        </p:txBody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2"/>
            <a:ext cx="8229600" cy="5238129"/>
          </a:xfrm>
        </p:spPr>
        <p:txBody>
          <a:bodyPr/>
          <a:lstStyle/>
          <a:p>
            <a:pPr marL="571500" indent="-571500"/>
            <a:r>
              <a:rPr lang="zh-TW" altLang="en-US" sz="2600" dirty="0"/>
              <a:t>型態不合的情況時，會依下列的規則處理型態轉換</a:t>
            </a:r>
            <a:r>
              <a:rPr lang="zh-TW" altLang="en-US" dirty="0"/>
              <a:t>：</a:t>
            </a:r>
            <a:endParaRPr lang="zh-TW" altLang="en-US" sz="2600" dirty="0"/>
          </a:p>
          <a:p>
            <a:pPr marL="839788" lvl="1" indent="-495300"/>
            <a:r>
              <a:rPr lang="zh-TW" altLang="en-US" sz="2200" dirty="0"/>
              <a:t>佔用的位元組較少的轉換成位元組較多的型態，如：</a:t>
            </a:r>
          </a:p>
          <a:p>
            <a:pPr marL="1135063" lvl="2" indent="-4953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zh-TW" sz="1900" dirty="0"/>
              <a:t>short</a:t>
            </a:r>
            <a:r>
              <a:rPr lang="zh-TW" altLang="en-US" sz="1900" dirty="0"/>
              <a:t>型態會轉換成</a:t>
            </a:r>
            <a:r>
              <a:rPr lang="en-US" altLang="zh-TW" sz="1900" dirty="0" err="1"/>
              <a:t>int</a:t>
            </a:r>
            <a:r>
              <a:rPr lang="zh-TW" altLang="en-US" sz="1900" dirty="0"/>
              <a:t>型態</a:t>
            </a:r>
            <a:endParaRPr lang="en-US" altLang="zh-TW" sz="1900" dirty="0"/>
          </a:p>
          <a:p>
            <a:pPr marL="1135063" lvl="2" indent="-4953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zh-TW" altLang="en-US" sz="1900" dirty="0"/>
              <a:t>字元型態會轉換成</a:t>
            </a:r>
            <a:r>
              <a:rPr lang="en-US" altLang="zh-TW" sz="1900" dirty="0"/>
              <a:t>int</a:t>
            </a:r>
            <a:r>
              <a:rPr lang="zh-TW" altLang="en-US" sz="1900" dirty="0"/>
              <a:t>型態，再依需要轉換成</a:t>
            </a:r>
            <a:r>
              <a:rPr lang="en-US" altLang="zh-TW" sz="1900" dirty="0"/>
              <a:t>float</a:t>
            </a:r>
            <a:r>
              <a:rPr lang="zh-TW" altLang="en-US" sz="1900" dirty="0"/>
              <a:t>或</a:t>
            </a:r>
            <a:r>
              <a:rPr lang="en-US" altLang="zh-TW" sz="1900" dirty="0"/>
              <a:t>double</a:t>
            </a:r>
            <a:r>
              <a:rPr lang="zh-TW" altLang="en-US" sz="1900" dirty="0"/>
              <a:t>型態</a:t>
            </a:r>
            <a:endParaRPr lang="en-US" altLang="zh-TW" sz="1900" dirty="0"/>
          </a:p>
          <a:p>
            <a:pPr marL="1135063" lvl="2" indent="-4953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zh-TW" sz="1900" dirty="0" err="1"/>
              <a:t>int</a:t>
            </a:r>
            <a:r>
              <a:rPr lang="zh-TW" altLang="en-US" sz="1900" dirty="0"/>
              <a:t>型態會轉換成</a:t>
            </a:r>
            <a:r>
              <a:rPr lang="en-US" altLang="zh-TW" sz="1900" dirty="0"/>
              <a:t>float</a:t>
            </a:r>
            <a:r>
              <a:rPr lang="zh-TW" altLang="en-US" sz="1900" dirty="0"/>
              <a:t>或</a:t>
            </a:r>
            <a:r>
              <a:rPr lang="en-US" altLang="zh-TW" sz="1900" dirty="0"/>
              <a:t>double</a:t>
            </a:r>
            <a:r>
              <a:rPr lang="zh-TW" altLang="en-US" sz="1900" dirty="0"/>
              <a:t>型態</a:t>
            </a:r>
            <a:r>
              <a:rPr lang="en-US" altLang="zh-TW" sz="2200" dirty="0"/>
              <a:t>	</a:t>
            </a:r>
            <a:r>
              <a:rPr lang="en-US" altLang="zh-TW" sz="1900" dirty="0"/>
              <a:t>	</a:t>
            </a:r>
            <a:endParaRPr lang="zh-TW" altLang="en-US" sz="1900" dirty="0"/>
          </a:p>
          <a:p>
            <a:pPr marL="839788" lvl="1" indent="-495300"/>
            <a:r>
              <a:rPr lang="zh-TW" altLang="en-US" sz="2200" dirty="0"/>
              <a:t>運算式中的某個運算元的型態為</a:t>
            </a:r>
            <a:r>
              <a:rPr lang="en-US" altLang="zh-TW" sz="2200" dirty="0"/>
              <a:t>double</a:t>
            </a:r>
            <a:r>
              <a:rPr lang="zh-TW" altLang="en-US" sz="2200" dirty="0"/>
              <a:t>，則另一個運算元也會轉換成</a:t>
            </a:r>
            <a:r>
              <a:rPr lang="en-US" altLang="zh-TW" sz="2200" dirty="0"/>
              <a:t>double</a:t>
            </a:r>
            <a:r>
              <a:rPr lang="zh-TW" altLang="en-US" sz="2200" dirty="0"/>
              <a:t>型態 </a:t>
            </a:r>
          </a:p>
          <a:p>
            <a:pPr marL="839788" lvl="1" indent="-495300"/>
            <a:r>
              <a:rPr lang="zh-TW" altLang="en-US" sz="2200" dirty="0"/>
              <a:t>布林型態會隱性轉換至其它數值型態</a:t>
            </a:r>
            <a:endParaRPr lang="en-US" altLang="zh-TW" sz="2200" dirty="0"/>
          </a:p>
          <a:p>
            <a:pPr marL="1135063" lvl="2" indent="-4953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zh-TW" sz="1900" dirty="0"/>
              <a:t>true</a:t>
            </a:r>
            <a:r>
              <a:rPr lang="zh-TW" altLang="en-US" sz="1900" dirty="0"/>
              <a:t>會轉換為</a:t>
            </a:r>
            <a:r>
              <a:rPr lang="en-US" altLang="zh-TW" sz="1900" dirty="0"/>
              <a:t>1</a:t>
            </a:r>
          </a:p>
          <a:p>
            <a:pPr marL="1135063" lvl="2" indent="-4953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zh-TW" sz="1900" dirty="0"/>
              <a:t>false</a:t>
            </a:r>
            <a:r>
              <a:rPr lang="zh-TW" altLang="en-US" sz="1900" dirty="0"/>
              <a:t>會轉換為</a:t>
            </a:r>
            <a:r>
              <a:rPr lang="en-US" altLang="zh-TW" sz="1900" dirty="0"/>
              <a:t>0</a:t>
            </a:r>
            <a:endParaRPr lang="zh-TW" altLang="en-US" sz="1900" dirty="0"/>
          </a:p>
        </p:txBody>
      </p:sp>
      <p:sp>
        <p:nvSpPr>
          <p:cNvPr id="699397" name="AutoShape 5" descr="橡樹"/>
          <p:cNvSpPr>
            <a:spLocks noChangeArrowheads="1"/>
          </p:cNvSpPr>
          <p:nvPr/>
        </p:nvSpPr>
        <p:spPr bwMode="auto">
          <a:xfrm>
            <a:off x="4716463" y="260350"/>
            <a:ext cx="30956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4.3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運算式與資料型態的轉換</a:t>
            </a:r>
            <a:r>
              <a:rPr lang="zh-TW" altLang="en-US" b="0">
                <a:latin typeface="Times New Roman" panose="02020603050405020304" pitchFamily="18" charset="0"/>
                <a:ea typeface="華康細圓體" panose="020F03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72" y="2068036"/>
            <a:ext cx="5255808" cy="347866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8067203-93F5-49C1-B4B6-F43366DE6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529" y="4335739"/>
            <a:ext cx="3819600" cy="2464427"/>
          </a:xfrm>
          <a:prstGeom prst="rect">
            <a:avLst/>
          </a:prstGeom>
          <a:ln>
            <a:solidFill>
              <a:srgbClr val="9900CC"/>
            </a:solidFill>
          </a:ln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0B55-147B-40A7-A311-B03E394455A2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運算式的型態轉換 </a:t>
            </a:r>
            <a:r>
              <a:rPr lang="en-US" altLang="zh-TW" dirty="0"/>
              <a:t>(2/2)</a:t>
            </a:r>
          </a:p>
        </p:txBody>
      </p:sp>
      <p:sp>
        <p:nvSpPr>
          <p:cNvPr id="700421" name="AutoShape 5" descr="橡樹"/>
          <p:cNvSpPr>
            <a:spLocks noChangeArrowheads="1"/>
          </p:cNvSpPr>
          <p:nvPr/>
        </p:nvSpPr>
        <p:spPr bwMode="auto">
          <a:xfrm>
            <a:off x="4716463" y="260350"/>
            <a:ext cx="3095625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4.3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運算式與資料型態的轉換</a:t>
            </a:r>
            <a:r>
              <a:rPr lang="zh-TW" altLang="en-US" b="0">
                <a:latin typeface="Times New Roman" panose="02020603050405020304" pitchFamily="18" charset="0"/>
                <a:ea typeface="華康細圓體" panose="020F0309000000000000" pitchFamily="49" charset="-120"/>
              </a:rPr>
              <a:t>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0E6DFA6-318B-4AEA-A0A9-4F8246679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529" y="1578902"/>
            <a:ext cx="3817937" cy="2595573"/>
          </a:xfrm>
          <a:prstGeom prst="rect">
            <a:avLst/>
          </a:prstGeom>
          <a:ln>
            <a:solidFill>
              <a:srgbClr val="9900CC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C42D-4274-448C-B712-B97E0FB94765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387076" name="WordArt 4"/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4225</TotalTime>
  <Words>860</Words>
  <Application>Microsoft Office PowerPoint</Application>
  <PresentationFormat>如螢幕大小 (4:3)</PresentationFormat>
  <Paragraphs>130</Paragraphs>
  <Slides>22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7" baseType="lpstr">
      <vt:lpstr>Comic Sans MS</vt:lpstr>
      <vt:lpstr>Wingdings</vt:lpstr>
      <vt:lpstr>Arial</vt:lpstr>
      <vt:lpstr>Times New Roman</vt:lpstr>
      <vt:lpstr>default</vt:lpstr>
      <vt:lpstr>第四章 運算子、運算式與敘述 </vt:lpstr>
      <vt:lpstr>運算式 </vt:lpstr>
      <vt:lpstr>設定運算子 </vt:lpstr>
      <vt:lpstr>一元運算子</vt:lpstr>
      <vt:lpstr>算數運算子 (1/3)</vt:lpstr>
      <vt:lpstr>算數運算子 (2/3)</vt:lpstr>
      <vt:lpstr>算數運算子 (3/3)</vt:lpstr>
      <vt:lpstr>關係運算子與if敘述</vt:lpstr>
      <vt:lpstr>遞增與遞減運算子 (1/2)</vt:lpstr>
      <vt:lpstr>遞增與遞減運算子 (2/2)</vt:lpstr>
      <vt:lpstr>算數與設定運算子的結合 (1/2)</vt:lpstr>
      <vt:lpstr>算數與設定運算子的結合 (2/2)</vt:lpstr>
      <vt:lpstr>邏輯運算子</vt:lpstr>
      <vt:lpstr>括號 </vt:lpstr>
      <vt:lpstr>運算子優先順序的排列 </vt:lpstr>
      <vt:lpstr>型態的轉換</vt:lpstr>
      <vt:lpstr>隱性資料型態轉換</vt:lpstr>
      <vt:lpstr>顯性資料型態轉換</vt:lpstr>
      <vt:lpstr>型態轉換的寫法 </vt:lpstr>
      <vt:lpstr>運算式的型態轉換 (1/2)</vt:lpstr>
      <vt:lpstr>運算式的型態轉換 (2/2)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174</cp:revision>
  <cp:lastPrinted>1601-01-01T00:00:00Z</cp:lastPrinted>
  <dcterms:created xsi:type="dcterms:W3CDTF">2007-03-13T09:49:44Z</dcterms:created>
  <dcterms:modified xsi:type="dcterms:W3CDTF">2024-10-31T06:04:45Z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