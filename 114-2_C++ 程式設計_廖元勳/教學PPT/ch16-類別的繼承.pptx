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3" r:id="rId1"/>
  </p:sldMasterIdLst>
  <p:notesMasterIdLst>
    <p:notesMasterId r:id="rId21"/>
  </p:notesMasterIdLst>
  <p:handoutMasterIdLst>
    <p:handoutMasterId r:id="rId22"/>
  </p:handoutMasterIdLst>
  <p:sldIdLst>
    <p:sldId id="256" r:id="rId2"/>
    <p:sldId id="304" r:id="rId3"/>
    <p:sldId id="307" r:id="rId4"/>
    <p:sldId id="342" r:id="rId5"/>
    <p:sldId id="312" r:id="rId6"/>
    <p:sldId id="346" r:id="rId7"/>
    <p:sldId id="348" r:id="rId8"/>
    <p:sldId id="353" r:id="rId9"/>
    <p:sldId id="350" r:id="rId10"/>
    <p:sldId id="352" r:id="rId11"/>
    <p:sldId id="355" r:id="rId12"/>
    <p:sldId id="357" r:id="rId13"/>
    <p:sldId id="359" r:id="rId14"/>
    <p:sldId id="360" r:id="rId15"/>
    <p:sldId id="364" r:id="rId16"/>
    <p:sldId id="366" r:id="rId17"/>
    <p:sldId id="370" r:id="rId18"/>
    <p:sldId id="371" r:id="rId19"/>
    <p:sldId id="272" r:id="rId20"/>
  </p:sldIdLst>
  <p:sldSz cx="9144000" cy="6858000" type="screen4x3"/>
  <p:notesSz cx="6858000" cy="9144000"/>
  <p:embeddedFontLst>
    <p:embeddedFont>
      <p:font typeface="Comic Sans MS" panose="030F0702030302020204" pitchFamily="66" charset="0"/>
      <p:regular r:id="rId23"/>
      <p:bold r:id="rId24"/>
      <p:italic r:id="rId25"/>
      <p:boldItalic r:id="rId26"/>
    </p:embeddedFont>
  </p:embeddedFont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FFFFCC"/>
    <a:srgbClr val="FFCCFF"/>
    <a:srgbClr val="99CCFF"/>
    <a:srgbClr val="CCFF99"/>
    <a:srgbClr val="FFCCCC"/>
    <a:srgbClr val="CC00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98" autoAdjust="0"/>
    <p:restoredTop sz="94660" autoAdjust="0"/>
  </p:normalViewPr>
  <p:slideViewPr>
    <p:cSldViewPr>
      <p:cViewPr varScale="1">
        <p:scale>
          <a:sx n="69" d="100"/>
          <a:sy n="69" d="100"/>
        </p:scale>
        <p:origin x="77" y="82"/>
      </p:cViewPr>
      <p:guideLst>
        <p:guide orient="horz" pos="1457"/>
        <p:guide pos="38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3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clair Chen" userId="bee3a08289d85a0e" providerId="LiveId" clId="{71FB9C61-1791-423F-B22E-623F75BBE885}"/>
    <pc:docChg chg="undo custSel delSld modSld">
      <pc:chgData name="Eclair Chen" userId="bee3a08289d85a0e" providerId="LiveId" clId="{71FB9C61-1791-423F-B22E-623F75BBE885}" dt="2024-11-21T05:55:05.918" v="1024" actId="207"/>
      <pc:docMkLst>
        <pc:docMk/>
      </pc:docMkLst>
      <pc:sldChg chg="modSp">
        <pc:chgData name="Eclair Chen" userId="bee3a08289d85a0e" providerId="LiveId" clId="{71FB9C61-1791-423F-B22E-623F75BBE885}" dt="2024-11-21T02:42:38.244" v="0"/>
        <pc:sldMkLst>
          <pc:docMk/>
          <pc:sldMk cId="0" sldId="256"/>
        </pc:sldMkLst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256"/>
            <ac:spMk id="346115" creationId="{639D8612-D4C8-4C9F-86D7-F194F862A8EC}"/>
          </ac:spMkLst>
        </pc:spChg>
      </pc:sldChg>
      <pc:sldChg chg="addSp modSp mod">
        <pc:chgData name="Eclair Chen" userId="bee3a08289d85a0e" providerId="LiveId" clId="{71FB9C61-1791-423F-B22E-623F75BBE885}" dt="2024-11-21T05:51:58.999" v="989" actId="207"/>
        <pc:sldMkLst>
          <pc:docMk/>
          <pc:sldMk cId="0" sldId="304"/>
        </pc:sldMkLst>
        <pc:spChg chg="mod">
          <ac:chgData name="Eclair Chen" userId="bee3a08289d85a0e" providerId="LiveId" clId="{71FB9C61-1791-423F-B22E-623F75BBE885}" dt="2024-11-21T03:13:33.907" v="20" actId="6549"/>
          <ac:spMkLst>
            <pc:docMk/>
            <pc:sldMk cId="0" sldId="304"/>
            <ac:spMk id="578564" creationId="{AA890336-F838-47AE-8398-084FD4FEEAC4}"/>
          </ac:spMkLst>
        </pc:spChg>
        <pc:spChg chg="mod">
          <ac:chgData name="Eclair Chen" userId="bee3a08289d85a0e" providerId="LiveId" clId="{71FB9C61-1791-423F-B22E-623F75BBE885}" dt="2024-11-21T05:51:58.999" v="989" actId="207"/>
          <ac:spMkLst>
            <pc:docMk/>
            <pc:sldMk cId="0" sldId="304"/>
            <ac:spMk id="578565" creationId="{1065F714-7076-4E11-B140-183DA938CC65}"/>
          </ac:spMkLst>
        </pc:spChg>
        <pc:picChg chg="add mod">
          <ac:chgData name="Eclair Chen" userId="bee3a08289d85a0e" providerId="LiveId" clId="{71FB9C61-1791-423F-B22E-623F75BBE885}" dt="2024-11-21T03:13:29.946" v="15" actId="1076"/>
          <ac:picMkLst>
            <pc:docMk/>
            <pc:sldMk cId="0" sldId="304"/>
            <ac:picMk id="7" creationId="{F471E1DD-396C-4154-BC76-99523E56A267}"/>
          </ac:picMkLst>
        </pc:picChg>
      </pc:sldChg>
      <pc:sldChg chg="addSp delSp modSp del mod">
        <pc:chgData name="Eclair Chen" userId="bee3a08289d85a0e" providerId="LiveId" clId="{71FB9C61-1791-423F-B22E-623F75BBE885}" dt="2024-11-21T03:13:40.023" v="21" actId="2696"/>
        <pc:sldMkLst>
          <pc:docMk/>
          <pc:sldMk cId="0" sldId="305"/>
        </pc:sldMkLst>
        <pc:picChg chg="add del mod">
          <ac:chgData name="Eclair Chen" userId="bee3a08289d85a0e" providerId="LiveId" clId="{71FB9C61-1791-423F-B22E-623F75BBE885}" dt="2024-11-21T03:13:25.104" v="12" actId="21"/>
          <ac:picMkLst>
            <pc:docMk/>
            <pc:sldMk cId="0" sldId="305"/>
            <ac:picMk id="2" creationId="{FCA045BD-2214-48B8-99D2-E2E944F4780D}"/>
          </ac:picMkLst>
        </pc:picChg>
        <pc:picChg chg="del">
          <ac:chgData name="Eclair Chen" userId="bee3a08289d85a0e" providerId="LiveId" clId="{71FB9C61-1791-423F-B22E-623F75BBE885}" dt="2024-11-21T03:13:17.380" v="9" actId="478"/>
          <ac:picMkLst>
            <pc:docMk/>
            <pc:sldMk cId="0" sldId="305"/>
            <ac:picMk id="579623" creationId="{A088406B-ACEC-4F87-81B1-B5356AF0A8C7}"/>
          </ac:picMkLst>
        </pc:picChg>
      </pc:sldChg>
      <pc:sldChg chg="addSp delSp modSp mod">
        <pc:chgData name="Eclair Chen" userId="bee3a08289d85a0e" providerId="LiveId" clId="{71FB9C61-1791-423F-B22E-623F75BBE885}" dt="2024-11-21T03:23:26.226" v="126" actId="20577"/>
        <pc:sldMkLst>
          <pc:docMk/>
          <pc:sldMk cId="0" sldId="307"/>
        </pc:sldMkLst>
        <pc:spChg chg="mod">
          <ac:chgData name="Eclair Chen" userId="bee3a08289d85a0e" providerId="LiveId" clId="{71FB9C61-1791-423F-B22E-623F75BBE885}" dt="2024-11-21T03:23:26.226" v="126" actId="20577"/>
          <ac:spMkLst>
            <pc:docMk/>
            <pc:sldMk cId="0" sldId="307"/>
            <ac:spMk id="581636" creationId="{DF04246C-9743-46E7-9CA3-1C0FAEA14374}"/>
          </ac:spMkLst>
        </pc:spChg>
        <pc:spChg chg="mod">
          <ac:chgData name="Eclair Chen" userId="bee3a08289d85a0e" providerId="LiveId" clId="{71FB9C61-1791-423F-B22E-623F75BBE885}" dt="2024-11-21T03:17:15.301" v="59" actId="1076"/>
          <ac:spMkLst>
            <pc:docMk/>
            <pc:sldMk cId="0" sldId="307"/>
            <ac:spMk id="581651" creationId="{5068E535-7A3A-4362-9B01-D4CBA814EB48}"/>
          </ac:spMkLst>
        </pc:spChg>
        <pc:picChg chg="add mod">
          <ac:chgData name="Eclair Chen" userId="bee3a08289d85a0e" providerId="LiveId" clId="{71FB9C61-1791-423F-B22E-623F75BBE885}" dt="2024-11-21T03:17:10.283" v="58" actId="1076"/>
          <ac:picMkLst>
            <pc:docMk/>
            <pc:sldMk cId="0" sldId="307"/>
            <ac:picMk id="2" creationId="{54633BF3-C009-45CD-9735-61F9A9300CC7}"/>
          </ac:picMkLst>
        </pc:picChg>
        <pc:picChg chg="add mod">
          <ac:chgData name="Eclair Chen" userId="bee3a08289d85a0e" providerId="LiveId" clId="{71FB9C61-1791-423F-B22E-623F75BBE885}" dt="2024-11-21T03:16:24.160" v="45" actId="14100"/>
          <ac:picMkLst>
            <pc:docMk/>
            <pc:sldMk cId="0" sldId="307"/>
            <ac:picMk id="3" creationId="{4D6F0088-7587-4FF5-9AD4-FA3864B2F70A}"/>
          </ac:picMkLst>
        </pc:picChg>
        <pc:picChg chg="add mod ord">
          <ac:chgData name="Eclair Chen" userId="bee3a08289d85a0e" providerId="LiveId" clId="{71FB9C61-1791-423F-B22E-623F75BBE885}" dt="2024-11-21T03:16:45.421" v="51" actId="1076"/>
          <ac:picMkLst>
            <pc:docMk/>
            <pc:sldMk cId="0" sldId="307"/>
            <ac:picMk id="4" creationId="{08A69BB2-8BBB-4B35-A833-11C3CA5A0F7E}"/>
          </ac:picMkLst>
        </pc:picChg>
        <pc:picChg chg="del">
          <ac:chgData name="Eclair Chen" userId="bee3a08289d85a0e" providerId="LiveId" clId="{71FB9C61-1791-423F-B22E-623F75BBE885}" dt="2024-11-21T03:14:04.030" v="22" actId="478"/>
          <ac:picMkLst>
            <pc:docMk/>
            <pc:sldMk cId="0" sldId="307"/>
            <ac:picMk id="581652" creationId="{67C1A57F-AD10-4A93-A999-18F0E30AA0DE}"/>
          </ac:picMkLst>
        </pc:picChg>
      </pc:sldChg>
      <pc:sldChg chg="del">
        <pc:chgData name="Eclair Chen" userId="bee3a08289d85a0e" providerId="LiveId" clId="{71FB9C61-1791-423F-B22E-623F75BBE885}" dt="2024-11-21T03:17:24.901" v="60" actId="2696"/>
        <pc:sldMkLst>
          <pc:docMk/>
          <pc:sldMk cId="0" sldId="308"/>
        </pc:sldMkLst>
      </pc:sldChg>
      <pc:sldChg chg="del">
        <pc:chgData name="Eclair Chen" userId="bee3a08289d85a0e" providerId="LiveId" clId="{71FB9C61-1791-423F-B22E-623F75BBE885}" dt="2024-11-21T03:18:59.525" v="77" actId="2696"/>
        <pc:sldMkLst>
          <pc:docMk/>
          <pc:sldMk cId="0" sldId="309"/>
        </pc:sldMkLst>
      </pc:sldChg>
      <pc:sldChg chg="del">
        <pc:chgData name="Eclair Chen" userId="bee3a08289d85a0e" providerId="LiveId" clId="{71FB9C61-1791-423F-B22E-623F75BBE885}" dt="2024-11-21T03:20:49.177" v="103" actId="2696"/>
        <pc:sldMkLst>
          <pc:docMk/>
          <pc:sldMk cId="0" sldId="310"/>
        </pc:sldMkLst>
      </pc:sldChg>
      <pc:sldChg chg="modSp del">
        <pc:chgData name="Eclair Chen" userId="bee3a08289d85a0e" providerId="LiveId" clId="{71FB9C61-1791-423F-B22E-623F75BBE885}" dt="2024-11-21T03:23:06.041" v="122" actId="2696"/>
        <pc:sldMkLst>
          <pc:docMk/>
          <pc:sldMk cId="0" sldId="311"/>
        </pc:sldMkLst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11"/>
            <ac:spMk id="585733" creationId="{C4698DFA-9F22-41A9-BAC3-C7DD68275209}"/>
          </ac:spMkLst>
        </pc:spChg>
      </pc:sldChg>
      <pc:sldChg chg="addSp delSp modSp mod">
        <pc:chgData name="Eclair Chen" userId="bee3a08289d85a0e" providerId="LiveId" clId="{71FB9C61-1791-423F-B22E-623F75BBE885}" dt="2024-11-21T03:36:50.791" v="306"/>
        <pc:sldMkLst>
          <pc:docMk/>
          <pc:sldMk cId="0" sldId="312"/>
        </pc:sldMkLst>
        <pc:spChg chg="add mod">
          <ac:chgData name="Eclair Chen" userId="bee3a08289d85a0e" providerId="LiveId" clId="{71FB9C61-1791-423F-B22E-623F75BBE885}" dt="2024-11-21T03:36:50.791" v="306"/>
          <ac:spMkLst>
            <pc:docMk/>
            <pc:sldMk cId="0" sldId="312"/>
            <ac:spMk id="10" creationId="{647FBF54-AE50-45EE-A213-ED53ED4E3826}"/>
          </ac:spMkLst>
        </pc:spChg>
        <pc:spChg chg="mod">
          <ac:chgData name="Eclair Chen" userId="bee3a08289d85a0e" providerId="LiveId" clId="{71FB9C61-1791-423F-B22E-623F75BBE885}" dt="2024-11-21T03:35:27.223" v="288" actId="255"/>
          <ac:spMkLst>
            <pc:docMk/>
            <pc:sldMk cId="0" sldId="312"/>
            <ac:spMk id="586756" creationId="{5B080A9F-7AE4-4D4B-AA0F-4390C6CA30B1}"/>
          </ac:spMkLst>
        </pc:spChg>
        <pc:spChg chg="mod">
          <ac:chgData name="Eclair Chen" userId="bee3a08289d85a0e" providerId="LiveId" clId="{71FB9C61-1791-423F-B22E-623F75BBE885}" dt="2024-11-21T03:28:30.188" v="168" actId="208"/>
          <ac:spMkLst>
            <pc:docMk/>
            <pc:sldMk cId="0" sldId="312"/>
            <ac:spMk id="586778" creationId="{EE1E1E9B-FE10-47A6-B371-307293D6CEAB}"/>
          </ac:spMkLst>
        </pc:spChg>
        <pc:spChg chg="mod">
          <ac:chgData name="Eclair Chen" userId="bee3a08289d85a0e" providerId="LiveId" clId="{71FB9C61-1791-423F-B22E-623F75BBE885}" dt="2024-11-21T03:27:17.865" v="159" actId="1076"/>
          <ac:spMkLst>
            <pc:docMk/>
            <pc:sldMk cId="0" sldId="312"/>
            <ac:spMk id="586788" creationId="{2FE40762-E5A2-4EDE-95DA-EA963909F6E6}"/>
          </ac:spMkLst>
        </pc:spChg>
        <pc:picChg chg="add del">
          <ac:chgData name="Eclair Chen" userId="bee3a08289d85a0e" providerId="LiveId" clId="{71FB9C61-1791-423F-B22E-623F75BBE885}" dt="2024-11-21T03:25:02.338" v="130"/>
          <ac:picMkLst>
            <pc:docMk/>
            <pc:sldMk cId="0" sldId="312"/>
            <ac:picMk id="2" creationId="{21869DD1-6E9D-4FF2-8CE4-44675C9A7F60}"/>
          </ac:picMkLst>
        </pc:picChg>
        <pc:picChg chg="add mod ord">
          <ac:chgData name="Eclair Chen" userId="bee3a08289d85a0e" providerId="LiveId" clId="{71FB9C61-1791-423F-B22E-623F75BBE885}" dt="2024-11-21T03:28:05.497" v="163" actId="167"/>
          <ac:picMkLst>
            <pc:docMk/>
            <pc:sldMk cId="0" sldId="312"/>
            <ac:picMk id="3" creationId="{D22273CF-E509-4804-853A-8E72636A8A46}"/>
          </ac:picMkLst>
        </pc:picChg>
        <pc:picChg chg="add mod ord">
          <ac:chgData name="Eclair Chen" userId="bee3a08289d85a0e" providerId="LiveId" clId="{71FB9C61-1791-423F-B22E-623F75BBE885}" dt="2024-11-21T03:34:21.988" v="274" actId="1076"/>
          <ac:picMkLst>
            <pc:docMk/>
            <pc:sldMk cId="0" sldId="312"/>
            <ac:picMk id="4" creationId="{1182F594-DB37-46A8-92CC-131AAEB15B2F}"/>
          </ac:picMkLst>
        </pc:picChg>
        <pc:picChg chg="add del">
          <ac:chgData name="Eclair Chen" userId="bee3a08289d85a0e" providerId="LiveId" clId="{71FB9C61-1791-423F-B22E-623F75BBE885}" dt="2024-11-21T03:25:05.883" v="132" actId="478"/>
          <ac:picMkLst>
            <pc:docMk/>
            <pc:sldMk cId="0" sldId="312"/>
            <ac:picMk id="586789" creationId="{E6B249E0-0E31-4565-8A51-D310BD24F227}"/>
          </ac:picMkLst>
        </pc:picChg>
      </pc:sldChg>
      <pc:sldChg chg="addSp delSp modSp mod">
        <pc:chgData name="Eclair Chen" userId="bee3a08289d85a0e" providerId="LiveId" clId="{71FB9C61-1791-423F-B22E-623F75BBE885}" dt="2024-11-21T05:53:00.450" v="993" actId="207"/>
        <pc:sldMkLst>
          <pc:docMk/>
          <pc:sldMk cId="0" sldId="342"/>
        </pc:sldMkLst>
        <pc:spChg chg="add mod">
          <ac:chgData name="Eclair Chen" userId="bee3a08289d85a0e" providerId="LiveId" clId="{71FB9C61-1791-423F-B22E-623F75BBE885}" dt="2024-11-21T03:21:00.407" v="104" actId="1076"/>
          <ac:spMkLst>
            <pc:docMk/>
            <pc:sldMk cId="0" sldId="342"/>
            <ac:spMk id="10" creationId="{EA274B68-21FB-40DC-BC54-8D9B65E3C341}"/>
          </ac:spMkLst>
        </pc:spChg>
        <pc:spChg chg="add del mod">
          <ac:chgData name="Eclair Chen" userId="bee3a08289d85a0e" providerId="LiveId" clId="{71FB9C61-1791-423F-B22E-623F75BBE885}" dt="2024-11-21T03:19:38.409" v="88" actId="478"/>
          <ac:spMkLst>
            <pc:docMk/>
            <pc:sldMk cId="0" sldId="342"/>
            <ac:spMk id="11" creationId="{0AC98494-6578-4196-AF16-E2547A5C15F4}"/>
          </ac:spMkLst>
        </pc:spChg>
        <pc:spChg chg="add mod">
          <ac:chgData name="Eclair Chen" userId="bee3a08289d85a0e" providerId="LiveId" clId="{71FB9C61-1791-423F-B22E-623F75BBE885}" dt="2024-11-21T03:22:45.920" v="119" actId="1076"/>
          <ac:spMkLst>
            <pc:docMk/>
            <pc:sldMk cId="0" sldId="342"/>
            <ac:spMk id="12" creationId="{AC9BD0B3-E8C5-4CC4-AF2D-E04A704949B2}"/>
          </ac:spMkLst>
        </pc:spChg>
        <pc:spChg chg="add mod">
          <ac:chgData name="Eclair Chen" userId="bee3a08289d85a0e" providerId="LiveId" clId="{71FB9C61-1791-423F-B22E-623F75BBE885}" dt="2024-11-21T05:53:00.450" v="993" actId="207"/>
          <ac:spMkLst>
            <pc:docMk/>
            <pc:sldMk cId="0" sldId="342"/>
            <ac:spMk id="13" creationId="{EED5D283-F7F8-49DD-97C0-866510D2796D}"/>
          </ac:spMkLst>
        </pc:spChg>
        <pc:spChg chg="mod">
          <ac:chgData name="Eclair Chen" userId="bee3a08289d85a0e" providerId="LiveId" clId="{71FB9C61-1791-423F-B22E-623F75BBE885}" dt="2024-11-21T03:23:29.673" v="127" actId="20577"/>
          <ac:spMkLst>
            <pc:docMk/>
            <pc:sldMk cId="0" sldId="342"/>
            <ac:spMk id="679938" creationId="{000F0214-86F1-487D-AF33-35D221478DEE}"/>
          </ac:spMkLst>
        </pc:spChg>
        <pc:spChg chg="del mod">
          <ac:chgData name="Eclair Chen" userId="bee3a08289d85a0e" providerId="LiveId" clId="{71FB9C61-1791-423F-B22E-623F75BBE885}" dt="2024-11-21T03:20:13.893" v="98" actId="478"/>
          <ac:spMkLst>
            <pc:docMk/>
            <pc:sldMk cId="0" sldId="342"/>
            <ac:spMk id="679950" creationId="{E0744CB3-672D-45A3-BE79-7485890DEF26}"/>
          </ac:spMkLst>
        </pc:spChg>
        <pc:picChg chg="add mod">
          <ac:chgData name="Eclair Chen" userId="bee3a08289d85a0e" providerId="LiveId" clId="{71FB9C61-1791-423F-B22E-623F75BBE885}" dt="2024-11-21T03:21:02.646" v="105" actId="1076"/>
          <ac:picMkLst>
            <pc:docMk/>
            <pc:sldMk cId="0" sldId="342"/>
            <ac:picMk id="2" creationId="{D3A4C2F2-5751-4244-9F1C-955F301A4EB6}"/>
          </ac:picMkLst>
        </pc:picChg>
        <pc:picChg chg="add mod">
          <ac:chgData name="Eclair Chen" userId="bee3a08289d85a0e" providerId="LiveId" clId="{71FB9C61-1791-423F-B22E-623F75BBE885}" dt="2024-11-21T03:22:54.729" v="121" actId="1076"/>
          <ac:picMkLst>
            <pc:docMk/>
            <pc:sldMk cId="0" sldId="342"/>
            <ac:picMk id="3" creationId="{77227BAF-25FE-4255-8D88-735ABD6439B0}"/>
          </ac:picMkLst>
        </pc:picChg>
        <pc:picChg chg="del">
          <ac:chgData name="Eclair Chen" userId="bee3a08289d85a0e" providerId="LiveId" clId="{71FB9C61-1791-423F-B22E-623F75BBE885}" dt="2024-11-21T03:17:46.710" v="61" actId="478"/>
          <ac:picMkLst>
            <pc:docMk/>
            <pc:sldMk cId="0" sldId="342"/>
            <ac:picMk id="679947" creationId="{629FCBCA-33E7-4CFC-88C1-066180182290}"/>
          </ac:picMkLst>
        </pc:picChg>
        <pc:picChg chg="del">
          <ac:chgData name="Eclair Chen" userId="bee3a08289d85a0e" providerId="LiveId" clId="{71FB9C61-1791-423F-B22E-623F75BBE885}" dt="2024-11-21T03:18:29.846" v="65" actId="478"/>
          <ac:picMkLst>
            <pc:docMk/>
            <pc:sldMk cId="0" sldId="342"/>
            <ac:picMk id="679948" creationId="{14593C4C-9BF3-49AE-9355-2750DEDFC761}"/>
          </ac:picMkLst>
        </pc:picChg>
      </pc:sldChg>
      <pc:sldChg chg="modSp del">
        <pc:chgData name="Eclair Chen" userId="bee3a08289d85a0e" providerId="LiveId" clId="{71FB9C61-1791-423F-B22E-623F75BBE885}" dt="2024-11-21T03:27:37.817" v="160" actId="2696"/>
        <pc:sldMkLst>
          <pc:docMk/>
          <pc:sldMk cId="0" sldId="343"/>
        </pc:sldMkLst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43"/>
            <ac:spMk id="680962" creationId="{87D5AEE2-B233-4471-8AA0-E53AD97BD955}"/>
          </ac:spMkLst>
        </pc:spChg>
      </pc:sldChg>
      <pc:sldChg chg="modSp del">
        <pc:chgData name="Eclair Chen" userId="bee3a08289d85a0e" providerId="LiveId" clId="{71FB9C61-1791-423F-B22E-623F75BBE885}" dt="2024-11-21T03:27:41.746" v="161" actId="2696"/>
        <pc:sldMkLst>
          <pc:docMk/>
          <pc:sldMk cId="0" sldId="344"/>
        </pc:sldMkLst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44"/>
            <ac:spMk id="681986" creationId="{E72835DE-AF1A-4CE3-84CC-0159C5CAE2AD}"/>
          </ac:spMkLst>
        </pc:spChg>
      </pc:sldChg>
      <pc:sldChg chg="modSp del">
        <pc:chgData name="Eclair Chen" userId="bee3a08289d85a0e" providerId="LiveId" clId="{71FB9C61-1791-423F-B22E-623F75BBE885}" dt="2024-11-21T03:35:12.112" v="281" actId="2696"/>
        <pc:sldMkLst>
          <pc:docMk/>
          <pc:sldMk cId="0" sldId="345"/>
        </pc:sldMkLst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45"/>
            <ac:spMk id="683010" creationId="{21530921-A5A3-4C93-BFE4-36BCB724AAF1}"/>
          </ac:spMkLst>
        </pc:spChg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45"/>
            <ac:spMk id="683011" creationId="{7DCD2AD3-8802-465B-9137-8E39E04BB54D}"/>
          </ac:spMkLst>
        </pc:spChg>
      </pc:sldChg>
      <pc:sldChg chg="addSp delSp modSp mod">
        <pc:chgData name="Eclair Chen" userId="bee3a08289d85a0e" providerId="LiveId" clId="{71FB9C61-1791-423F-B22E-623F75BBE885}" dt="2024-11-21T03:41:57.763" v="333" actId="208"/>
        <pc:sldMkLst>
          <pc:docMk/>
          <pc:sldMk cId="0" sldId="346"/>
        </pc:sldMkLst>
        <pc:spChg chg="mod">
          <ac:chgData name="Eclair Chen" userId="bee3a08289d85a0e" providerId="LiveId" clId="{71FB9C61-1791-423F-B22E-623F75BBE885}" dt="2024-11-21T03:41:03.392" v="317" actId="1076"/>
          <ac:spMkLst>
            <pc:docMk/>
            <pc:sldMk cId="0" sldId="346"/>
            <ac:spMk id="684034" creationId="{27C50D73-F2A8-43DB-9DAA-801D071120A8}"/>
          </ac:spMkLst>
        </pc:spChg>
        <pc:spChg chg="mod">
          <ac:chgData name="Eclair Chen" userId="bee3a08289d85a0e" providerId="LiveId" clId="{71FB9C61-1791-423F-B22E-623F75BBE885}" dt="2024-11-21T03:41:57.763" v="333" actId="208"/>
          <ac:spMkLst>
            <pc:docMk/>
            <pc:sldMk cId="0" sldId="346"/>
            <ac:spMk id="684035" creationId="{0F300623-F3F4-46F0-B85D-F654B828DED9}"/>
          </ac:spMkLst>
        </pc:spChg>
        <pc:picChg chg="add mod ord">
          <ac:chgData name="Eclair Chen" userId="bee3a08289d85a0e" providerId="LiveId" clId="{71FB9C61-1791-423F-B22E-623F75BBE885}" dt="2024-11-21T03:41:20.777" v="322" actId="167"/>
          <ac:picMkLst>
            <pc:docMk/>
            <pc:sldMk cId="0" sldId="346"/>
            <ac:picMk id="2" creationId="{3ED4FDEA-2FF5-45A5-8721-CB5F88DCEC72}"/>
          </ac:picMkLst>
        </pc:picChg>
        <pc:picChg chg="add mod">
          <ac:chgData name="Eclair Chen" userId="bee3a08289d85a0e" providerId="LiveId" clId="{71FB9C61-1791-423F-B22E-623F75BBE885}" dt="2024-11-21T03:41:17.903" v="321" actId="1076"/>
          <ac:picMkLst>
            <pc:docMk/>
            <pc:sldMk cId="0" sldId="346"/>
            <ac:picMk id="8" creationId="{72ACA6A3-75DB-445F-BD3A-9C5C0C4A8186}"/>
          </ac:picMkLst>
        </pc:picChg>
        <pc:picChg chg="del">
          <ac:chgData name="Eclair Chen" userId="bee3a08289d85a0e" providerId="LiveId" clId="{71FB9C61-1791-423F-B22E-623F75BBE885}" dt="2024-11-21T03:38:36.211" v="307" actId="478"/>
          <ac:picMkLst>
            <pc:docMk/>
            <pc:sldMk cId="0" sldId="346"/>
            <ac:picMk id="684037" creationId="{F43AAFF8-ADE4-4106-A5EF-942F3D95828E}"/>
          </ac:picMkLst>
        </pc:picChg>
      </pc:sldChg>
      <pc:sldChg chg="addSp delSp modSp del">
        <pc:chgData name="Eclair Chen" userId="bee3a08289d85a0e" providerId="LiveId" clId="{71FB9C61-1791-423F-B22E-623F75BBE885}" dt="2024-11-21T03:39:18.093" v="314" actId="2696"/>
        <pc:sldMkLst>
          <pc:docMk/>
          <pc:sldMk cId="0" sldId="347"/>
        </pc:sldMkLst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47"/>
            <ac:spMk id="685058" creationId="{C59616C8-E860-4A24-82C1-1497812AE5A7}"/>
          </ac:spMkLst>
        </pc:spChg>
        <pc:picChg chg="add">
          <ac:chgData name="Eclair Chen" userId="bee3a08289d85a0e" providerId="LiveId" clId="{71FB9C61-1791-423F-B22E-623F75BBE885}" dt="2024-11-21T03:38:44.470" v="309"/>
          <ac:picMkLst>
            <pc:docMk/>
            <pc:sldMk cId="0" sldId="347"/>
            <ac:picMk id="2" creationId="{5821C290-BB33-4971-8BCC-B38C57627DFE}"/>
          </ac:picMkLst>
        </pc:picChg>
        <pc:picChg chg="del">
          <ac:chgData name="Eclair Chen" userId="bee3a08289d85a0e" providerId="LiveId" clId="{71FB9C61-1791-423F-B22E-623F75BBE885}" dt="2024-11-21T03:38:39.634" v="308" actId="478"/>
          <ac:picMkLst>
            <pc:docMk/>
            <pc:sldMk cId="0" sldId="347"/>
            <ac:picMk id="685060" creationId="{A55B39A2-137F-480F-9E7B-1EA30E1C9632}"/>
          </ac:picMkLst>
        </pc:picChg>
      </pc:sldChg>
      <pc:sldChg chg="addSp delSp modSp mod">
        <pc:chgData name="Eclair Chen" userId="bee3a08289d85a0e" providerId="LiveId" clId="{71FB9C61-1791-423F-B22E-623F75BBE885}" dt="2024-11-21T03:45:00.976" v="381" actId="1076"/>
        <pc:sldMkLst>
          <pc:docMk/>
          <pc:sldMk cId="0" sldId="348"/>
        </pc:sldMkLst>
        <pc:spChg chg="mod">
          <ac:chgData name="Eclair Chen" userId="bee3a08289d85a0e" providerId="LiveId" clId="{71FB9C61-1791-423F-B22E-623F75BBE885}" dt="2024-11-21T03:43:26.154" v="359" actId="6549"/>
          <ac:spMkLst>
            <pc:docMk/>
            <pc:sldMk cId="0" sldId="348"/>
            <ac:spMk id="686082" creationId="{762A4374-5407-48E2-9378-3A0AF595B2D8}"/>
          </ac:spMkLst>
        </pc:spChg>
        <pc:spChg chg="mod">
          <ac:chgData name="Eclair Chen" userId="bee3a08289d85a0e" providerId="LiveId" clId="{71FB9C61-1791-423F-B22E-623F75BBE885}" dt="2024-11-21T03:45:00.976" v="381" actId="1076"/>
          <ac:spMkLst>
            <pc:docMk/>
            <pc:sldMk cId="0" sldId="348"/>
            <ac:spMk id="686083" creationId="{971EF29F-D5AC-41F6-BF4A-1AE78F938167}"/>
          </ac:spMkLst>
        </pc:spChg>
        <pc:picChg chg="add mod ord">
          <ac:chgData name="Eclair Chen" userId="bee3a08289d85a0e" providerId="LiveId" clId="{71FB9C61-1791-423F-B22E-623F75BBE885}" dt="2024-11-21T03:44:15.757" v="365" actId="167"/>
          <ac:picMkLst>
            <pc:docMk/>
            <pc:sldMk cId="0" sldId="348"/>
            <ac:picMk id="2" creationId="{876DD7BD-6AB5-4098-9F80-68344394904F}"/>
          </ac:picMkLst>
        </pc:picChg>
        <pc:picChg chg="del">
          <ac:chgData name="Eclair Chen" userId="bee3a08289d85a0e" providerId="LiveId" clId="{71FB9C61-1791-423F-B22E-623F75BBE885}" dt="2024-11-21T03:43:59.868" v="360" actId="478"/>
          <ac:picMkLst>
            <pc:docMk/>
            <pc:sldMk cId="0" sldId="348"/>
            <ac:picMk id="686085" creationId="{67A06D2D-BE90-4776-BD3C-D703FA2343C4}"/>
          </ac:picMkLst>
        </pc:picChg>
        <pc:picChg chg="del">
          <ac:chgData name="Eclair Chen" userId="bee3a08289d85a0e" providerId="LiveId" clId="{71FB9C61-1791-423F-B22E-623F75BBE885}" dt="2024-11-21T03:44:02.569" v="361" actId="478"/>
          <ac:picMkLst>
            <pc:docMk/>
            <pc:sldMk cId="0" sldId="348"/>
            <ac:picMk id="686086" creationId="{25456EE1-2F22-4F67-B06F-084F37ECD9BB}"/>
          </ac:picMkLst>
        </pc:picChg>
      </pc:sldChg>
      <pc:sldChg chg="del">
        <pc:chgData name="Eclair Chen" userId="bee3a08289d85a0e" providerId="LiveId" clId="{71FB9C61-1791-423F-B22E-623F75BBE885}" dt="2024-11-21T03:54:04.868" v="400" actId="2696"/>
        <pc:sldMkLst>
          <pc:docMk/>
          <pc:sldMk cId="0" sldId="349"/>
        </pc:sldMkLst>
      </pc:sldChg>
      <pc:sldChg chg="addSp delSp modSp mod">
        <pc:chgData name="Eclair Chen" userId="bee3a08289d85a0e" providerId="LiveId" clId="{71FB9C61-1791-423F-B22E-623F75BBE885}" dt="2024-11-21T03:59:09.224" v="437" actId="20577"/>
        <pc:sldMkLst>
          <pc:docMk/>
          <pc:sldMk cId="0" sldId="350"/>
        </pc:sldMkLst>
        <pc:spChg chg="mod">
          <ac:chgData name="Eclair Chen" userId="bee3a08289d85a0e" providerId="LiveId" clId="{71FB9C61-1791-423F-B22E-623F75BBE885}" dt="2024-11-21T03:58:56.937" v="433" actId="14100"/>
          <ac:spMkLst>
            <pc:docMk/>
            <pc:sldMk cId="0" sldId="350"/>
            <ac:spMk id="688130" creationId="{5D41BC0C-1BCC-4465-8713-EF3F9D72C3DD}"/>
          </ac:spMkLst>
        </pc:spChg>
        <pc:spChg chg="mod">
          <ac:chgData name="Eclair Chen" userId="bee3a08289d85a0e" providerId="LiveId" clId="{71FB9C61-1791-423F-B22E-623F75BBE885}" dt="2024-11-21T03:59:09.224" v="437" actId="20577"/>
          <ac:spMkLst>
            <pc:docMk/>
            <pc:sldMk cId="0" sldId="350"/>
            <ac:spMk id="688131" creationId="{1573C6BA-E3EB-47E4-B0A1-C7B0CFCE1658}"/>
          </ac:spMkLst>
        </pc:spChg>
        <pc:picChg chg="add mod">
          <ac:chgData name="Eclair Chen" userId="bee3a08289d85a0e" providerId="LiveId" clId="{71FB9C61-1791-423F-B22E-623F75BBE885}" dt="2024-11-21T03:59:04.023" v="435" actId="1076"/>
          <ac:picMkLst>
            <pc:docMk/>
            <pc:sldMk cId="0" sldId="350"/>
            <ac:picMk id="2" creationId="{DDCD45A0-8887-43B7-8C7E-A277B024066A}"/>
          </ac:picMkLst>
        </pc:picChg>
        <pc:picChg chg="del">
          <ac:chgData name="Eclair Chen" userId="bee3a08289d85a0e" providerId="LiveId" clId="{71FB9C61-1791-423F-B22E-623F75BBE885}" dt="2024-11-21T03:58:11.280" v="421" actId="478"/>
          <ac:picMkLst>
            <pc:docMk/>
            <pc:sldMk cId="0" sldId="350"/>
            <ac:picMk id="688134" creationId="{EE74DEB8-3D2A-49CD-8076-2F9F665741C6}"/>
          </ac:picMkLst>
        </pc:picChg>
        <pc:picChg chg="del">
          <ac:chgData name="Eclair Chen" userId="bee3a08289d85a0e" providerId="LiveId" clId="{71FB9C61-1791-423F-B22E-623F75BBE885}" dt="2024-11-21T03:58:13.352" v="422" actId="478"/>
          <ac:picMkLst>
            <pc:docMk/>
            <pc:sldMk cId="0" sldId="350"/>
            <ac:picMk id="688135" creationId="{31E1679E-6DF2-4BD7-891C-0C019692F02A}"/>
          </ac:picMkLst>
        </pc:picChg>
      </pc:sldChg>
      <pc:sldChg chg="del">
        <pc:chgData name="Eclair Chen" userId="bee3a08289d85a0e" providerId="LiveId" clId="{71FB9C61-1791-423F-B22E-623F75BBE885}" dt="2024-11-21T03:59:16.083" v="438" actId="2696"/>
        <pc:sldMkLst>
          <pc:docMk/>
          <pc:sldMk cId="0" sldId="351"/>
        </pc:sldMkLst>
      </pc:sldChg>
      <pc:sldChg chg="addSp delSp modSp mod">
        <pc:chgData name="Eclair Chen" userId="bee3a08289d85a0e" providerId="LiveId" clId="{71FB9C61-1791-423F-B22E-623F75BBE885}" dt="2024-11-21T04:07:36.334" v="527" actId="207"/>
        <pc:sldMkLst>
          <pc:docMk/>
          <pc:sldMk cId="0" sldId="352"/>
        </pc:sldMkLst>
        <pc:spChg chg="add mod">
          <ac:chgData name="Eclair Chen" userId="bee3a08289d85a0e" providerId="LiveId" clId="{71FB9C61-1791-423F-B22E-623F75BBE885}" dt="2024-11-21T04:07:36.334" v="527" actId="207"/>
          <ac:spMkLst>
            <pc:docMk/>
            <pc:sldMk cId="0" sldId="352"/>
            <ac:spMk id="10" creationId="{340E29BA-35AE-4B0F-AB5F-08909B93C20C}"/>
          </ac:spMkLst>
        </pc:spChg>
        <pc:spChg chg="add mod">
          <ac:chgData name="Eclair Chen" userId="bee3a08289d85a0e" providerId="LiveId" clId="{71FB9C61-1791-423F-B22E-623F75BBE885}" dt="2024-11-21T04:07:15.290" v="519" actId="1076"/>
          <ac:spMkLst>
            <pc:docMk/>
            <pc:sldMk cId="0" sldId="352"/>
            <ac:spMk id="11" creationId="{BF434091-B8B4-4771-B4F5-E37B04271991}"/>
          </ac:spMkLst>
        </pc:spChg>
        <pc:spChg chg="mod">
          <ac:chgData name="Eclair Chen" userId="bee3a08289d85a0e" providerId="LiveId" clId="{71FB9C61-1791-423F-B22E-623F75BBE885}" dt="2024-11-21T04:01:29.696" v="451" actId="1076"/>
          <ac:spMkLst>
            <pc:docMk/>
            <pc:sldMk cId="0" sldId="352"/>
            <ac:spMk id="690178" creationId="{F6048839-1262-4844-8390-B1444C89FFA5}"/>
          </ac:spMkLst>
        </pc:spChg>
        <pc:spChg chg="mod">
          <ac:chgData name="Eclair Chen" userId="bee3a08289d85a0e" providerId="LiveId" clId="{71FB9C61-1791-423F-B22E-623F75BBE885}" dt="2024-11-21T04:07:31.066" v="526" actId="207"/>
          <ac:spMkLst>
            <pc:docMk/>
            <pc:sldMk cId="0" sldId="352"/>
            <ac:spMk id="690179" creationId="{FE15CB7F-3DBD-4371-BD6C-30CA8ED57B6D}"/>
          </ac:spMkLst>
        </pc:spChg>
        <pc:grpChg chg="add mod">
          <ac:chgData name="Eclair Chen" userId="bee3a08289d85a0e" providerId="LiveId" clId="{71FB9C61-1791-423F-B22E-623F75BBE885}" dt="2024-11-21T04:07:15.290" v="519" actId="1076"/>
          <ac:grpSpMkLst>
            <pc:docMk/>
            <pc:sldMk cId="0" sldId="352"/>
            <ac:grpSpMk id="4" creationId="{A5EB9003-80AF-43CE-92A7-5212044970ED}"/>
          </ac:grpSpMkLst>
        </pc:grpChg>
        <pc:picChg chg="add mod">
          <ac:chgData name="Eclair Chen" userId="bee3a08289d85a0e" providerId="LiveId" clId="{71FB9C61-1791-423F-B22E-623F75BBE885}" dt="2024-11-21T04:01:34.489" v="452" actId="1076"/>
          <ac:picMkLst>
            <pc:docMk/>
            <pc:sldMk cId="0" sldId="352"/>
            <ac:picMk id="2" creationId="{1ACAE4F0-4E7E-49B9-A7F2-BF67463BBFC9}"/>
          </ac:picMkLst>
        </pc:picChg>
        <pc:picChg chg="add mod">
          <ac:chgData name="Eclair Chen" userId="bee3a08289d85a0e" providerId="LiveId" clId="{71FB9C61-1791-423F-B22E-623F75BBE885}" dt="2024-11-21T04:07:15.290" v="519" actId="1076"/>
          <ac:picMkLst>
            <pc:docMk/>
            <pc:sldMk cId="0" sldId="352"/>
            <ac:picMk id="3" creationId="{E8B4C560-396E-4C18-BACA-6174AFB711E1}"/>
          </ac:picMkLst>
        </pc:picChg>
        <pc:picChg chg="del">
          <ac:chgData name="Eclair Chen" userId="bee3a08289d85a0e" providerId="LiveId" clId="{71FB9C61-1791-423F-B22E-623F75BBE885}" dt="2024-11-21T04:00:58.865" v="439" actId="478"/>
          <ac:picMkLst>
            <pc:docMk/>
            <pc:sldMk cId="0" sldId="352"/>
            <ac:picMk id="690182" creationId="{3AC3C7C4-C8A0-4303-AFC8-FE41F851B67D}"/>
          </ac:picMkLst>
        </pc:picChg>
        <pc:picChg chg="del">
          <ac:chgData name="Eclair Chen" userId="bee3a08289d85a0e" providerId="LiveId" clId="{71FB9C61-1791-423F-B22E-623F75BBE885}" dt="2024-11-21T04:01:02.007" v="440" actId="478"/>
          <ac:picMkLst>
            <pc:docMk/>
            <pc:sldMk cId="0" sldId="352"/>
            <ac:picMk id="690183" creationId="{7F39B36C-01A2-4B08-9E3F-2F4C4618D3AB}"/>
          </ac:picMkLst>
        </pc:picChg>
      </pc:sldChg>
      <pc:sldChg chg="addSp delSp modSp mod">
        <pc:chgData name="Eclair Chen" userId="bee3a08289d85a0e" providerId="LiveId" clId="{71FB9C61-1791-423F-B22E-623F75BBE885}" dt="2024-11-21T03:55:52.491" v="417" actId="20577"/>
        <pc:sldMkLst>
          <pc:docMk/>
          <pc:sldMk cId="0" sldId="353"/>
        </pc:sldMkLst>
        <pc:spChg chg="mod">
          <ac:chgData name="Eclair Chen" userId="bee3a08289d85a0e" providerId="LiveId" clId="{71FB9C61-1791-423F-B22E-623F75BBE885}" dt="2024-11-21T03:55:52.491" v="417" actId="20577"/>
          <ac:spMkLst>
            <pc:docMk/>
            <pc:sldMk cId="0" sldId="353"/>
            <ac:spMk id="691202" creationId="{6B275956-855B-4516-B690-D9A729F19758}"/>
          </ac:spMkLst>
        </pc:spChg>
        <pc:spChg chg="mod">
          <ac:chgData name="Eclair Chen" userId="bee3a08289d85a0e" providerId="LiveId" clId="{71FB9C61-1791-423F-B22E-623F75BBE885}" dt="2024-11-21T03:55:38.198" v="412" actId="208"/>
          <ac:spMkLst>
            <pc:docMk/>
            <pc:sldMk cId="0" sldId="353"/>
            <ac:spMk id="691203" creationId="{11CDA74C-C122-443E-A835-7D6572804610}"/>
          </ac:spMkLst>
        </pc:spChg>
        <pc:picChg chg="add mod ord">
          <ac:chgData name="Eclair Chen" userId="bee3a08289d85a0e" providerId="LiveId" clId="{71FB9C61-1791-423F-B22E-623F75BBE885}" dt="2024-11-21T03:54:30.338" v="403" actId="1076"/>
          <ac:picMkLst>
            <pc:docMk/>
            <pc:sldMk cId="0" sldId="353"/>
            <ac:picMk id="2" creationId="{43B63ACA-568D-4C2B-B145-A83DB9B22DF6}"/>
          </ac:picMkLst>
        </pc:picChg>
        <pc:picChg chg="add mod">
          <ac:chgData name="Eclair Chen" userId="bee3a08289d85a0e" providerId="LiveId" clId="{71FB9C61-1791-423F-B22E-623F75BBE885}" dt="2024-11-21T03:53:49.621" v="399" actId="692"/>
          <ac:picMkLst>
            <pc:docMk/>
            <pc:sldMk cId="0" sldId="353"/>
            <ac:picMk id="3" creationId="{F32FBDB2-B4F6-4C13-A8D5-F33DD1ACAF41}"/>
          </ac:picMkLst>
        </pc:picChg>
        <pc:picChg chg="add del mod">
          <ac:chgData name="Eclair Chen" userId="bee3a08289d85a0e" providerId="LiveId" clId="{71FB9C61-1791-423F-B22E-623F75BBE885}" dt="2024-11-21T03:50:52.178" v="390" actId="478"/>
          <ac:picMkLst>
            <pc:docMk/>
            <pc:sldMk cId="0" sldId="353"/>
            <ac:picMk id="8" creationId="{162180ED-8762-4A20-A8FF-CF9ACBB64FA8}"/>
          </ac:picMkLst>
        </pc:picChg>
        <pc:picChg chg="del">
          <ac:chgData name="Eclair Chen" userId="bee3a08289d85a0e" providerId="LiveId" clId="{71FB9C61-1791-423F-B22E-623F75BBE885}" dt="2024-11-21T03:46:10.657" v="382" actId="478"/>
          <ac:picMkLst>
            <pc:docMk/>
            <pc:sldMk cId="0" sldId="353"/>
            <ac:picMk id="691205" creationId="{C23EA66C-D921-4810-BDC0-DA40815D2C87}"/>
          </ac:picMkLst>
        </pc:picChg>
      </pc:sldChg>
      <pc:sldChg chg="del">
        <pc:chgData name="Eclair Chen" userId="bee3a08289d85a0e" providerId="LiveId" clId="{71FB9C61-1791-423F-B22E-623F75BBE885}" dt="2024-11-21T04:08:49.575" v="528" actId="2696"/>
        <pc:sldMkLst>
          <pc:docMk/>
          <pc:sldMk cId="0" sldId="354"/>
        </pc:sldMkLst>
      </pc:sldChg>
      <pc:sldChg chg="addSp delSp modSp mod">
        <pc:chgData name="Eclair Chen" userId="bee3a08289d85a0e" providerId="LiveId" clId="{71FB9C61-1791-423F-B22E-623F75BBE885}" dt="2024-11-21T04:26:44.974" v="654" actId="14100"/>
        <pc:sldMkLst>
          <pc:docMk/>
          <pc:sldMk cId="0" sldId="355"/>
        </pc:sldMkLst>
        <pc:spChg chg="add mod">
          <ac:chgData name="Eclair Chen" userId="bee3a08289d85a0e" providerId="LiveId" clId="{71FB9C61-1791-423F-B22E-623F75BBE885}" dt="2024-11-21T04:26:34.456" v="653" actId="14100"/>
          <ac:spMkLst>
            <pc:docMk/>
            <pc:sldMk cId="0" sldId="355"/>
            <ac:spMk id="8" creationId="{8FF9A642-BA01-400A-B440-ACA6E9DF224D}"/>
          </ac:spMkLst>
        </pc:spChg>
        <pc:spChg chg="mod">
          <ac:chgData name="Eclair Chen" userId="bee3a08289d85a0e" providerId="LiveId" clId="{71FB9C61-1791-423F-B22E-623F75BBE885}" dt="2024-11-21T04:24:22.509" v="620" actId="207"/>
          <ac:spMkLst>
            <pc:docMk/>
            <pc:sldMk cId="0" sldId="355"/>
            <ac:spMk id="693251" creationId="{6AC694EA-0C54-4096-AADD-B0B36FED0052}"/>
          </ac:spMkLst>
        </pc:spChg>
        <pc:picChg chg="add mod">
          <ac:chgData name="Eclair Chen" userId="bee3a08289d85a0e" providerId="LiveId" clId="{71FB9C61-1791-423F-B22E-623F75BBE885}" dt="2024-11-21T04:26:44.974" v="654" actId="14100"/>
          <ac:picMkLst>
            <pc:docMk/>
            <pc:sldMk cId="0" sldId="355"/>
            <ac:picMk id="2" creationId="{7727CD39-1DEA-44F6-BD88-5E95C5ECE02D}"/>
          </ac:picMkLst>
        </pc:picChg>
        <pc:picChg chg="del mod">
          <ac:chgData name="Eclair Chen" userId="bee3a08289d85a0e" providerId="LiveId" clId="{71FB9C61-1791-423F-B22E-623F75BBE885}" dt="2024-11-21T04:10:19.017" v="530" actId="478"/>
          <ac:picMkLst>
            <pc:docMk/>
            <pc:sldMk cId="0" sldId="355"/>
            <ac:picMk id="693253" creationId="{CFD38594-192D-46CD-9BC5-F76C988E5385}"/>
          </ac:picMkLst>
        </pc:picChg>
      </pc:sldChg>
      <pc:sldChg chg="modSp del mod">
        <pc:chgData name="Eclair Chen" userId="bee3a08289d85a0e" providerId="LiveId" clId="{71FB9C61-1791-423F-B22E-623F75BBE885}" dt="2024-11-21T05:53:30.521" v="996" actId="2696"/>
        <pc:sldMkLst>
          <pc:docMk/>
          <pc:sldMk cId="0" sldId="356"/>
        </pc:sldMkLst>
        <pc:spChg chg="mod">
          <ac:chgData name="Eclair Chen" userId="bee3a08289d85a0e" providerId="LiveId" clId="{71FB9C61-1791-423F-B22E-623F75BBE885}" dt="2024-11-21T05:53:22.444" v="995" actId="207"/>
          <ac:spMkLst>
            <pc:docMk/>
            <pc:sldMk cId="0" sldId="356"/>
            <ac:spMk id="694275" creationId="{1775E67B-81D4-4A08-858D-39AD8D7FC6F7}"/>
          </ac:spMkLst>
        </pc:spChg>
      </pc:sldChg>
      <pc:sldChg chg="addSp delSp modSp mod">
        <pc:chgData name="Eclair Chen" userId="bee3a08289d85a0e" providerId="LiveId" clId="{71FB9C61-1791-423F-B22E-623F75BBE885}" dt="2024-11-21T04:44:01.327" v="731" actId="1076"/>
        <pc:sldMkLst>
          <pc:docMk/>
          <pc:sldMk cId="0" sldId="357"/>
        </pc:sldMkLst>
        <pc:spChg chg="add mod">
          <ac:chgData name="Eclair Chen" userId="bee3a08289d85a0e" providerId="LiveId" clId="{71FB9C61-1791-423F-B22E-623F75BBE885}" dt="2024-11-21T04:43:47.557" v="727" actId="1076"/>
          <ac:spMkLst>
            <pc:docMk/>
            <pc:sldMk cId="0" sldId="357"/>
            <ac:spMk id="12" creationId="{75E987CD-0274-4E49-AAC0-39D4D2012A1A}"/>
          </ac:spMkLst>
        </pc:spChg>
        <pc:spChg chg="mod">
          <ac:chgData name="Eclair Chen" userId="bee3a08289d85a0e" providerId="LiveId" clId="{71FB9C61-1791-423F-B22E-623F75BBE885}" dt="2024-11-21T04:38:41.183" v="692" actId="6549"/>
          <ac:spMkLst>
            <pc:docMk/>
            <pc:sldMk cId="0" sldId="357"/>
            <ac:spMk id="695298" creationId="{5599F0C8-25F3-4D8A-A27E-BAC8E81B6C71}"/>
          </ac:spMkLst>
        </pc:spChg>
        <pc:spChg chg="mod">
          <ac:chgData name="Eclair Chen" userId="bee3a08289d85a0e" providerId="LiveId" clId="{71FB9C61-1791-423F-B22E-623F75BBE885}" dt="2024-11-21T04:38:38.098" v="691" actId="1076"/>
          <ac:spMkLst>
            <pc:docMk/>
            <pc:sldMk cId="0" sldId="357"/>
            <ac:spMk id="695299" creationId="{B5BC2EEA-D4C7-4DE3-87B2-EFF0CBD483D2}"/>
          </ac:spMkLst>
        </pc:spChg>
        <pc:picChg chg="add del mod">
          <ac:chgData name="Eclair Chen" userId="bee3a08289d85a0e" providerId="LiveId" clId="{71FB9C61-1791-423F-B22E-623F75BBE885}" dt="2024-11-21T04:35:49.354" v="664" actId="478"/>
          <ac:picMkLst>
            <pc:docMk/>
            <pc:sldMk cId="0" sldId="357"/>
            <ac:picMk id="2" creationId="{204DA770-35D8-4D20-B45C-26953077C1F0}"/>
          </ac:picMkLst>
        </pc:picChg>
        <pc:picChg chg="add del">
          <ac:chgData name="Eclair Chen" userId="bee3a08289d85a0e" providerId="LiveId" clId="{71FB9C61-1791-423F-B22E-623F75BBE885}" dt="2024-11-21T04:35:47.850" v="663" actId="478"/>
          <ac:picMkLst>
            <pc:docMk/>
            <pc:sldMk cId="0" sldId="357"/>
            <ac:picMk id="3" creationId="{2A2DCF9E-A888-4B7C-8BFE-636F16BBC595}"/>
          </ac:picMkLst>
        </pc:picChg>
        <pc:picChg chg="add mod ord">
          <ac:chgData name="Eclair Chen" userId="bee3a08289d85a0e" providerId="LiveId" clId="{71FB9C61-1791-423F-B22E-623F75BBE885}" dt="2024-11-21T04:43:50.561" v="728" actId="1076"/>
          <ac:picMkLst>
            <pc:docMk/>
            <pc:sldMk cId="0" sldId="357"/>
            <ac:picMk id="4" creationId="{7705747B-6B65-427D-8021-FD838A4B9B25}"/>
          </ac:picMkLst>
        </pc:picChg>
        <pc:picChg chg="add mod">
          <ac:chgData name="Eclair Chen" userId="bee3a08289d85a0e" providerId="LiveId" clId="{71FB9C61-1791-423F-B22E-623F75BBE885}" dt="2024-11-21T04:44:01.327" v="731" actId="1076"/>
          <ac:picMkLst>
            <pc:docMk/>
            <pc:sldMk cId="0" sldId="357"/>
            <ac:picMk id="5" creationId="{7A138739-4B0A-4F22-89DD-5AF3500DB927}"/>
          </ac:picMkLst>
        </pc:picChg>
        <pc:picChg chg="del">
          <ac:chgData name="Eclair Chen" userId="bee3a08289d85a0e" providerId="LiveId" clId="{71FB9C61-1791-423F-B22E-623F75BBE885}" dt="2024-11-21T04:32:56.100" v="655" actId="478"/>
          <ac:picMkLst>
            <pc:docMk/>
            <pc:sldMk cId="0" sldId="357"/>
            <ac:picMk id="695302" creationId="{68DD93C9-BCA3-4568-9CED-C4E7D7022FBB}"/>
          </ac:picMkLst>
        </pc:picChg>
        <pc:picChg chg="del">
          <ac:chgData name="Eclair Chen" userId="bee3a08289d85a0e" providerId="LiveId" clId="{71FB9C61-1791-423F-B22E-623F75BBE885}" dt="2024-11-21T04:32:57.949" v="656" actId="478"/>
          <ac:picMkLst>
            <pc:docMk/>
            <pc:sldMk cId="0" sldId="357"/>
            <ac:picMk id="695303" creationId="{5D6BCE4A-41A3-4607-93FA-196BACC90D59}"/>
          </ac:picMkLst>
        </pc:picChg>
      </pc:sldChg>
      <pc:sldChg chg="del">
        <pc:chgData name="Eclair Chen" userId="bee3a08289d85a0e" providerId="LiveId" clId="{71FB9C61-1791-423F-B22E-623F75BBE885}" dt="2024-11-21T04:37:33.058" v="681" actId="2696"/>
        <pc:sldMkLst>
          <pc:docMk/>
          <pc:sldMk cId="0" sldId="358"/>
        </pc:sldMkLst>
      </pc:sldChg>
      <pc:sldChg chg="modSp mod">
        <pc:chgData name="Eclair Chen" userId="bee3a08289d85a0e" providerId="LiveId" clId="{71FB9C61-1791-423F-B22E-623F75BBE885}" dt="2024-11-21T05:54:24.159" v="1014" actId="207"/>
        <pc:sldMkLst>
          <pc:docMk/>
          <pc:sldMk cId="0" sldId="359"/>
        </pc:sldMkLst>
        <pc:spChg chg="mod">
          <ac:chgData name="Eclair Chen" userId="bee3a08289d85a0e" providerId="LiveId" clId="{71FB9C61-1791-423F-B22E-623F75BBE885}" dt="2024-11-21T05:54:24.159" v="1014" actId="207"/>
          <ac:spMkLst>
            <pc:docMk/>
            <pc:sldMk cId="0" sldId="359"/>
            <ac:spMk id="697347" creationId="{41B2418A-5744-4A90-93C4-EB5B0F1BEA9C}"/>
          </ac:spMkLst>
        </pc:spChg>
      </pc:sldChg>
      <pc:sldChg chg="addSp delSp modSp mod modAnim">
        <pc:chgData name="Eclair Chen" userId="bee3a08289d85a0e" providerId="LiveId" clId="{71FB9C61-1791-423F-B22E-623F75BBE885}" dt="2024-11-21T05:30:15.970" v="859" actId="20577"/>
        <pc:sldMkLst>
          <pc:docMk/>
          <pc:sldMk cId="0" sldId="360"/>
        </pc:sldMkLst>
        <pc:spChg chg="mod">
          <ac:chgData name="Eclair Chen" userId="bee3a08289d85a0e" providerId="LiveId" clId="{71FB9C61-1791-423F-B22E-623F75BBE885}" dt="2024-11-21T05:30:15.970" v="859" actId="20577"/>
          <ac:spMkLst>
            <pc:docMk/>
            <pc:sldMk cId="0" sldId="360"/>
            <ac:spMk id="698370" creationId="{FF0EC38A-7BC3-485B-A02B-E1B7ADCE2EA5}"/>
          </ac:spMkLst>
        </pc:spChg>
        <pc:spChg chg="mod">
          <ac:chgData name="Eclair Chen" userId="bee3a08289d85a0e" providerId="LiveId" clId="{71FB9C61-1791-423F-B22E-623F75BBE885}" dt="2024-11-21T04:59:56.343" v="795" actId="14100"/>
          <ac:spMkLst>
            <pc:docMk/>
            <pc:sldMk cId="0" sldId="360"/>
            <ac:spMk id="698371" creationId="{2D70C5CF-585B-47C2-BD64-0FDBB619D6F1}"/>
          </ac:spMkLst>
        </pc:spChg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60"/>
            <ac:spMk id="698373" creationId="{005707D0-BE17-4618-AE04-87C544DA49F6}"/>
          </ac:spMkLst>
        </pc:spChg>
        <pc:picChg chg="add mod ord">
          <ac:chgData name="Eclair Chen" userId="bee3a08289d85a0e" providerId="LiveId" clId="{71FB9C61-1791-423F-B22E-623F75BBE885}" dt="2024-11-21T04:57:04.863" v="775" actId="1076"/>
          <ac:picMkLst>
            <pc:docMk/>
            <pc:sldMk cId="0" sldId="360"/>
            <ac:picMk id="2" creationId="{DCD41A8A-A3A6-40F6-A87E-DD53851BE0A6}"/>
          </ac:picMkLst>
        </pc:picChg>
        <pc:picChg chg="add mod ord">
          <ac:chgData name="Eclair Chen" userId="bee3a08289d85a0e" providerId="LiveId" clId="{71FB9C61-1791-423F-B22E-623F75BBE885}" dt="2024-11-21T04:56:02.418" v="770" actId="14100"/>
          <ac:picMkLst>
            <pc:docMk/>
            <pc:sldMk cId="0" sldId="360"/>
            <ac:picMk id="3" creationId="{EDFAB5B9-49B1-43EC-A207-3A9E81C11C9A}"/>
          </ac:picMkLst>
        </pc:picChg>
        <pc:picChg chg="add mod">
          <ac:chgData name="Eclair Chen" userId="bee3a08289d85a0e" providerId="LiveId" clId="{71FB9C61-1791-423F-B22E-623F75BBE885}" dt="2024-11-21T05:19:32.655" v="822" actId="1076"/>
          <ac:picMkLst>
            <pc:docMk/>
            <pc:sldMk cId="0" sldId="360"/>
            <ac:picMk id="4" creationId="{ECCEA9AC-2FBF-4DDE-ABF4-E42D4AE51AFB}"/>
          </ac:picMkLst>
        </pc:picChg>
        <pc:picChg chg="del">
          <ac:chgData name="Eclair Chen" userId="bee3a08289d85a0e" providerId="LiveId" clId="{71FB9C61-1791-423F-B22E-623F75BBE885}" dt="2024-11-21T04:53:10.265" v="748" actId="478"/>
          <ac:picMkLst>
            <pc:docMk/>
            <pc:sldMk cId="0" sldId="360"/>
            <ac:picMk id="698375" creationId="{E082F182-9C46-43DD-B69F-CD8F9326C90E}"/>
          </ac:picMkLst>
        </pc:picChg>
      </pc:sldChg>
      <pc:sldChg chg="modSp del">
        <pc:chgData name="Eclair Chen" userId="bee3a08289d85a0e" providerId="LiveId" clId="{71FB9C61-1791-423F-B22E-623F75BBE885}" dt="2024-11-21T05:20:49.634" v="823" actId="2696"/>
        <pc:sldMkLst>
          <pc:docMk/>
          <pc:sldMk cId="0" sldId="361"/>
        </pc:sldMkLst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61"/>
            <ac:spMk id="699394" creationId="{89F6E24F-903A-4DBA-BD72-9F3680043BE8}"/>
          </ac:spMkLst>
        </pc:spChg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61"/>
            <ac:spMk id="699398" creationId="{EB825823-CB65-48EE-A228-52631CE98654}"/>
          </ac:spMkLst>
        </pc:spChg>
      </pc:sldChg>
      <pc:sldChg chg="modSp del">
        <pc:chgData name="Eclair Chen" userId="bee3a08289d85a0e" providerId="LiveId" clId="{71FB9C61-1791-423F-B22E-623F75BBE885}" dt="2024-11-21T05:20:52.032" v="824" actId="2696"/>
        <pc:sldMkLst>
          <pc:docMk/>
          <pc:sldMk cId="0" sldId="362"/>
        </pc:sldMkLst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62"/>
            <ac:spMk id="700418" creationId="{BFF1B324-F4D1-481E-AECF-C4418A510B1D}"/>
          </ac:spMkLst>
        </pc:spChg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62"/>
            <ac:spMk id="700422" creationId="{43EB20DC-4148-4C15-8303-B4BB7A236385}"/>
          </ac:spMkLst>
        </pc:spChg>
      </pc:sldChg>
      <pc:sldChg chg="modSp del">
        <pc:chgData name="Eclair Chen" userId="bee3a08289d85a0e" providerId="LiveId" clId="{71FB9C61-1791-423F-B22E-623F75BBE885}" dt="2024-11-21T05:20:56.773" v="825" actId="2696"/>
        <pc:sldMkLst>
          <pc:docMk/>
          <pc:sldMk cId="0" sldId="363"/>
        </pc:sldMkLst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63"/>
            <ac:spMk id="701442" creationId="{BF0C184A-155F-441C-9EED-6A12DDA31EE7}"/>
          </ac:spMkLst>
        </pc:spChg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63"/>
            <ac:spMk id="701446" creationId="{0E774243-95BA-477F-846B-5714F2CD7929}"/>
          </ac:spMkLst>
        </pc:spChg>
      </pc:sldChg>
      <pc:sldChg chg="addSp delSp modSp mod">
        <pc:chgData name="Eclair Chen" userId="bee3a08289d85a0e" providerId="LiveId" clId="{71FB9C61-1791-423F-B22E-623F75BBE885}" dt="2024-11-21T05:54:39.953" v="1016" actId="207"/>
        <pc:sldMkLst>
          <pc:docMk/>
          <pc:sldMk cId="0" sldId="364"/>
        </pc:sldMkLst>
        <pc:spChg chg="add mod">
          <ac:chgData name="Eclair Chen" userId="bee3a08289d85a0e" providerId="LiveId" clId="{71FB9C61-1791-423F-B22E-623F75BBE885}" dt="2024-11-21T05:54:39.953" v="1016" actId="207"/>
          <ac:spMkLst>
            <pc:docMk/>
            <pc:sldMk cId="0" sldId="364"/>
            <ac:spMk id="14" creationId="{3554C9B7-B4D2-4B09-A931-9CA041677463}"/>
          </ac:spMkLst>
        </pc:spChg>
        <pc:spChg chg="mod">
          <ac:chgData name="Eclair Chen" userId="bee3a08289d85a0e" providerId="LiveId" clId="{71FB9C61-1791-423F-B22E-623F75BBE885}" dt="2024-11-21T05:30:20.336" v="861" actId="20577"/>
          <ac:spMkLst>
            <pc:docMk/>
            <pc:sldMk cId="0" sldId="364"/>
            <ac:spMk id="702466" creationId="{B9FAE7A1-0480-4B27-889E-CA2130A0547A}"/>
          </ac:spMkLst>
        </pc:spChg>
        <pc:spChg chg="mod">
          <ac:chgData name="Eclair Chen" userId="bee3a08289d85a0e" providerId="LiveId" clId="{71FB9C61-1791-423F-B22E-623F75BBE885}" dt="2024-11-21T05:33:24.419" v="879" actId="1076"/>
          <ac:spMkLst>
            <pc:docMk/>
            <pc:sldMk cId="0" sldId="364"/>
            <ac:spMk id="702467" creationId="{51A7A956-5CA5-4A72-A03D-8C87F2BF723C}"/>
          </ac:spMkLst>
        </pc:spChg>
        <pc:spChg chg="mod">
          <ac:chgData name="Eclair Chen" userId="bee3a08289d85a0e" providerId="LiveId" clId="{71FB9C61-1791-423F-B22E-623F75BBE885}" dt="2024-11-21T05:33:52.341" v="885" actId="1076"/>
          <ac:spMkLst>
            <pc:docMk/>
            <pc:sldMk cId="0" sldId="364"/>
            <ac:spMk id="702470" creationId="{11AADBDB-33A6-4BCE-A965-551DA9D74646}"/>
          </ac:spMkLst>
        </pc:spChg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64"/>
            <ac:spMk id="702473" creationId="{C48B37BE-2E27-4F81-A975-EA097FE3F641}"/>
          </ac:spMkLst>
        </pc:spChg>
        <pc:picChg chg="add mod">
          <ac:chgData name="Eclair Chen" userId="bee3a08289d85a0e" providerId="LiveId" clId="{71FB9C61-1791-423F-B22E-623F75BBE885}" dt="2024-11-21T05:33:27.299" v="880" actId="14100"/>
          <ac:picMkLst>
            <pc:docMk/>
            <pc:sldMk cId="0" sldId="364"/>
            <ac:picMk id="2" creationId="{9C63A34F-50A6-438E-B114-02C2B3679351}"/>
          </ac:picMkLst>
        </pc:picChg>
        <pc:picChg chg="add mod">
          <ac:chgData name="Eclair Chen" userId="bee3a08289d85a0e" providerId="LiveId" clId="{71FB9C61-1791-423F-B22E-623F75BBE885}" dt="2024-11-21T05:33:43.715" v="884" actId="14100"/>
          <ac:picMkLst>
            <pc:docMk/>
            <pc:sldMk cId="0" sldId="364"/>
            <ac:picMk id="3" creationId="{EAC7D4BE-CEB3-490E-8896-A5041C901CC1}"/>
          </ac:picMkLst>
        </pc:picChg>
        <pc:picChg chg="add mod">
          <ac:chgData name="Eclair Chen" userId="bee3a08289d85a0e" providerId="LiveId" clId="{71FB9C61-1791-423F-B22E-623F75BBE885}" dt="2024-11-21T05:34:14.670" v="892" actId="1076"/>
          <ac:picMkLst>
            <pc:docMk/>
            <pc:sldMk cId="0" sldId="364"/>
            <ac:picMk id="4" creationId="{765209BF-892B-41D8-8407-08628B0A2CB9}"/>
          </ac:picMkLst>
        </pc:picChg>
        <pc:picChg chg="add mod ord">
          <ac:chgData name="Eclair Chen" userId="bee3a08289d85a0e" providerId="LiveId" clId="{71FB9C61-1791-423F-B22E-623F75BBE885}" dt="2024-11-21T05:34:22.140" v="893" actId="1076"/>
          <ac:picMkLst>
            <pc:docMk/>
            <pc:sldMk cId="0" sldId="364"/>
            <ac:picMk id="5" creationId="{AE4BC860-D5F1-4BBA-A3AC-D57AC4924D3C}"/>
          </ac:picMkLst>
        </pc:picChg>
        <pc:picChg chg="del">
          <ac:chgData name="Eclair Chen" userId="bee3a08289d85a0e" providerId="LiveId" clId="{71FB9C61-1791-423F-B22E-623F75BBE885}" dt="2024-11-21T05:21:20.005" v="828" actId="478"/>
          <ac:picMkLst>
            <pc:docMk/>
            <pc:sldMk cId="0" sldId="364"/>
            <ac:picMk id="702469" creationId="{11377662-BE36-4BC2-B385-F2BC4D199E7A}"/>
          </ac:picMkLst>
        </pc:picChg>
        <pc:picChg chg="del">
          <ac:chgData name="Eclair Chen" userId="bee3a08289d85a0e" providerId="LiveId" clId="{71FB9C61-1791-423F-B22E-623F75BBE885}" dt="2024-11-21T05:27:40.772" v="834" actId="478"/>
          <ac:picMkLst>
            <pc:docMk/>
            <pc:sldMk cId="0" sldId="364"/>
            <ac:picMk id="702471" creationId="{18511974-758C-411F-8315-402E47EECE37}"/>
          </ac:picMkLst>
        </pc:picChg>
        <pc:picChg chg="del">
          <ac:chgData name="Eclair Chen" userId="bee3a08289d85a0e" providerId="LiveId" clId="{71FB9C61-1791-423F-B22E-623F75BBE885}" dt="2024-11-21T05:28:10.219" v="843" actId="478"/>
          <ac:picMkLst>
            <pc:docMk/>
            <pc:sldMk cId="0" sldId="364"/>
            <ac:picMk id="702472" creationId="{88424058-3BB5-4703-8C27-44A1FCEF1276}"/>
          </ac:picMkLst>
        </pc:picChg>
      </pc:sldChg>
      <pc:sldChg chg="modSp del">
        <pc:chgData name="Eclair Chen" userId="bee3a08289d85a0e" providerId="LiveId" clId="{71FB9C61-1791-423F-B22E-623F75BBE885}" dt="2024-11-21T05:35:55.739" v="901" actId="2696"/>
        <pc:sldMkLst>
          <pc:docMk/>
          <pc:sldMk cId="0" sldId="365"/>
        </pc:sldMkLst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65"/>
            <ac:spMk id="703490" creationId="{58B9B145-73FC-45F1-B58C-FF1C6FA736FB}"/>
          </ac:spMkLst>
        </pc:spChg>
        <pc:spChg chg="mod">
          <ac:chgData name="Eclair Chen" userId="bee3a08289d85a0e" providerId="LiveId" clId="{71FB9C61-1791-423F-B22E-623F75BBE885}" dt="2024-11-21T05:34:34.987" v="894" actId="14100"/>
          <ac:spMkLst>
            <pc:docMk/>
            <pc:sldMk cId="0" sldId="365"/>
            <ac:spMk id="703491" creationId="{D4B6DA66-CFD5-4637-9A4A-5B1B5741665D}"/>
          </ac:spMkLst>
        </pc:spChg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65"/>
            <ac:spMk id="703492" creationId="{C5ECCE03-519B-4EA0-8505-B5FEBE51405C}"/>
          </ac:spMkLst>
        </pc:spChg>
      </pc:sldChg>
      <pc:sldChg chg="addSp delSp modSp mod">
        <pc:chgData name="Eclair Chen" userId="bee3a08289d85a0e" providerId="LiveId" clId="{71FB9C61-1791-423F-B22E-623F75BBE885}" dt="2024-11-21T05:49:58.551" v="972" actId="20577"/>
        <pc:sldMkLst>
          <pc:docMk/>
          <pc:sldMk cId="0" sldId="366"/>
        </pc:sldMkLst>
        <pc:spChg chg="mod">
          <ac:chgData name="Eclair Chen" userId="bee3a08289d85a0e" providerId="LiveId" clId="{71FB9C61-1791-423F-B22E-623F75BBE885}" dt="2024-11-21T05:49:58.551" v="972" actId="20577"/>
          <ac:spMkLst>
            <pc:docMk/>
            <pc:sldMk cId="0" sldId="366"/>
            <ac:spMk id="704514" creationId="{C5934E6E-C88C-4E7C-9124-E8D3B977C74C}"/>
          </ac:spMkLst>
        </pc:spChg>
        <pc:spChg chg="mod">
          <ac:chgData name="Eclair Chen" userId="bee3a08289d85a0e" providerId="LiveId" clId="{71FB9C61-1791-423F-B22E-623F75BBE885}" dt="2024-11-21T05:44:18.272" v="927" actId="208"/>
          <ac:spMkLst>
            <pc:docMk/>
            <pc:sldMk cId="0" sldId="366"/>
            <ac:spMk id="704515" creationId="{CCD5C82E-D131-4494-90EF-15461161F635}"/>
          </ac:spMkLst>
        </pc:spChg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66"/>
            <ac:spMk id="704516" creationId="{01B40B7D-278D-42BC-A13D-2E9C0727098D}"/>
          </ac:spMkLst>
        </pc:spChg>
        <pc:picChg chg="add mod ord">
          <ac:chgData name="Eclair Chen" userId="bee3a08289d85a0e" providerId="LiveId" clId="{71FB9C61-1791-423F-B22E-623F75BBE885}" dt="2024-11-21T05:42:58.991" v="915" actId="167"/>
          <ac:picMkLst>
            <pc:docMk/>
            <pc:sldMk cId="0" sldId="366"/>
            <ac:picMk id="2" creationId="{94C03AD9-83F6-4BF4-84B8-CA204389771E}"/>
          </ac:picMkLst>
        </pc:picChg>
        <pc:picChg chg="add mod">
          <ac:chgData name="Eclair Chen" userId="bee3a08289d85a0e" providerId="LiveId" clId="{71FB9C61-1791-423F-B22E-623F75BBE885}" dt="2024-11-21T05:43:28.599" v="920" actId="14100"/>
          <ac:picMkLst>
            <pc:docMk/>
            <pc:sldMk cId="0" sldId="366"/>
            <ac:picMk id="3" creationId="{24D837C7-F83A-428C-AB66-2D1CAD29AF01}"/>
          </ac:picMkLst>
        </pc:picChg>
        <pc:picChg chg="del">
          <ac:chgData name="Eclair Chen" userId="bee3a08289d85a0e" providerId="LiveId" clId="{71FB9C61-1791-423F-B22E-623F75BBE885}" dt="2024-11-21T05:38:50.971" v="902" actId="478"/>
          <ac:picMkLst>
            <pc:docMk/>
            <pc:sldMk cId="0" sldId="366"/>
            <ac:picMk id="704517" creationId="{74723F50-0A10-4C34-A0AB-E845321DF681}"/>
          </ac:picMkLst>
        </pc:picChg>
      </pc:sldChg>
      <pc:sldChg chg="modSp del">
        <pc:chgData name="Eclair Chen" userId="bee3a08289d85a0e" providerId="LiveId" clId="{71FB9C61-1791-423F-B22E-623F75BBE885}" dt="2024-11-21T05:44:24.969" v="928" actId="2696"/>
        <pc:sldMkLst>
          <pc:docMk/>
          <pc:sldMk cId="0" sldId="367"/>
        </pc:sldMkLst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67"/>
            <ac:spMk id="705540" creationId="{3B919D3E-C3A6-4BAF-8A44-02894D4E267E}"/>
          </ac:spMkLst>
        </pc:spChg>
      </pc:sldChg>
      <pc:sldChg chg="modSp del">
        <pc:chgData name="Eclair Chen" userId="bee3a08289d85a0e" providerId="LiveId" clId="{71FB9C61-1791-423F-B22E-623F75BBE885}" dt="2024-11-21T05:44:27.771" v="929" actId="2696"/>
        <pc:sldMkLst>
          <pc:docMk/>
          <pc:sldMk cId="0" sldId="368"/>
        </pc:sldMkLst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68"/>
            <ac:spMk id="706566" creationId="{7954DE54-5AE0-4992-8606-95FD56361671}"/>
          </ac:spMkLst>
        </pc:spChg>
      </pc:sldChg>
      <pc:sldChg chg="modSp del">
        <pc:chgData name="Eclair Chen" userId="bee3a08289d85a0e" providerId="LiveId" clId="{71FB9C61-1791-423F-B22E-623F75BBE885}" dt="2024-11-21T05:44:30.931" v="930" actId="2696"/>
        <pc:sldMkLst>
          <pc:docMk/>
          <pc:sldMk cId="0" sldId="369"/>
        </pc:sldMkLst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69"/>
            <ac:spMk id="707590" creationId="{A261F370-7F19-4162-8723-2A2A01458049}"/>
          </ac:spMkLst>
        </pc:spChg>
      </pc:sldChg>
      <pc:sldChg chg="addSp delSp modSp mod">
        <pc:chgData name="Eclair Chen" userId="bee3a08289d85a0e" providerId="LiveId" clId="{71FB9C61-1791-423F-B22E-623F75BBE885}" dt="2024-11-21T05:50:08.370" v="975" actId="14100"/>
        <pc:sldMkLst>
          <pc:docMk/>
          <pc:sldMk cId="0" sldId="370"/>
        </pc:sldMkLst>
        <pc:spChg chg="mod">
          <ac:chgData name="Eclair Chen" userId="bee3a08289d85a0e" providerId="LiveId" clId="{71FB9C61-1791-423F-B22E-623F75BBE885}" dt="2024-11-21T05:50:08.370" v="975" actId="14100"/>
          <ac:spMkLst>
            <pc:docMk/>
            <pc:sldMk cId="0" sldId="370"/>
            <ac:spMk id="708610" creationId="{87EB12A2-E147-44C2-8DEF-6C8E5E158BE3}"/>
          </ac:spMkLst>
        </pc:spChg>
        <pc:spChg chg="mod">
          <ac:chgData name="Eclair Chen" userId="bee3a08289d85a0e" providerId="LiveId" clId="{71FB9C61-1791-423F-B22E-623F75BBE885}" dt="2024-11-21T05:46:39.289" v="945" actId="20577"/>
          <ac:spMkLst>
            <pc:docMk/>
            <pc:sldMk cId="0" sldId="370"/>
            <ac:spMk id="708611" creationId="{8C0F75D2-E789-4698-B14B-6A0463125754}"/>
          </ac:spMkLst>
        </pc:spChg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70"/>
            <ac:spMk id="708615" creationId="{D75921D5-5497-4ADE-BECC-CD6F29D5FBDD}"/>
          </ac:spMkLst>
        </pc:spChg>
        <pc:picChg chg="add mod">
          <ac:chgData name="Eclair Chen" userId="bee3a08289d85a0e" providerId="LiveId" clId="{71FB9C61-1791-423F-B22E-623F75BBE885}" dt="2024-11-21T05:48:41.343" v="962" actId="1076"/>
          <ac:picMkLst>
            <pc:docMk/>
            <pc:sldMk cId="0" sldId="370"/>
            <ac:picMk id="2" creationId="{7E225F7A-67D6-4825-A032-2FF4B375E41F}"/>
          </ac:picMkLst>
        </pc:picChg>
        <pc:picChg chg="add mod">
          <ac:chgData name="Eclair Chen" userId="bee3a08289d85a0e" providerId="LiveId" clId="{71FB9C61-1791-423F-B22E-623F75BBE885}" dt="2024-11-21T05:49:07.398" v="967" actId="1076"/>
          <ac:picMkLst>
            <pc:docMk/>
            <pc:sldMk cId="0" sldId="370"/>
            <ac:picMk id="3" creationId="{A73A0B14-839A-4B6F-B29A-874D892A3664}"/>
          </ac:picMkLst>
        </pc:picChg>
        <pc:picChg chg="add mod modCrop">
          <ac:chgData name="Eclair Chen" userId="bee3a08289d85a0e" providerId="LiveId" clId="{71FB9C61-1791-423F-B22E-623F75BBE885}" dt="2024-11-21T05:49:44.030" v="971" actId="732"/>
          <ac:picMkLst>
            <pc:docMk/>
            <pc:sldMk cId="0" sldId="370"/>
            <ac:picMk id="4" creationId="{A32E7B5F-B885-4239-8040-D6B41A32D13F}"/>
          </ac:picMkLst>
        </pc:picChg>
        <pc:picChg chg="del">
          <ac:chgData name="Eclair Chen" userId="bee3a08289d85a0e" providerId="LiveId" clId="{71FB9C61-1791-423F-B22E-623F75BBE885}" dt="2024-11-21T05:48:00.065" v="946" actId="478"/>
          <ac:picMkLst>
            <pc:docMk/>
            <pc:sldMk cId="0" sldId="370"/>
            <ac:picMk id="708612" creationId="{46FB62AB-5BDC-4AB7-BCEC-94CF902FF3E7}"/>
          </ac:picMkLst>
        </pc:picChg>
        <pc:picChg chg="del">
          <ac:chgData name="Eclair Chen" userId="bee3a08289d85a0e" providerId="LiveId" clId="{71FB9C61-1791-423F-B22E-623F75BBE885}" dt="2024-11-21T05:46:10.128" v="937" actId="478"/>
          <ac:picMkLst>
            <pc:docMk/>
            <pc:sldMk cId="0" sldId="370"/>
            <ac:picMk id="708613" creationId="{3C9A1334-4DF3-458A-9165-059581F82F1E}"/>
          </ac:picMkLst>
        </pc:picChg>
        <pc:picChg chg="del">
          <ac:chgData name="Eclair Chen" userId="bee3a08289d85a0e" providerId="LiveId" clId="{71FB9C61-1791-423F-B22E-623F75BBE885}" dt="2024-11-21T05:46:34.352" v="941" actId="478"/>
          <ac:picMkLst>
            <pc:docMk/>
            <pc:sldMk cId="0" sldId="370"/>
            <ac:picMk id="708614" creationId="{7F1A58EC-C441-4414-B5D3-AB10696BD0C6}"/>
          </ac:picMkLst>
        </pc:picChg>
      </pc:sldChg>
      <pc:sldChg chg="modSp mod">
        <pc:chgData name="Eclair Chen" userId="bee3a08289d85a0e" providerId="LiveId" clId="{71FB9C61-1791-423F-B22E-623F75BBE885}" dt="2024-11-21T05:55:05.918" v="1024" actId="207"/>
        <pc:sldMkLst>
          <pc:docMk/>
          <pc:sldMk cId="0" sldId="371"/>
        </pc:sldMkLst>
        <pc:spChg chg="mod">
          <ac:chgData name="Eclair Chen" userId="bee3a08289d85a0e" providerId="LiveId" clId="{71FB9C61-1791-423F-B22E-623F75BBE885}" dt="2024-11-21T02:42:55.601" v="1"/>
          <ac:spMkLst>
            <pc:docMk/>
            <pc:sldMk cId="0" sldId="371"/>
            <ac:spMk id="709634" creationId="{26DCB7D2-4D66-4A36-B420-C916F74D5F65}"/>
          </ac:spMkLst>
        </pc:spChg>
        <pc:spChg chg="mod">
          <ac:chgData name="Eclair Chen" userId="bee3a08289d85a0e" providerId="LiveId" clId="{71FB9C61-1791-423F-B22E-623F75BBE885}" dt="2024-11-21T05:55:05.918" v="1024" actId="207"/>
          <ac:spMkLst>
            <pc:docMk/>
            <pc:sldMk cId="0" sldId="371"/>
            <ac:spMk id="709635" creationId="{918D5145-DE16-495A-BC0D-48E60BF214BF}"/>
          </ac:spMkLst>
        </pc:spChg>
        <pc:spChg chg="mod">
          <ac:chgData name="Eclair Chen" userId="bee3a08289d85a0e" providerId="LiveId" clId="{71FB9C61-1791-423F-B22E-623F75BBE885}" dt="2024-11-21T02:42:38.244" v="0"/>
          <ac:spMkLst>
            <pc:docMk/>
            <pc:sldMk cId="0" sldId="371"/>
            <ac:spMk id="709636" creationId="{CA3FEECE-6272-4A3D-A17D-F3EF4AC5BC8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8670839C-A2F7-4EB8-B034-E58A6A279F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7494F484-6F55-436F-9629-0E2B7969639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C385B0B6-7EEB-497D-A858-7D75A7A3946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8F22C4FA-80AD-4C32-8905-B188075754A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0303DA66-2058-4590-8226-9EEE65A532F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45F64BC7-AEB8-4EC6-AA51-EF2070B770E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BD066E87-11F2-478A-ABA3-CCE83FA8EF0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631E2E69-D804-4D4D-9491-ECF49235C0D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4069" name="Rectangle 5">
            <a:extLst>
              <a:ext uri="{FF2B5EF4-FFF2-40B4-BE49-F238E27FC236}">
                <a16:creationId xmlns:a16="http://schemas.microsoft.com/office/drawing/2014/main" id="{CAB73999-E812-4A62-AF5A-8A138178369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344070" name="Rectangle 6">
            <a:extLst>
              <a:ext uri="{FF2B5EF4-FFF2-40B4-BE49-F238E27FC236}">
                <a16:creationId xmlns:a16="http://schemas.microsoft.com/office/drawing/2014/main" id="{D252C530-450B-41E4-8FDB-1DDDA7EA89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71" name="Rectangle 7">
            <a:extLst>
              <a:ext uri="{FF2B5EF4-FFF2-40B4-BE49-F238E27FC236}">
                <a16:creationId xmlns:a16="http://schemas.microsoft.com/office/drawing/2014/main" id="{237F58E2-F79D-4D87-B7A8-402A28486F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15769231-67D4-4C26-A051-B8C485C1D7D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0DED331-45BD-41BA-AB35-CC9289DA1A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39ADEF-EA56-4C1B-9290-90FF1BAF6707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388098" name="Rectangle 2">
            <a:extLst>
              <a:ext uri="{FF2B5EF4-FFF2-40B4-BE49-F238E27FC236}">
                <a16:creationId xmlns:a16="http://schemas.microsoft.com/office/drawing/2014/main" id="{C180109F-A4D0-41DC-8CFA-22C65EDDFC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id="{DE168AF3-4EF0-4C81-B6D6-8A908FAA74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>
            <a:extLst>
              <a:ext uri="{FF2B5EF4-FFF2-40B4-BE49-F238E27FC236}">
                <a16:creationId xmlns:a16="http://schemas.microsoft.com/office/drawing/2014/main" id="{B1398C00-77C1-4B7C-94E6-B9C377886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C8336FFC-29B5-4B6C-8165-D1777F56EEB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321540" name="Rectangle 4">
            <a:extLst>
              <a:ext uri="{FF2B5EF4-FFF2-40B4-BE49-F238E27FC236}">
                <a16:creationId xmlns:a16="http://schemas.microsoft.com/office/drawing/2014/main" id="{3DA2ED71-7936-451D-857B-8434D4880C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21541" name="Rectangle 5">
            <a:extLst>
              <a:ext uri="{FF2B5EF4-FFF2-40B4-BE49-F238E27FC236}">
                <a16:creationId xmlns:a16="http://schemas.microsoft.com/office/drawing/2014/main" id="{17051B09-6ABF-4F5F-8F0C-D0BA49879B4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2" name="Rectangle 6">
            <a:extLst>
              <a:ext uri="{FF2B5EF4-FFF2-40B4-BE49-F238E27FC236}">
                <a16:creationId xmlns:a16="http://schemas.microsoft.com/office/drawing/2014/main" id="{7435D8C1-F347-428F-8E00-66EF3BCD86A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3" name="Rectangle 7">
            <a:extLst>
              <a:ext uri="{FF2B5EF4-FFF2-40B4-BE49-F238E27FC236}">
                <a16:creationId xmlns:a16="http://schemas.microsoft.com/office/drawing/2014/main" id="{9BDB1A3E-1F6F-4BA2-8C0C-617624FC44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EBED907-8E5F-4572-8A8C-DAE94E132A85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1544" name="Group 8">
            <a:extLst>
              <a:ext uri="{FF2B5EF4-FFF2-40B4-BE49-F238E27FC236}">
                <a16:creationId xmlns:a16="http://schemas.microsoft.com/office/drawing/2014/main" id="{A9CC3478-6297-479D-A39E-514FBB704945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321545" name="Oval 9">
              <a:extLst>
                <a:ext uri="{FF2B5EF4-FFF2-40B4-BE49-F238E27FC236}">
                  <a16:creationId xmlns:a16="http://schemas.microsoft.com/office/drawing/2014/main" id="{49258230-A258-4DE7-851B-1E5A11CDF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6" name="Oval 10">
              <a:extLst>
                <a:ext uri="{FF2B5EF4-FFF2-40B4-BE49-F238E27FC236}">
                  <a16:creationId xmlns:a16="http://schemas.microsoft.com/office/drawing/2014/main" id="{48B78E2B-C835-43E7-AE30-6C741630E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7" name="Oval 11">
              <a:extLst>
                <a:ext uri="{FF2B5EF4-FFF2-40B4-BE49-F238E27FC236}">
                  <a16:creationId xmlns:a16="http://schemas.microsoft.com/office/drawing/2014/main" id="{370282CA-7AD3-4469-A6AA-549CA73B7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8" name="Oval 12">
              <a:extLst>
                <a:ext uri="{FF2B5EF4-FFF2-40B4-BE49-F238E27FC236}">
                  <a16:creationId xmlns:a16="http://schemas.microsoft.com/office/drawing/2014/main" id="{0862C3F3-FFF6-4D08-B0D7-C04E6CFBC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9" name="Oval 13">
              <a:extLst>
                <a:ext uri="{FF2B5EF4-FFF2-40B4-BE49-F238E27FC236}">
                  <a16:creationId xmlns:a16="http://schemas.microsoft.com/office/drawing/2014/main" id="{57B126AE-BA46-44AF-A98C-0DFBFF229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0" name="Oval 14">
              <a:extLst>
                <a:ext uri="{FF2B5EF4-FFF2-40B4-BE49-F238E27FC236}">
                  <a16:creationId xmlns:a16="http://schemas.microsoft.com/office/drawing/2014/main" id="{C4D6832C-1C05-4032-B9D4-635D97D58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1" name="Oval 15">
              <a:extLst>
                <a:ext uri="{FF2B5EF4-FFF2-40B4-BE49-F238E27FC236}">
                  <a16:creationId xmlns:a16="http://schemas.microsoft.com/office/drawing/2014/main" id="{BD11A835-0124-475B-BEF0-3EF330D57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2" name="Oval 16">
              <a:extLst>
                <a:ext uri="{FF2B5EF4-FFF2-40B4-BE49-F238E27FC236}">
                  <a16:creationId xmlns:a16="http://schemas.microsoft.com/office/drawing/2014/main" id="{5667DCE5-9F62-46E5-A9B3-1E4138002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3" name="Oval 17">
              <a:extLst>
                <a:ext uri="{FF2B5EF4-FFF2-40B4-BE49-F238E27FC236}">
                  <a16:creationId xmlns:a16="http://schemas.microsoft.com/office/drawing/2014/main" id="{F42526CE-92C8-4C92-B32E-82C54CD57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4" name="Oval 18">
              <a:extLst>
                <a:ext uri="{FF2B5EF4-FFF2-40B4-BE49-F238E27FC236}">
                  <a16:creationId xmlns:a16="http://schemas.microsoft.com/office/drawing/2014/main" id="{159F38F1-B252-4907-BB22-C344C63CA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5" name="Oval 19">
              <a:extLst>
                <a:ext uri="{FF2B5EF4-FFF2-40B4-BE49-F238E27FC236}">
                  <a16:creationId xmlns:a16="http://schemas.microsoft.com/office/drawing/2014/main" id="{024E2C81-EDCD-482C-9039-8B7F151E5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6" name="Oval 20">
              <a:extLst>
                <a:ext uri="{FF2B5EF4-FFF2-40B4-BE49-F238E27FC236}">
                  <a16:creationId xmlns:a16="http://schemas.microsoft.com/office/drawing/2014/main" id="{581CA6C6-0827-4B32-ADE7-11D279FC1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7" name="Oval 21">
              <a:extLst>
                <a:ext uri="{FF2B5EF4-FFF2-40B4-BE49-F238E27FC236}">
                  <a16:creationId xmlns:a16="http://schemas.microsoft.com/office/drawing/2014/main" id="{58CBF18F-564F-4A59-9A4E-87F9A582A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8" name="Oval 22">
              <a:extLst>
                <a:ext uri="{FF2B5EF4-FFF2-40B4-BE49-F238E27FC236}">
                  <a16:creationId xmlns:a16="http://schemas.microsoft.com/office/drawing/2014/main" id="{BAB362FF-DCB1-41D1-8CD2-2BF4F7F03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9" name="Oval 23">
              <a:extLst>
                <a:ext uri="{FF2B5EF4-FFF2-40B4-BE49-F238E27FC236}">
                  <a16:creationId xmlns:a16="http://schemas.microsoft.com/office/drawing/2014/main" id="{9B90AFAD-00E7-43AA-B6CF-350566BA5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0" name="Oval 24">
              <a:extLst>
                <a:ext uri="{FF2B5EF4-FFF2-40B4-BE49-F238E27FC236}">
                  <a16:creationId xmlns:a16="http://schemas.microsoft.com/office/drawing/2014/main" id="{6C458232-E30C-4EC4-B777-F1ECDA0D7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1" name="Oval 25">
              <a:extLst>
                <a:ext uri="{FF2B5EF4-FFF2-40B4-BE49-F238E27FC236}">
                  <a16:creationId xmlns:a16="http://schemas.microsoft.com/office/drawing/2014/main" id="{78B1F875-5B59-414B-B462-3089CE2FE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2" name="Oval 26">
              <a:extLst>
                <a:ext uri="{FF2B5EF4-FFF2-40B4-BE49-F238E27FC236}">
                  <a16:creationId xmlns:a16="http://schemas.microsoft.com/office/drawing/2014/main" id="{34518650-0ECF-4FE6-9CFA-82A2D4424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3" name="Oval 27">
              <a:extLst>
                <a:ext uri="{FF2B5EF4-FFF2-40B4-BE49-F238E27FC236}">
                  <a16:creationId xmlns:a16="http://schemas.microsoft.com/office/drawing/2014/main" id="{98B02476-8B8D-4766-9775-4D1B7F5F6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4" name="Oval 28">
              <a:extLst>
                <a:ext uri="{FF2B5EF4-FFF2-40B4-BE49-F238E27FC236}">
                  <a16:creationId xmlns:a16="http://schemas.microsoft.com/office/drawing/2014/main" id="{444CEA03-E363-4EDD-ABF8-BCC2A7317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5" name="Oval 29">
              <a:extLst>
                <a:ext uri="{FF2B5EF4-FFF2-40B4-BE49-F238E27FC236}">
                  <a16:creationId xmlns:a16="http://schemas.microsoft.com/office/drawing/2014/main" id="{D7914CD3-0DDA-41B0-93E9-688B02051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6" name="Oval 30">
              <a:extLst>
                <a:ext uri="{FF2B5EF4-FFF2-40B4-BE49-F238E27FC236}">
                  <a16:creationId xmlns:a16="http://schemas.microsoft.com/office/drawing/2014/main" id="{2787B12D-07F6-4BF6-9058-9768D17A8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7" name="Oval 31">
              <a:extLst>
                <a:ext uri="{FF2B5EF4-FFF2-40B4-BE49-F238E27FC236}">
                  <a16:creationId xmlns:a16="http://schemas.microsoft.com/office/drawing/2014/main" id="{CAC6E719-8B67-4CF2-992B-0DC684CC3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8" name="Oval 32">
              <a:extLst>
                <a:ext uri="{FF2B5EF4-FFF2-40B4-BE49-F238E27FC236}">
                  <a16:creationId xmlns:a16="http://schemas.microsoft.com/office/drawing/2014/main" id="{1A7C7C8B-24FE-4A0A-AB32-A4543EFBB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9" name="Oval 33">
              <a:extLst>
                <a:ext uri="{FF2B5EF4-FFF2-40B4-BE49-F238E27FC236}">
                  <a16:creationId xmlns:a16="http://schemas.microsoft.com/office/drawing/2014/main" id="{B02DDC05-02F8-480C-8F97-060334638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0" name="Oval 34">
              <a:extLst>
                <a:ext uri="{FF2B5EF4-FFF2-40B4-BE49-F238E27FC236}">
                  <a16:creationId xmlns:a16="http://schemas.microsoft.com/office/drawing/2014/main" id="{A8E74610-E2AF-4407-94AE-476F9287C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1" name="Oval 35">
              <a:extLst>
                <a:ext uri="{FF2B5EF4-FFF2-40B4-BE49-F238E27FC236}">
                  <a16:creationId xmlns:a16="http://schemas.microsoft.com/office/drawing/2014/main" id="{0C5E147C-086C-48FC-86F6-D9F5852BC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2" name="Oval 36">
              <a:extLst>
                <a:ext uri="{FF2B5EF4-FFF2-40B4-BE49-F238E27FC236}">
                  <a16:creationId xmlns:a16="http://schemas.microsoft.com/office/drawing/2014/main" id="{9D1AD102-BAAF-479B-A8E9-47EA0DD40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3" name="Oval 37">
              <a:extLst>
                <a:ext uri="{FF2B5EF4-FFF2-40B4-BE49-F238E27FC236}">
                  <a16:creationId xmlns:a16="http://schemas.microsoft.com/office/drawing/2014/main" id="{8ECBCCA2-7583-4027-BDEF-F0B91C8CA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4" name="Oval 38">
              <a:extLst>
                <a:ext uri="{FF2B5EF4-FFF2-40B4-BE49-F238E27FC236}">
                  <a16:creationId xmlns:a16="http://schemas.microsoft.com/office/drawing/2014/main" id="{A2ADC022-0320-402F-9756-26A4C02D6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5" name="Oval 39">
              <a:extLst>
                <a:ext uri="{FF2B5EF4-FFF2-40B4-BE49-F238E27FC236}">
                  <a16:creationId xmlns:a16="http://schemas.microsoft.com/office/drawing/2014/main" id="{8846F201-AA11-4CDA-8947-A6CBB0C9C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21576" name="Line 40">
            <a:extLst>
              <a:ext uri="{FF2B5EF4-FFF2-40B4-BE49-F238E27FC236}">
                <a16:creationId xmlns:a16="http://schemas.microsoft.com/office/drawing/2014/main" id="{5C4DBAF6-7BFE-4D7B-9DA1-257F522E54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880626-D667-476E-A8DF-5EF98C32C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A3A7A8-6180-49EA-B07D-6FB6CBB92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86E8A6-C88F-4EFE-BA4B-D7B9699F8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71D081-6A41-44B0-B426-091E4FB5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B1FE20-7B94-4A08-B8E3-A077E2DB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62B507-DDCB-426D-B3E4-99EF23CD5D8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1068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32A453-E318-4C7E-B955-050005E8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CC488BB-9659-40FD-B8A5-286D2A8DA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1022E2-6249-45C8-BB9D-F026CD511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427747-78AC-4A8F-9F63-5F025B86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042266-D97E-47C5-9424-3A571C49D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FCC6DC-3817-4CC4-9EBD-53A04E828DC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90485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44A927-6F54-4B95-9A54-D22F14F07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4B2C5D-E964-4EE9-9135-4B6E826B97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8EAB487-9CAE-49D1-97E8-9961FB1D1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8E566A4-0501-46B7-ABCE-EF3476D19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07BCD63-AD8A-4AC2-815A-A943575F1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9DB4FFF-DF0E-44BF-AD09-590AF81B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1A920-449B-42D2-9D2A-1E275D68DB9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71268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11E048-3E37-4D9B-96E2-C3482FCE6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C09C59-962B-4767-B451-B17D49A7E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7EE1013-A29C-45E1-84E6-ABE1C11BA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DA60EF0-E874-46B8-8B1C-5477BF0E6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7088265-20B9-47FC-AD5E-1F7241EAD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B4E539D-D46E-4417-B23E-16E0E14D2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85F90D4-A6DD-4EA7-9241-872A215A8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B4189C3-E465-4766-9904-440047B60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097231-B083-425D-B3C5-0BAD481279F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27607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1C1E6E-6846-4089-9528-7DD45CFD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6EF600-C9AF-49B7-9E5C-D624A59CC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F4D807-9D66-42E3-8D89-7370B7A2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0C9DF43-5226-4D7A-A426-326F1F7C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0B13A7-5809-4488-A092-E542C5FD753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10128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7CC076C-B013-4BE4-BB1B-88A9B3BFD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CE74E88-B096-4FBD-AE2F-8DE8E89A3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0EFBDB-A468-46B6-AF2E-3362FC783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B8CA30-0E82-43AE-90F4-68F1369056A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8776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318ED2-0B96-4A96-B486-25CB36AB1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0CCB4F-1B2B-4FDE-9DB4-FA3F47501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91BA34D-1EAC-421E-AC01-CAFCF65E2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AE6157-8AF0-4E37-B8F7-975E2F5B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46AD34-E6B4-4953-AE76-820261BB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6EFB1F-CA76-4113-BBD7-E587D8E91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8A8809-B6DF-4F0C-83E6-5A89A9180A6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4621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A7C20C-C988-42A8-988F-F3473B162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6F05231-1B26-40AA-A568-16675493C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9C4813A-B911-46C5-9334-0B874B3B0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7A9B56-C680-4358-9263-8E42B8FD9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AFD8896-D8A6-4BCC-ACB3-4210478B7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BAA2D50-49F5-40C5-851F-32DE8FFB3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EECDDB-0C30-482A-A859-94F174CCBF0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3388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B21F9-0E8A-4FD4-81B6-D697E9BD4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4DD6FF3-168E-44D6-9852-464C2F0DC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45A99B-2F70-4A20-A131-A63154FC8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F97D0D-9AE2-4919-94D1-34A267731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B6A46B-609B-4B11-96CF-C99486A87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905C04-149C-4788-A37B-CD602B0DE48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9519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B098D3F-90C3-49F9-9524-F4DFB83AB5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F5217FF-DAE8-421A-A6DD-10B717E70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770523-E47E-4A86-ABE4-E5268A6A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858E75-3220-495F-B6CE-C6A387D46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4A70A3-2D04-42DC-AAD4-F25FB1CB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1D18A4-2428-460A-AE2A-0509F7CF694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59121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28AE1D-4576-4E59-874F-9BAF1393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FBE516-752F-489B-9639-69223E2FD16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DD8B1E1-B729-4645-81A5-B0AB25386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81631A-E411-4B30-B7E3-5EFD3AD0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3D8CB73-2DBF-44AF-AADF-1BC971E5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0B80FD3-39F8-4BC1-94F9-1914C9908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0845B84-053E-45C1-99D8-5A01FB32A9F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8025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>
            <a:extLst>
              <a:ext uri="{FF2B5EF4-FFF2-40B4-BE49-F238E27FC236}">
                <a16:creationId xmlns:a16="http://schemas.microsoft.com/office/drawing/2014/main" id="{FC83DE23-5C97-4314-B05C-C0F0EE0533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609D042D-F6CE-4979-8345-F078BDFD21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20516" name="Rectangle 4">
            <a:extLst>
              <a:ext uri="{FF2B5EF4-FFF2-40B4-BE49-F238E27FC236}">
                <a16:creationId xmlns:a16="http://schemas.microsoft.com/office/drawing/2014/main" id="{FBB79156-710A-4D92-AFCE-37175BFFFF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20517" name="Rectangle 5">
            <a:extLst>
              <a:ext uri="{FF2B5EF4-FFF2-40B4-BE49-F238E27FC236}">
                <a16:creationId xmlns:a16="http://schemas.microsoft.com/office/drawing/2014/main" id="{791DA1CB-EFD3-4F89-896F-519525836CE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8" name="Rectangle 6">
            <a:extLst>
              <a:ext uri="{FF2B5EF4-FFF2-40B4-BE49-F238E27FC236}">
                <a16:creationId xmlns:a16="http://schemas.microsoft.com/office/drawing/2014/main" id="{2EE34436-7670-419D-BED8-3FD80593075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9" name="Rectangle 7">
            <a:extLst>
              <a:ext uri="{FF2B5EF4-FFF2-40B4-BE49-F238E27FC236}">
                <a16:creationId xmlns:a16="http://schemas.microsoft.com/office/drawing/2014/main" id="{AA4C8869-6CA5-4EBE-A35E-A3E2D98892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CEBF664C-70C1-4FE8-BAD2-32C5E6BF88AC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0520" name="Group 8">
            <a:extLst>
              <a:ext uri="{FF2B5EF4-FFF2-40B4-BE49-F238E27FC236}">
                <a16:creationId xmlns:a16="http://schemas.microsoft.com/office/drawing/2014/main" id="{293A2628-D636-4356-B4BE-F936B2A3012E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20521" name="Oval 9">
              <a:extLst>
                <a:ext uri="{FF2B5EF4-FFF2-40B4-BE49-F238E27FC236}">
                  <a16:creationId xmlns:a16="http://schemas.microsoft.com/office/drawing/2014/main" id="{B71D2684-3EC5-472F-B4F9-49799A0F9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2" name="Oval 10">
              <a:extLst>
                <a:ext uri="{FF2B5EF4-FFF2-40B4-BE49-F238E27FC236}">
                  <a16:creationId xmlns:a16="http://schemas.microsoft.com/office/drawing/2014/main" id="{391C7C40-6C71-422D-A53B-EB988176B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3" name="Oval 11">
              <a:extLst>
                <a:ext uri="{FF2B5EF4-FFF2-40B4-BE49-F238E27FC236}">
                  <a16:creationId xmlns:a16="http://schemas.microsoft.com/office/drawing/2014/main" id="{E8D4E01A-0E05-4C23-8B7C-09A7372E6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4" name="Oval 12">
              <a:extLst>
                <a:ext uri="{FF2B5EF4-FFF2-40B4-BE49-F238E27FC236}">
                  <a16:creationId xmlns:a16="http://schemas.microsoft.com/office/drawing/2014/main" id="{222E302E-3210-4A66-8901-1C9FD4710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5" name="Oval 13">
              <a:extLst>
                <a:ext uri="{FF2B5EF4-FFF2-40B4-BE49-F238E27FC236}">
                  <a16:creationId xmlns:a16="http://schemas.microsoft.com/office/drawing/2014/main" id="{89CD6F53-A769-4E66-A9C8-3FCFBF689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6" name="Oval 14">
              <a:extLst>
                <a:ext uri="{FF2B5EF4-FFF2-40B4-BE49-F238E27FC236}">
                  <a16:creationId xmlns:a16="http://schemas.microsoft.com/office/drawing/2014/main" id="{0654B18F-B11F-4AC3-BEFD-B123A9BE2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7" name="Oval 15">
              <a:extLst>
                <a:ext uri="{FF2B5EF4-FFF2-40B4-BE49-F238E27FC236}">
                  <a16:creationId xmlns:a16="http://schemas.microsoft.com/office/drawing/2014/main" id="{50BD4EBF-81BA-4D62-9B3E-F4F6C788A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8" name="Oval 16">
              <a:extLst>
                <a:ext uri="{FF2B5EF4-FFF2-40B4-BE49-F238E27FC236}">
                  <a16:creationId xmlns:a16="http://schemas.microsoft.com/office/drawing/2014/main" id="{13B9A69A-1E63-4948-9977-075573CB5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9" name="Oval 17">
              <a:extLst>
                <a:ext uri="{FF2B5EF4-FFF2-40B4-BE49-F238E27FC236}">
                  <a16:creationId xmlns:a16="http://schemas.microsoft.com/office/drawing/2014/main" id="{FB7DC0F4-4537-431C-A199-2CC7866F1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0" name="Oval 18">
              <a:extLst>
                <a:ext uri="{FF2B5EF4-FFF2-40B4-BE49-F238E27FC236}">
                  <a16:creationId xmlns:a16="http://schemas.microsoft.com/office/drawing/2014/main" id="{B6985AF6-6143-4057-9905-1B4CD6105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1" name="Oval 19">
              <a:extLst>
                <a:ext uri="{FF2B5EF4-FFF2-40B4-BE49-F238E27FC236}">
                  <a16:creationId xmlns:a16="http://schemas.microsoft.com/office/drawing/2014/main" id="{CD63CAA6-FD39-41E5-A57D-4C25E3E80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2" name="Oval 20">
              <a:extLst>
                <a:ext uri="{FF2B5EF4-FFF2-40B4-BE49-F238E27FC236}">
                  <a16:creationId xmlns:a16="http://schemas.microsoft.com/office/drawing/2014/main" id="{47008CE5-4E90-414A-ABCC-ABC353968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3" name="Oval 21">
              <a:extLst>
                <a:ext uri="{FF2B5EF4-FFF2-40B4-BE49-F238E27FC236}">
                  <a16:creationId xmlns:a16="http://schemas.microsoft.com/office/drawing/2014/main" id="{D84CD1B0-0508-4F3D-96AD-C2650352E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4" name="Oval 22">
              <a:extLst>
                <a:ext uri="{FF2B5EF4-FFF2-40B4-BE49-F238E27FC236}">
                  <a16:creationId xmlns:a16="http://schemas.microsoft.com/office/drawing/2014/main" id="{CB3A1E99-52C5-471C-A9AD-43AE521DE7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5" name="Oval 23">
              <a:extLst>
                <a:ext uri="{FF2B5EF4-FFF2-40B4-BE49-F238E27FC236}">
                  <a16:creationId xmlns:a16="http://schemas.microsoft.com/office/drawing/2014/main" id="{0412B59E-9E1E-4521-91D8-7635ABC8E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6" name="Oval 24">
              <a:extLst>
                <a:ext uri="{FF2B5EF4-FFF2-40B4-BE49-F238E27FC236}">
                  <a16:creationId xmlns:a16="http://schemas.microsoft.com/office/drawing/2014/main" id="{DE328A38-E192-45DD-8627-07681A559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7" name="Oval 25">
              <a:extLst>
                <a:ext uri="{FF2B5EF4-FFF2-40B4-BE49-F238E27FC236}">
                  <a16:creationId xmlns:a16="http://schemas.microsoft.com/office/drawing/2014/main" id="{64DE2633-C78C-45A9-B0A7-27860A0D8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8" name="Oval 26">
              <a:extLst>
                <a:ext uri="{FF2B5EF4-FFF2-40B4-BE49-F238E27FC236}">
                  <a16:creationId xmlns:a16="http://schemas.microsoft.com/office/drawing/2014/main" id="{F776D34A-AA0B-4753-8905-52194BD9A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9" name="Oval 27">
              <a:extLst>
                <a:ext uri="{FF2B5EF4-FFF2-40B4-BE49-F238E27FC236}">
                  <a16:creationId xmlns:a16="http://schemas.microsoft.com/office/drawing/2014/main" id="{0A3A1718-13FE-4BF8-AB22-272A9B2AF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0" name="Oval 28">
              <a:extLst>
                <a:ext uri="{FF2B5EF4-FFF2-40B4-BE49-F238E27FC236}">
                  <a16:creationId xmlns:a16="http://schemas.microsoft.com/office/drawing/2014/main" id="{A83EBC71-ED05-4F50-8029-4F08A7B9B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1" name="Oval 29">
              <a:extLst>
                <a:ext uri="{FF2B5EF4-FFF2-40B4-BE49-F238E27FC236}">
                  <a16:creationId xmlns:a16="http://schemas.microsoft.com/office/drawing/2014/main" id="{F0C3B784-7C82-408D-A2C7-11E953F4D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2" name="Oval 30">
              <a:extLst>
                <a:ext uri="{FF2B5EF4-FFF2-40B4-BE49-F238E27FC236}">
                  <a16:creationId xmlns:a16="http://schemas.microsoft.com/office/drawing/2014/main" id="{4C422DAE-1F7A-4392-B8F8-0F24CF855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3" name="Oval 31">
              <a:extLst>
                <a:ext uri="{FF2B5EF4-FFF2-40B4-BE49-F238E27FC236}">
                  <a16:creationId xmlns:a16="http://schemas.microsoft.com/office/drawing/2014/main" id="{B040AEEA-BBD6-41CE-B4D3-A024E3A4C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4" name="Oval 32">
              <a:extLst>
                <a:ext uri="{FF2B5EF4-FFF2-40B4-BE49-F238E27FC236}">
                  <a16:creationId xmlns:a16="http://schemas.microsoft.com/office/drawing/2014/main" id="{740AF0CA-4019-428A-BF5C-9834F9665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5" name="Oval 33">
              <a:extLst>
                <a:ext uri="{FF2B5EF4-FFF2-40B4-BE49-F238E27FC236}">
                  <a16:creationId xmlns:a16="http://schemas.microsoft.com/office/drawing/2014/main" id="{AF16224F-8C91-4724-85D0-0BFAFA69D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6" name="Oval 34">
              <a:extLst>
                <a:ext uri="{FF2B5EF4-FFF2-40B4-BE49-F238E27FC236}">
                  <a16:creationId xmlns:a16="http://schemas.microsoft.com/office/drawing/2014/main" id="{6BD96BD9-EB4C-498E-9E1C-A273704DB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7" name="Oval 35">
              <a:extLst>
                <a:ext uri="{FF2B5EF4-FFF2-40B4-BE49-F238E27FC236}">
                  <a16:creationId xmlns:a16="http://schemas.microsoft.com/office/drawing/2014/main" id="{5999D79D-11C7-436A-B285-69EFE398F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8" name="Oval 36">
              <a:extLst>
                <a:ext uri="{FF2B5EF4-FFF2-40B4-BE49-F238E27FC236}">
                  <a16:creationId xmlns:a16="http://schemas.microsoft.com/office/drawing/2014/main" id="{B386E1FD-C352-4DF7-BEFC-659695644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9" name="Oval 37">
              <a:extLst>
                <a:ext uri="{FF2B5EF4-FFF2-40B4-BE49-F238E27FC236}">
                  <a16:creationId xmlns:a16="http://schemas.microsoft.com/office/drawing/2014/main" id="{B8D8C0CA-ED5C-46F2-9376-0836D2661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0" name="Oval 38">
              <a:extLst>
                <a:ext uri="{FF2B5EF4-FFF2-40B4-BE49-F238E27FC236}">
                  <a16:creationId xmlns:a16="http://schemas.microsoft.com/office/drawing/2014/main" id="{CAB8214D-3798-4C1D-B453-A7A6502EA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1" name="Oval 39">
              <a:extLst>
                <a:ext uri="{FF2B5EF4-FFF2-40B4-BE49-F238E27FC236}">
                  <a16:creationId xmlns:a16="http://schemas.microsoft.com/office/drawing/2014/main" id="{72D93B4E-89A9-40D3-8A2D-80E663A15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9pPr>
    </p:titleStyle>
    <p:bodyStyle>
      <a:lvl1pPr marL="342900" indent="-342900" algn="l" rtl="0" fontAlgn="base">
        <a:spcBef>
          <a:spcPct val="0"/>
        </a:spcBef>
        <a:spcAft>
          <a:spcPct val="5000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0"/>
        </a:spcBef>
        <a:spcAft>
          <a:spcPct val="5000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0"/>
        </a:spcBef>
        <a:spcAft>
          <a:spcPct val="5000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0"/>
        </a:spcBef>
        <a:spcAft>
          <a:spcPct val="5000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0"/>
        </a:spcBef>
        <a:spcAft>
          <a:spcPct val="4000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4809B54-B0EC-403F-8702-162D9A6562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D37CF87C-1522-4624-9E7D-2CAB3068376A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EBEC255D-53FB-4720-AC13-562402FA96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第十六章</a:t>
            </a:r>
            <a:b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類別的繼承</a:t>
            </a:r>
            <a:r>
              <a:rPr lang="zh-TW" altLang="en-US"/>
              <a:t> </a:t>
            </a:r>
          </a:p>
        </p:txBody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639D8612-D4C8-4C9F-86D7-F194F862A8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574925"/>
          </a:xfrm>
        </p:spPr>
        <p:txBody>
          <a:bodyPr/>
          <a:lstStyle/>
          <a:p>
            <a:r>
              <a:rPr lang="zh-TW" altLang="en-US" sz="2800" dirty="0"/>
              <a:t>認識繼承的概念</a:t>
            </a:r>
          </a:p>
          <a:p>
            <a:r>
              <a:rPr lang="zh-TW" altLang="en-US" sz="2800" dirty="0"/>
              <a:t>學習由子類別存取父類別的成員</a:t>
            </a:r>
          </a:p>
          <a:p>
            <a:r>
              <a:rPr lang="zh-TW" altLang="en-US" sz="2800" dirty="0"/>
              <a:t>熟悉改寫的技術</a:t>
            </a:r>
          </a:p>
          <a:p>
            <a:r>
              <a:rPr lang="zh-TW" altLang="en-US" sz="2800" dirty="0"/>
              <a:t>在子類別中使用拷貝建構子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6">
            <a:extLst>
              <a:ext uri="{FF2B5EF4-FFF2-40B4-BE49-F238E27FC236}">
                <a16:creationId xmlns:a16="http://schemas.microsoft.com/office/drawing/2014/main" id="{B8AD296F-CF27-475C-8252-3F4D7230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C764E-61B5-4F08-97D2-F5F3A87167D4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578564" name="Rectangle 4">
            <a:extLst>
              <a:ext uri="{FF2B5EF4-FFF2-40B4-BE49-F238E27FC236}">
                <a16:creationId xmlns:a16="http://schemas.microsoft.com/office/drawing/2014/main" id="{AA890336-F838-47AE-8398-084FD4FEE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基底類別與衍生類別 </a:t>
            </a:r>
            <a:r>
              <a:rPr lang="en-US" altLang="zh-TW" dirty="0"/>
              <a:t> </a:t>
            </a:r>
          </a:p>
        </p:txBody>
      </p:sp>
      <p:sp>
        <p:nvSpPr>
          <p:cNvPr id="578565" name="Rectangle 5">
            <a:extLst>
              <a:ext uri="{FF2B5EF4-FFF2-40B4-BE49-F238E27FC236}">
                <a16:creationId xmlns:a16="http://schemas.microsoft.com/office/drawing/2014/main" id="{1065F714-7076-4E11-B140-183DA938CC6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719263"/>
            <a:ext cx="7992628" cy="4410075"/>
          </a:xfrm>
        </p:spPr>
        <p:txBody>
          <a:bodyPr/>
          <a:lstStyle/>
          <a:p>
            <a:r>
              <a:rPr lang="zh-TW" altLang="en-US" sz="2400" dirty="0"/>
              <a:t>以既有類別為基礎，進而衍生出另一類別，稱為「類別的</a:t>
            </a:r>
            <a:r>
              <a:rPr lang="zh-TW" altLang="en-US" sz="2400" b="1" dirty="0">
                <a:solidFill>
                  <a:srgbClr val="FF0000"/>
                </a:solidFill>
              </a:rPr>
              <a:t>繼承</a:t>
            </a:r>
            <a:r>
              <a:rPr lang="zh-TW" altLang="en-US" sz="2400" dirty="0"/>
              <a:t>」</a:t>
            </a:r>
            <a:endParaRPr lang="en-US" altLang="zh-TW" sz="2400" dirty="0"/>
          </a:p>
          <a:p>
            <a:r>
              <a:rPr lang="zh-TW" altLang="en-US" sz="2400" dirty="0"/>
              <a:t> 原有的類別稱為「</a:t>
            </a:r>
            <a:r>
              <a:rPr lang="zh-TW" altLang="en-US" sz="2400" b="1" dirty="0">
                <a:solidFill>
                  <a:srgbClr val="FF0000"/>
                </a:solidFill>
              </a:rPr>
              <a:t>父類別</a:t>
            </a:r>
            <a:r>
              <a:rPr lang="zh-TW" altLang="en-US" sz="2400" dirty="0"/>
              <a:t>」或「</a:t>
            </a:r>
            <a:r>
              <a:rPr lang="zh-TW" altLang="en-US" sz="2400" b="1" dirty="0">
                <a:solidFill>
                  <a:srgbClr val="FF0000"/>
                </a:solidFill>
              </a:rPr>
              <a:t>基底類別</a:t>
            </a:r>
            <a:r>
              <a:rPr lang="zh-TW" altLang="en-US" sz="2400" dirty="0"/>
              <a:t>」</a:t>
            </a:r>
          </a:p>
          <a:p>
            <a:r>
              <a:rPr lang="zh-TW" altLang="en-US" sz="2400" dirty="0"/>
              <a:t> 因繼承而產生的新類別則稱為「</a:t>
            </a:r>
            <a:r>
              <a:rPr lang="zh-TW" altLang="en-US" sz="2400" b="1" dirty="0">
                <a:solidFill>
                  <a:srgbClr val="FF0000"/>
                </a:solidFill>
              </a:rPr>
              <a:t>子類別</a:t>
            </a:r>
            <a:r>
              <a:rPr lang="zh-TW" altLang="en-US" sz="2400" dirty="0"/>
              <a:t>」或「</a:t>
            </a:r>
            <a:r>
              <a:rPr lang="zh-TW" altLang="en-US" sz="2400" b="1" dirty="0">
                <a:solidFill>
                  <a:srgbClr val="FF0000"/>
                </a:solidFill>
              </a:rPr>
              <a:t>衍生類別</a:t>
            </a:r>
            <a:r>
              <a:rPr lang="zh-TW" altLang="en-US" sz="2400" dirty="0"/>
              <a:t>」</a:t>
            </a:r>
          </a:p>
        </p:txBody>
      </p:sp>
      <p:sp>
        <p:nvSpPr>
          <p:cNvPr id="578567" name="AutoShape 7">
            <a:extLst>
              <a:ext uri="{FF2B5EF4-FFF2-40B4-BE49-F238E27FC236}">
                <a16:creationId xmlns:a16="http://schemas.microsoft.com/office/drawing/2014/main" id="{E324F78F-808C-4502-8064-3567E3F22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260350"/>
            <a:ext cx="25193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繼承的基本概念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471E1DD-396C-4154-BC76-99523E56A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3891640"/>
            <a:ext cx="3698046" cy="2585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8A69BB2-8BBB-4B35-A833-11C3CA5A0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098" y="3364702"/>
            <a:ext cx="4316342" cy="3340898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64079D-8724-48F5-A41E-976C50998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6660-42F0-407F-8F0A-63A6B1315444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581636" name="Rectangle 4">
            <a:extLst>
              <a:ext uri="{FF2B5EF4-FFF2-40B4-BE49-F238E27FC236}">
                <a16:creationId xmlns:a16="http://schemas.microsoft.com/office/drawing/2014/main" id="{DF04246C-9743-46E7-9CA3-1C0FAEA143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簡單的繼承範例 </a:t>
            </a:r>
            <a:r>
              <a:rPr lang="en-US" altLang="zh-TW" dirty="0"/>
              <a:t>(1/2) </a:t>
            </a:r>
          </a:p>
        </p:txBody>
      </p:sp>
      <p:sp>
        <p:nvSpPr>
          <p:cNvPr id="581650" name="AutoShape 18">
            <a:extLst>
              <a:ext uri="{FF2B5EF4-FFF2-40B4-BE49-F238E27FC236}">
                <a16:creationId xmlns:a16="http://schemas.microsoft.com/office/drawing/2014/main" id="{BC5E9922-C7EC-4CCB-8F91-1393F426C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260350"/>
            <a:ext cx="25193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繼承的基本概念</a:t>
            </a:r>
          </a:p>
        </p:txBody>
      </p:sp>
      <p:sp>
        <p:nvSpPr>
          <p:cNvPr id="581651" name="Rectangle 19">
            <a:extLst>
              <a:ext uri="{FF2B5EF4-FFF2-40B4-BE49-F238E27FC236}">
                <a16:creationId xmlns:a16="http://schemas.microsoft.com/office/drawing/2014/main" id="{5068E535-7A3A-4362-9B01-D4CBA814EB4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17488" y="1353864"/>
            <a:ext cx="2422884" cy="436212"/>
          </a:xfrm>
        </p:spPr>
        <p:txBody>
          <a:bodyPr/>
          <a:lstStyle/>
          <a:p>
            <a:r>
              <a:rPr lang="zh-TW" altLang="en-US" sz="2000" dirty="0"/>
              <a:t>類別繼承的格式 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4633BF3-C009-45CD-9735-61F9A9300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531" y="1790076"/>
            <a:ext cx="3070685" cy="1438053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D6F0088-7587-4FF5-9AD4-FA3864B2F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1417640"/>
            <a:ext cx="4413886" cy="51637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AB132F2B-53E0-4999-BBD9-173C0E571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C045-D8AD-46D5-B7F3-C81BE71F0BCC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679938" name="Rectangle 2">
            <a:extLst>
              <a:ext uri="{FF2B5EF4-FFF2-40B4-BE49-F238E27FC236}">
                <a16:creationId xmlns:a16="http://schemas.microsoft.com/office/drawing/2014/main" id="{000F0214-86F1-487D-AF33-35D221478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簡單的繼承範例 </a:t>
            </a:r>
            <a:r>
              <a:rPr lang="en-US" altLang="zh-TW" dirty="0"/>
              <a:t>(2/2)</a:t>
            </a:r>
          </a:p>
        </p:txBody>
      </p:sp>
      <p:sp>
        <p:nvSpPr>
          <p:cNvPr id="679945" name="AutoShape 9">
            <a:extLst>
              <a:ext uri="{FF2B5EF4-FFF2-40B4-BE49-F238E27FC236}">
                <a16:creationId xmlns:a16="http://schemas.microsoft.com/office/drawing/2014/main" id="{3BA5B5FA-8551-4858-B38B-3AAB3B543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260350"/>
            <a:ext cx="25193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繼承的基本概念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3A4C2F2-5751-4244-9F1C-955F301A4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77563"/>
            <a:ext cx="4134294" cy="284818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77227BAF-25FE-4255-8D88-735ABD643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391" y="5056894"/>
            <a:ext cx="4134294" cy="1723047"/>
          </a:xfrm>
          <a:prstGeom prst="rect">
            <a:avLst/>
          </a:prstGeom>
        </p:spPr>
      </p:pic>
      <p:sp>
        <p:nvSpPr>
          <p:cNvPr id="10" name="Rectangle 12">
            <a:extLst>
              <a:ext uri="{FF2B5EF4-FFF2-40B4-BE49-F238E27FC236}">
                <a16:creationId xmlns:a16="http://schemas.microsoft.com/office/drawing/2014/main" id="{EA274B68-21FB-40DC-BC54-8D9B65E3C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45" y="1520940"/>
            <a:ext cx="2664296" cy="450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dirty="0">
                <a:effectLst/>
              </a:rPr>
              <a:t>本例的繼承關係圖 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AC9BD0B3-E8C5-4CC4-AF2D-E04A70494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45" y="5092554"/>
            <a:ext cx="2924944" cy="703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dirty="0">
                <a:effectLst/>
              </a:rPr>
              <a:t>父類別與子類別所佔記憶體之比較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ED5D283-F7F8-49DD-97C0-866510D27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372" y="1525917"/>
            <a:ext cx="4445002" cy="2626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dirty="0">
                <a:effectLst/>
              </a:rPr>
              <a:t>重要的觀念 </a:t>
            </a:r>
          </a:p>
          <a:p>
            <a:pPr lvl="1"/>
            <a:r>
              <a:rPr lang="zh-TW" altLang="en-US" sz="1600" dirty="0">
                <a:effectLst/>
              </a:rPr>
              <a:t>透過類別的繼承，可將父類別的成員繼承給</a:t>
            </a:r>
            <a:r>
              <a:rPr lang="zh-TW" altLang="en-US" sz="1600" b="1" dirty="0">
                <a:solidFill>
                  <a:srgbClr val="FF0000"/>
                </a:solidFill>
                <a:effectLst/>
              </a:rPr>
              <a:t>子類別</a:t>
            </a:r>
          </a:p>
          <a:p>
            <a:pPr lvl="1"/>
            <a:r>
              <a:rPr lang="zh-TW" altLang="en-US" sz="1600" dirty="0">
                <a:effectLst/>
              </a:rPr>
              <a:t>在執行子類別的建構子之前，會先自動呼叫父類別中</a:t>
            </a:r>
            <a:r>
              <a:rPr lang="zh-TW" altLang="en-US" sz="1600" b="1" dirty="0">
                <a:solidFill>
                  <a:srgbClr val="FF0000"/>
                </a:solidFill>
                <a:effectLst/>
              </a:rPr>
              <a:t>沒有引數</a:t>
            </a:r>
            <a:r>
              <a:rPr lang="zh-TW" altLang="en-US" sz="1600" dirty="0">
                <a:effectLst/>
              </a:rPr>
              <a:t>的建構子</a:t>
            </a:r>
          </a:p>
          <a:p>
            <a:pPr lvl="1"/>
            <a:r>
              <a:rPr lang="zh-TW" altLang="en-US" sz="1600" dirty="0">
                <a:effectLst/>
              </a:rPr>
              <a:t>子類別物件所佔的位元組，等於自己資料成員所佔的位元組，加上繼承過來之成員所佔用的位元組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22273CF-E509-4804-853A-8E72636A8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9" y="946113"/>
            <a:ext cx="4550144" cy="587522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1182F594-DB37-46A8-92CC-131AAEB15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614" y="2664973"/>
            <a:ext cx="4435783" cy="4156364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C3A167-664D-4611-9D18-40318F82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FC35-A1FB-4908-9E9F-89BEA114CB81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586756" name="Rectangle 4">
            <a:extLst>
              <a:ext uri="{FF2B5EF4-FFF2-40B4-BE49-F238E27FC236}">
                <a16:creationId xmlns:a16="http://schemas.microsoft.com/office/drawing/2014/main" id="{5B080A9F-7AE4-4D4B-AA0F-4390C6CA3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376" y="122238"/>
            <a:ext cx="7543800" cy="756142"/>
          </a:xfrm>
        </p:spPr>
        <p:txBody>
          <a:bodyPr/>
          <a:lstStyle/>
          <a:p>
            <a:r>
              <a:rPr lang="zh-TW" altLang="en-US" sz="3200" dirty="0"/>
              <a:t>呼叫父類別中特定的建構子</a:t>
            </a:r>
            <a:endParaRPr lang="en-US" altLang="zh-TW" sz="3200" dirty="0"/>
          </a:p>
        </p:txBody>
      </p:sp>
      <p:sp>
        <p:nvSpPr>
          <p:cNvPr id="586778" name="Rectangle 26">
            <a:extLst>
              <a:ext uri="{FF2B5EF4-FFF2-40B4-BE49-F238E27FC236}">
                <a16:creationId xmlns:a16="http://schemas.microsoft.com/office/drawing/2014/main" id="{EE1E1E9B-FE10-47A6-B371-307293D6CEA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63689" y="1336967"/>
            <a:ext cx="2664296" cy="735252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2000" dirty="0"/>
              <a:t>呼叫父類別</a:t>
            </a:r>
            <a:r>
              <a:rPr lang="en-US" altLang="zh-TW" sz="2000" dirty="0" err="1"/>
              <a:t>CWin</a:t>
            </a:r>
            <a:r>
              <a:rPr lang="zh-TW" altLang="en-US" sz="2000" dirty="0"/>
              <a:t>裡特定建構子的範例 </a:t>
            </a:r>
          </a:p>
        </p:txBody>
      </p:sp>
      <p:sp>
        <p:nvSpPr>
          <p:cNvPr id="586788" name="AutoShape 36">
            <a:extLst>
              <a:ext uri="{FF2B5EF4-FFF2-40B4-BE49-F238E27FC236}">
                <a16:creationId xmlns:a16="http://schemas.microsoft.com/office/drawing/2014/main" id="{2FE40762-E5A2-4EDE-95DA-EA963909F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260350"/>
            <a:ext cx="2519363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繼承的基本概念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47FBF54-AE50-45EE-A213-ED53ED4E3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6506" y="810256"/>
            <a:ext cx="3901978" cy="185471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dirty="0">
                <a:effectLst/>
              </a:rPr>
              <a:t>重要的兩點：</a:t>
            </a:r>
          </a:p>
          <a:p>
            <a:pPr lvl="1" algn="just"/>
            <a:r>
              <a:rPr lang="zh-TW" altLang="en-US" sz="1500" dirty="0">
                <a:effectLst/>
              </a:rPr>
              <a:t>若是省略</a:t>
            </a:r>
            <a:r>
              <a:rPr lang="en-US" altLang="zh-TW" sz="1500" dirty="0">
                <a:effectLst/>
              </a:rPr>
              <a:t>27</a:t>
            </a:r>
            <a:r>
              <a:rPr lang="zh-TW" altLang="en-US" sz="1500" dirty="0">
                <a:effectLst/>
              </a:rPr>
              <a:t>行的指定，會自動呼叫父類別</a:t>
            </a:r>
            <a:r>
              <a:rPr lang="zh-TW" altLang="en-US" sz="1500" b="1" dirty="0">
                <a:solidFill>
                  <a:srgbClr val="FF0000"/>
                </a:solidFill>
                <a:effectLst/>
              </a:rPr>
              <a:t>無引數建構子</a:t>
            </a:r>
            <a:endParaRPr lang="en-US" altLang="zh-TW" sz="1500" b="1" dirty="0">
              <a:solidFill>
                <a:srgbClr val="FF0000"/>
              </a:solidFill>
              <a:effectLst/>
            </a:endParaRPr>
          </a:p>
          <a:p>
            <a:pPr lvl="1" algn="just"/>
            <a:r>
              <a:rPr lang="zh-TW" altLang="en-US" sz="1500" b="1" dirty="0">
                <a:solidFill>
                  <a:srgbClr val="FF0000"/>
                </a:solidFill>
                <a:effectLst/>
              </a:rPr>
              <a:t>特定建構子</a:t>
            </a:r>
            <a:r>
              <a:rPr lang="zh-TW" altLang="en-US" sz="1500" dirty="0">
                <a:effectLst/>
              </a:rPr>
              <a:t>的呼叫方式，必須寫在子類別建構子第一行的後面，使用「</a:t>
            </a:r>
            <a:r>
              <a:rPr lang="en-US" altLang="zh-TW" sz="1500" b="1" dirty="0">
                <a:solidFill>
                  <a:srgbClr val="FF0000"/>
                </a:solidFill>
                <a:effectLst/>
              </a:rPr>
              <a:t>:</a:t>
            </a:r>
            <a:r>
              <a:rPr lang="zh-TW" altLang="en-US" sz="1500" b="1" dirty="0">
                <a:solidFill>
                  <a:srgbClr val="FF0000"/>
                </a:solidFill>
                <a:effectLst/>
              </a:rPr>
              <a:t>父類別建構子</a:t>
            </a:r>
            <a:r>
              <a:rPr lang="en-US" altLang="zh-TW" sz="1500" b="1" dirty="0">
                <a:solidFill>
                  <a:srgbClr val="FF0000"/>
                </a:solidFill>
                <a:effectLst/>
              </a:rPr>
              <a:t>(</a:t>
            </a:r>
            <a:r>
              <a:rPr lang="zh-TW" altLang="en-US" sz="1500" b="1" dirty="0">
                <a:solidFill>
                  <a:srgbClr val="FF0000"/>
                </a:solidFill>
                <a:effectLst/>
              </a:rPr>
              <a:t>參數</a:t>
            </a:r>
            <a:r>
              <a:rPr lang="en-US" altLang="zh-TW" sz="1500" b="1" dirty="0">
                <a:solidFill>
                  <a:srgbClr val="FF0000"/>
                </a:solidFill>
                <a:effectLst/>
              </a:rPr>
              <a:t>)</a:t>
            </a:r>
            <a:r>
              <a:rPr lang="zh-TW" altLang="en-US" sz="1500" dirty="0">
                <a:effectLst/>
              </a:rPr>
              <a:t>」語法連接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ED4FDEA-2FF5-45A5-8721-CB5F88DCE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63" y="1264423"/>
            <a:ext cx="4969310" cy="5553935"/>
          </a:xfrm>
          <a:prstGeom prst="rect">
            <a:avLst/>
          </a:prstGeom>
        </p:spPr>
      </p:pic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CCD40A8F-AC0C-46D9-9391-593D5F2A8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A8CD-E198-4BEC-A7FC-8339B6500E4B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684034" name="Rectangle 2">
            <a:extLst>
              <a:ext uri="{FF2B5EF4-FFF2-40B4-BE49-F238E27FC236}">
                <a16:creationId xmlns:a16="http://schemas.microsoft.com/office/drawing/2014/main" id="{27C50D73-F2A8-43DB-9DAA-801D071120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376" y="122238"/>
            <a:ext cx="7543800" cy="991414"/>
          </a:xfrm>
        </p:spPr>
        <p:txBody>
          <a:bodyPr/>
          <a:lstStyle/>
          <a:p>
            <a:r>
              <a:rPr lang="zh-TW" altLang="en-US" dirty="0"/>
              <a:t>使用建構子常見的錯誤</a:t>
            </a:r>
            <a:endParaRPr lang="en-US" altLang="zh-TW" dirty="0"/>
          </a:p>
        </p:txBody>
      </p:sp>
      <p:sp>
        <p:nvSpPr>
          <p:cNvPr id="684035" name="Rectangle 3">
            <a:extLst>
              <a:ext uri="{FF2B5EF4-FFF2-40B4-BE49-F238E27FC236}">
                <a16:creationId xmlns:a16="http://schemas.microsoft.com/office/drawing/2014/main" id="{0F300623-F3F4-46F0-B85D-F654B828DE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43908" y="1514538"/>
            <a:ext cx="2952328" cy="726330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2000" dirty="0"/>
              <a:t>呼叫父類別建構子時常犯的錯誤範例 </a:t>
            </a:r>
          </a:p>
        </p:txBody>
      </p:sp>
      <p:sp>
        <p:nvSpPr>
          <p:cNvPr id="684036" name="AutoShape 4">
            <a:extLst>
              <a:ext uri="{FF2B5EF4-FFF2-40B4-BE49-F238E27FC236}">
                <a16:creationId xmlns:a16="http://schemas.microsoft.com/office/drawing/2014/main" id="{E9363264-911E-4104-BD0C-2020169CE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260350"/>
            <a:ext cx="25193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繼承的基本概念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72ACA6A3-75DB-445F-BD3A-9C5C0C4A8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836" y="5847514"/>
            <a:ext cx="5227637" cy="86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76DD7BD-6AB5-4098-9F80-683443949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72" y="1629513"/>
            <a:ext cx="5235221" cy="4959360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438E45A9-B2EC-4DCF-88C9-005BA62F3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3A9C3-AA97-4894-86F8-63B57CC13F65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686082" name="Rectangle 2">
            <a:extLst>
              <a:ext uri="{FF2B5EF4-FFF2-40B4-BE49-F238E27FC236}">
                <a16:creationId xmlns:a16="http://schemas.microsoft.com/office/drawing/2014/main" id="{762A4374-5407-48E2-9378-3A0AF595B2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修正錯誤</a:t>
            </a:r>
            <a:endParaRPr lang="en-US" altLang="zh-TW" dirty="0"/>
          </a:p>
        </p:txBody>
      </p:sp>
      <p:sp>
        <p:nvSpPr>
          <p:cNvPr id="686083" name="Rectangle 3">
            <a:extLst>
              <a:ext uri="{FF2B5EF4-FFF2-40B4-BE49-F238E27FC236}">
                <a16:creationId xmlns:a16="http://schemas.microsoft.com/office/drawing/2014/main" id="{971EF29F-D5AC-41F6-BF4A-1AE78F9381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17083" y="1106560"/>
            <a:ext cx="2628862" cy="457200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2000" dirty="0"/>
              <a:t>修正</a:t>
            </a:r>
            <a:r>
              <a:rPr lang="en-US" altLang="zh-TW" sz="2000" dirty="0"/>
              <a:t>Ch16_3</a:t>
            </a:r>
            <a:r>
              <a:rPr lang="zh-TW" altLang="en-US" sz="2000" dirty="0"/>
              <a:t>的錯誤 </a:t>
            </a:r>
          </a:p>
        </p:txBody>
      </p:sp>
      <p:sp>
        <p:nvSpPr>
          <p:cNvPr id="686084" name="AutoShape 4">
            <a:extLst>
              <a:ext uri="{FF2B5EF4-FFF2-40B4-BE49-F238E27FC236}">
                <a16:creationId xmlns:a16="http://schemas.microsoft.com/office/drawing/2014/main" id="{56CDBED8-94D5-4CA8-87F7-9BC6A4247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260350"/>
            <a:ext cx="25193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繼承的基本概念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3B63ACA-568D-4C2B-B145-A83DB9B22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56" y="1439242"/>
            <a:ext cx="4848851" cy="5302250"/>
          </a:xfrm>
          <a:prstGeom prst="rect">
            <a:avLst/>
          </a:prstGeom>
        </p:spPr>
      </p:pic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9BEBDFAD-D702-43A0-BC6A-DC46C8A9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11173-E139-4114-9772-650442EBCC6E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691202" name="Rectangle 2">
            <a:extLst>
              <a:ext uri="{FF2B5EF4-FFF2-40B4-BE49-F238E27FC236}">
                <a16:creationId xmlns:a16="http://schemas.microsoft.com/office/drawing/2014/main" id="{6B275956-855B-4516-B690-D9A729F197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父類別裡私有成員的存取</a:t>
            </a:r>
            <a:r>
              <a:rPr lang="en-US" altLang="zh-TW" dirty="0"/>
              <a:t>(1/2)</a:t>
            </a:r>
          </a:p>
        </p:txBody>
      </p:sp>
      <p:sp>
        <p:nvSpPr>
          <p:cNvPr id="691203" name="Rectangle 3">
            <a:extLst>
              <a:ext uri="{FF2B5EF4-FFF2-40B4-BE49-F238E27FC236}">
                <a16:creationId xmlns:a16="http://schemas.microsoft.com/office/drawing/2014/main" id="{11CDA74C-C122-443E-A835-7D6572804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9152" y="1700808"/>
            <a:ext cx="2852936" cy="773633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pPr algn="just"/>
            <a:r>
              <a:rPr lang="zh-TW" altLang="en-US" sz="2000" dirty="0"/>
              <a:t>錯誤的例子</a:t>
            </a:r>
            <a:r>
              <a:rPr lang="en-US" altLang="zh-TW" sz="2000" dirty="0"/>
              <a:t>--</a:t>
            </a:r>
            <a:r>
              <a:rPr lang="zh-TW" altLang="en-US" sz="2000" dirty="0"/>
              <a:t>存取到父類別裡的私有成員 </a:t>
            </a:r>
          </a:p>
        </p:txBody>
      </p:sp>
      <p:sp>
        <p:nvSpPr>
          <p:cNvPr id="691204" name="AutoShape 4">
            <a:extLst>
              <a:ext uri="{FF2B5EF4-FFF2-40B4-BE49-F238E27FC236}">
                <a16:creationId xmlns:a16="http://schemas.microsoft.com/office/drawing/2014/main" id="{97BB1210-C1A1-445E-97C2-D0934568C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260350"/>
            <a:ext cx="3635375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由子類別存取父類別的成員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32FBDB2-B4F6-4C13-A8D5-F33DD1ACA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278" y="5375178"/>
            <a:ext cx="4065118" cy="1165884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23DFF828-F961-4D3A-B421-F9AEC4780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4C994-00C9-4314-8733-6DB13BC04250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688130" name="Rectangle 2">
            <a:extLst>
              <a:ext uri="{FF2B5EF4-FFF2-40B4-BE49-F238E27FC236}">
                <a16:creationId xmlns:a16="http://schemas.microsoft.com/office/drawing/2014/main" id="{5D41BC0C-1BCC-4465-8713-EF3F9D72C3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193606"/>
          </a:xfrm>
        </p:spPr>
        <p:txBody>
          <a:bodyPr/>
          <a:lstStyle/>
          <a:p>
            <a:r>
              <a:rPr lang="zh-TW" altLang="en-US" dirty="0"/>
              <a:t>父類別裡私有成員的存取 </a:t>
            </a:r>
            <a:r>
              <a:rPr lang="en-US" altLang="zh-TW" dirty="0"/>
              <a:t>(2/2)</a:t>
            </a:r>
          </a:p>
        </p:txBody>
      </p:sp>
      <p:sp>
        <p:nvSpPr>
          <p:cNvPr id="688131" name="Rectangle 3">
            <a:extLst>
              <a:ext uri="{FF2B5EF4-FFF2-40B4-BE49-F238E27FC236}">
                <a16:creationId xmlns:a16="http://schemas.microsoft.com/office/drawing/2014/main" id="{1573C6BA-E3EB-47E4-B0A1-C7B0CFCE16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76056" y="1719264"/>
            <a:ext cx="2844316" cy="457200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2000" dirty="0"/>
              <a:t>修正</a:t>
            </a:r>
            <a:r>
              <a:rPr lang="en-US" altLang="zh-TW" sz="2000" dirty="0"/>
              <a:t>Ch16_5</a:t>
            </a:r>
            <a:r>
              <a:rPr lang="zh-TW" altLang="en-US" sz="2000" dirty="0"/>
              <a:t>的錯誤 </a:t>
            </a:r>
          </a:p>
        </p:txBody>
      </p:sp>
      <p:sp>
        <p:nvSpPr>
          <p:cNvPr id="688133" name="AutoShape 5">
            <a:extLst>
              <a:ext uri="{FF2B5EF4-FFF2-40B4-BE49-F238E27FC236}">
                <a16:creationId xmlns:a16="http://schemas.microsoft.com/office/drawing/2014/main" id="{D7596179-E259-44A3-B854-9697A0E29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260350"/>
            <a:ext cx="36353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由子類別存取父類別的成員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DCD45A0-8887-43B7-8C7E-A277B0240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34" y="1308887"/>
            <a:ext cx="4212468" cy="55268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FF253E11-9878-4064-AD2C-CCA68E953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BA48-58FA-44CD-8617-693D006DA41C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690178" name="Rectangle 2">
            <a:extLst>
              <a:ext uri="{FF2B5EF4-FFF2-40B4-BE49-F238E27FC236}">
                <a16:creationId xmlns:a16="http://schemas.microsoft.com/office/drawing/2014/main" id="{F6048839-1262-4844-8390-B1444C89F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849" y="122238"/>
            <a:ext cx="7543800" cy="800852"/>
          </a:xfrm>
        </p:spPr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protected</a:t>
            </a:r>
            <a:r>
              <a:rPr lang="zh-TW" altLang="en-US" dirty="0"/>
              <a:t>成員 </a:t>
            </a:r>
            <a:endParaRPr lang="en-US" altLang="zh-TW" dirty="0"/>
          </a:p>
        </p:txBody>
      </p:sp>
      <p:sp>
        <p:nvSpPr>
          <p:cNvPr id="690179" name="Rectangle 3">
            <a:extLst>
              <a:ext uri="{FF2B5EF4-FFF2-40B4-BE49-F238E27FC236}">
                <a16:creationId xmlns:a16="http://schemas.microsoft.com/office/drawing/2014/main" id="{FE15CB7F-3DBD-4371-BD6C-30CA8ED57B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38474" y="1826600"/>
            <a:ext cx="2988332" cy="1127859"/>
          </a:xfrm>
        </p:spPr>
        <p:txBody>
          <a:bodyPr/>
          <a:lstStyle/>
          <a:p>
            <a:pPr algn="just"/>
            <a:r>
              <a:rPr lang="en-US" altLang="zh-TW" sz="2000" b="1" dirty="0">
                <a:solidFill>
                  <a:srgbClr val="FF0000"/>
                </a:solidFill>
              </a:rPr>
              <a:t>protected</a:t>
            </a:r>
            <a:r>
              <a:rPr lang="zh-TW" altLang="en-US" sz="2000" dirty="0"/>
              <a:t>成員的最大好處是兼顧到成員的</a:t>
            </a:r>
            <a:r>
              <a:rPr lang="zh-TW" altLang="en-US" sz="2000" b="1" dirty="0">
                <a:solidFill>
                  <a:srgbClr val="FF0000"/>
                </a:solidFill>
              </a:rPr>
              <a:t>安全性</a:t>
            </a:r>
            <a:r>
              <a:rPr lang="zh-TW" altLang="en-US" sz="2000" dirty="0"/>
              <a:t>與</a:t>
            </a:r>
            <a:r>
              <a:rPr lang="zh-TW" altLang="en-US" sz="2000" b="1" dirty="0">
                <a:solidFill>
                  <a:srgbClr val="FF0000"/>
                </a:solidFill>
              </a:rPr>
              <a:t>便利性</a:t>
            </a:r>
          </a:p>
        </p:txBody>
      </p:sp>
      <p:sp>
        <p:nvSpPr>
          <p:cNvPr id="690181" name="AutoShape 5">
            <a:extLst>
              <a:ext uri="{FF2B5EF4-FFF2-40B4-BE49-F238E27FC236}">
                <a16:creationId xmlns:a16="http://schemas.microsoft.com/office/drawing/2014/main" id="{CD71E5A0-1858-4CA6-8F41-EE909D1FD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260350"/>
            <a:ext cx="36353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由子類別存取父類別的成員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ACAE4F0-4E7E-49B9-A7F2-BF67463BB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41" y="1040565"/>
            <a:ext cx="5451200" cy="5667357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340E29BA-35AE-4B0F-AB5F-08909B93C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0161" y="1196752"/>
            <a:ext cx="2427963" cy="800853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dirty="0">
                <a:effectLst/>
              </a:rPr>
              <a:t>下面的範例是</a:t>
            </a:r>
            <a:r>
              <a:rPr lang="en-US" altLang="zh-TW" sz="2000" dirty="0">
                <a:effectLst/>
              </a:rPr>
              <a:t>Ch16_5</a:t>
            </a:r>
            <a:r>
              <a:rPr lang="zh-TW" altLang="en-US" sz="2000" dirty="0">
                <a:effectLst/>
              </a:rPr>
              <a:t>的小改版 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A5EB9003-80AF-43CE-92A7-5212044970ED}"/>
              </a:ext>
            </a:extLst>
          </p:cNvPr>
          <p:cNvGrpSpPr/>
          <p:nvPr/>
        </p:nvGrpSpPr>
        <p:grpSpPr>
          <a:xfrm>
            <a:off x="5726826" y="3202897"/>
            <a:ext cx="3246401" cy="1622510"/>
            <a:chOff x="5183246" y="3200400"/>
            <a:chExt cx="3246401" cy="162251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E8B4C560-396E-4C18-BACA-6174AFB71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83246" y="3695052"/>
              <a:ext cx="3246401" cy="1127858"/>
            </a:xfrm>
            <a:prstGeom prst="rect">
              <a:avLst/>
            </a:prstGeom>
            <a:ln>
              <a:solidFill>
                <a:srgbClr val="9900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BF434091-B8B4-4771-B4F5-E37B04271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3246" y="3200400"/>
              <a:ext cx="3246401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fontAlgn="base">
                <a:spcBef>
                  <a:spcPct val="0"/>
                </a:spcBef>
                <a:spcAft>
                  <a:spcPct val="5000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kumimoji="1"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2150" indent="-347663" algn="l" rtl="0" fontAlgn="base">
                <a:spcBef>
                  <a:spcPct val="0"/>
                </a:spcBef>
                <a:spcAft>
                  <a:spcPct val="5000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kumimoji="1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87425" indent="-293688" algn="l" rtl="0" fontAlgn="base">
                <a:spcBef>
                  <a:spcPct val="0"/>
                </a:spcBef>
                <a:spcAft>
                  <a:spcPct val="50000"/>
                </a:spcAft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kumimoji="1"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81113" indent="-292100" algn="l" rtl="0" fontAlgn="base">
                <a:spcBef>
                  <a:spcPct val="0"/>
                </a:spcBef>
                <a:spcAft>
                  <a:spcPct val="50000"/>
                </a:spcAft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98613" indent="-315913" algn="l" rtl="0" fontAlgn="base">
                <a:spcBef>
                  <a:spcPct val="0"/>
                </a:spcBef>
                <a:spcAft>
                  <a:spcPct val="4000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r>
                <a:rPr lang="en-US" altLang="zh-TW" sz="2000" dirty="0">
                  <a:effectLst/>
                </a:rPr>
                <a:t>Ch16_5</a:t>
              </a:r>
              <a:r>
                <a:rPr lang="zh-TW" altLang="en-US" sz="2000" dirty="0">
                  <a:effectLst/>
                </a:rPr>
                <a:t>的</a:t>
              </a:r>
              <a:r>
                <a:rPr lang="en-US" altLang="zh-TW" sz="2000" dirty="0">
                  <a:effectLst/>
                </a:rPr>
                <a:t>main()</a:t>
              </a:r>
              <a:endParaRPr lang="zh-TW" altLang="en-US" sz="2000" dirty="0">
                <a:effectLst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DE8CB208-5D3F-43DD-80A5-2E067B4CF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19EE8-B0BA-43A3-B304-086DE2C742FB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693250" name="Rectangle 2">
            <a:extLst>
              <a:ext uri="{FF2B5EF4-FFF2-40B4-BE49-F238E27FC236}">
                <a16:creationId xmlns:a16="http://schemas.microsoft.com/office/drawing/2014/main" id="{5C1083D5-8B35-4262-A2CB-4C3DE1FD57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類別繼承的存取模式 </a:t>
            </a:r>
          </a:p>
        </p:txBody>
      </p:sp>
      <p:sp>
        <p:nvSpPr>
          <p:cNvPr id="693251" name="Rectangle 3">
            <a:extLst>
              <a:ext uri="{FF2B5EF4-FFF2-40B4-BE49-F238E27FC236}">
                <a16:creationId xmlns:a16="http://schemas.microsoft.com/office/drawing/2014/main" id="{6AC694EA-0C54-4096-AADD-B0B36FED0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12060" y="1719263"/>
            <a:ext cx="3817804" cy="629617"/>
          </a:xfrm>
        </p:spPr>
        <p:txBody>
          <a:bodyPr/>
          <a:lstStyle/>
          <a:p>
            <a:r>
              <a:rPr lang="zh-TW" altLang="en-US" sz="2400" dirty="0"/>
              <a:t>類別繼承的</a:t>
            </a:r>
            <a:r>
              <a:rPr lang="zh-TW" altLang="en-US" sz="2400" b="1" dirty="0">
                <a:solidFill>
                  <a:srgbClr val="FF0000"/>
                </a:solidFill>
              </a:rPr>
              <a:t>存取模式 </a:t>
            </a:r>
          </a:p>
        </p:txBody>
      </p:sp>
      <p:sp>
        <p:nvSpPr>
          <p:cNvPr id="693252" name="AutoShape 4">
            <a:extLst>
              <a:ext uri="{FF2B5EF4-FFF2-40B4-BE49-F238E27FC236}">
                <a16:creationId xmlns:a16="http://schemas.microsoft.com/office/drawing/2014/main" id="{71B9B3C2-E64E-4CEF-9EE3-4CFE394BE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260350"/>
            <a:ext cx="36353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由子類別存取父類別的成員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727CD39-1DEA-44F6-BD88-5E95C5ECE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354" y="2609384"/>
            <a:ext cx="4512191" cy="3298049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8FF9A642-BA01-400A-B440-ACA6E9DF2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08275"/>
            <a:ext cx="4671564" cy="4645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effectLst/>
              </a:rPr>
              <a:t> </a:t>
            </a:r>
            <a:r>
              <a:rPr lang="zh-TW" altLang="en-US" sz="2400" dirty="0">
                <a:effectLst/>
              </a:rPr>
              <a:t>繼承的存取權限規則</a:t>
            </a:r>
            <a:endParaRPr lang="en-US" altLang="zh-TW" sz="2400" dirty="0">
              <a:effectLst/>
            </a:endParaRPr>
          </a:p>
          <a:p>
            <a:pPr lvl="1"/>
            <a:r>
              <a:rPr lang="en-US" altLang="zh-TW" sz="1800" b="1" dirty="0">
                <a:solidFill>
                  <a:srgbClr val="FF0000"/>
                </a:solidFill>
                <a:effectLst/>
              </a:rPr>
              <a:t>Public</a:t>
            </a:r>
            <a:r>
              <a:rPr lang="en-US" altLang="zh-TW" sz="1800" dirty="0">
                <a:effectLst/>
              </a:rPr>
              <a:t> </a:t>
            </a:r>
            <a:r>
              <a:rPr lang="zh-TW" altLang="en-US" sz="1800" dirty="0">
                <a:effectLst/>
              </a:rPr>
              <a:t>繼承</a:t>
            </a:r>
            <a:endParaRPr lang="en-US" altLang="zh-TW" sz="1800" dirty="0">
              <a:effectLst/>
            </a:endParaRPr>
          </a:p>
          <a:p>
            <a:pPr lvl="2"/>
            <a:r>
              <a:rPr lang="zh-TW" altLang="en-US" sz="1400" dirty="0">
                <a:effectLst/>
              </a:rPr>
              <a:t>父類別的</a:t>
            </a:r>
            <a:r>
              <a:rPr lang="en-US" altLang="zh-TW" sz="1400" b="1" dirty="0">
                <a:solidFill>
                  <a:srgbClr val="FF0000"/>
                </a:solidFill>
                <a:effectLst/>
              </a:rPr>
              <a:t>public</a:t>
            </a:r>
            <a:r>
              <a:rPr lang="zh-TW" altLang="en-US" sz="1400" dirty="0">
                <a:effectLst/>
              </a:rPr>
              <a:t>成員 → 子類別的</a:t>
            </a:r>
            <a:r>
              <a:rPr lang="en-US" altLang="zh-TW" sz="1400" b="1" dirty="0">
                <a:solidFill>
                  <a:srgbClr val="FF0000"/>
                </a:solidFill>
                <a:effectLst/>
              </a:rPr>
              <a:t>public</a:t>
            </a:r>
            <a:r>
              <a:rPr lang="zh-TW" altLang="en-US" sz="1400" dirty="0">
                <a:effectLst/>
              </a:rPr>
              <a:t>成員</a:t>
            </a:r>
            <a:endParaRPr lang="en-US" altLang="zh-TW" sz="1400" dirty="0">
              <a:effectLst/>
            </a:endParaRPr>
          </a:p>
          <a:p>
            <a:pPr lvl="2"/>
            <a:r>
              <a:rPr lang="zh-TW" altLang="en-US" sz="1400" dirty="0">
                <a:effectLst/>
              </a:rPr>
              <a:t>父類別的</a:t>
            </a:r>
            <a:r>
              <a:rPr lang="en-US" altLang="zh-TW" sz="1400" b="1" dirty="0">
                <a:solidFill>
                  <a:srgbClr val="FF0000"/>
                </a:solidFill>
                <a:effectLst/>
              </a:rPr>
              <a:t>protected</a:t>
            </a:r>
            <a:r>
              <a:rPr lang="zh-TW" altLang="en-US" sz="1400" dirty="0">
                <a:effectLst/>
              </a:rPr>
              <a:t>成員 → 子類別的</a:t>
            </a:r>
            <a:r>
              <a:rPr lang="en-US" altLang="zh-TW" sz="1400" b="1" dirty="0">
                <a:solidFill>
                  <a:srgbClr val="FF0000"/>
                </a:solidFill>
                <a:effectLst/>
              </a:rPr>
              <a:t>protected</a:t>
            </a:r>
            <a:r>
              <a:rPr lang="en-US" altLang="zh-TW" sz="1400" dirty="0">
                <a:effectLst/>
              </a:rPr>
              <a:t> </a:t>
            </a:r>
            <a:r>
              <a:rPr lang="zh-TW" altLang="en-US" sz="1400" dirty="0">
                <a:effectLst/>
              </a:rPr>
              <a:t>成員</a:t>
            </a:r>
            <a:endParaRPr lang="en-US" altLang="zh-TW" sz="1400" dirty="0">
              <a:effectLst/>
            </a:endParaRPr>
          </a:p>
          <a:p>
            <a:pPr lvl="1"/>
            <a:r>
              <a:rPr lang="en-US" altLang="zh-TW" sz="1800" b="1" dirty="0">
                <a:solidFill>
                  <a:srgbClr val="FF0000"/>
                </a:solidFill>
                <a:effectLst/>
              </a:rPr>
              <a:t>Protected</a:t>
            </a:r>
            <a:r>
              <a:rPr lang="en-US" altLang="zh-TW" sz="1800" dirty="0">
                <a:effectLst/>
              </a:rPr>
              <a:t> </a:t>
            </a:r>
            <a:r>
              <a:rPr lang="zh-TW" altLang="en-US" sz="1800" dirty="0">
                <a:effectLst/>
              </a:rPr>
              <a:t>繼承</a:t>
            </a:r>
            <a:endParaRPr lang="en-US" altLang="zh-TW" sz="1800" dirty="0">
              <a:effectLst/>
            </a:endParaRPr>
          </a:p>
          <a:p>
            <a:pPr lvl="2"/>
            <a:r>
              <a:rPr lang="zh-TW" altLang="en-US" sz="1400" dirty="0">
                <a:effectLst/>
              </a:rPr>
              <a:t>父類別的</a:t>
            </a:r>
            <a:r>
              <a:rPr lang="en-US" altLang="zh-TW" sz="1400" b="1" dirty="0">
                <a:solidFill>
                  <a:srgbClr val="FF0000"/>
                </a:solidFill>
                <a:effectLst/>
              </a:rPr>
              <a:t>public</a:t>
            </a:r>
            <a:r>
              <a:rPr lang="zh-TW" altLang="en-US" sz="1400" b="1" dirty="0">
                <a:solidFill>
                  <a:srgbClr val="FF0000"/>
                </a:solidFill>
                <a:effectLst/>
              </a:rPr>
              <a:t>和</a:t>
            </a:r>
            <a:r>
              <a:rPr lang="en-US" altLang="zh-TW" sz="1400" b="1" dirty="0">
                <a:solidFill>
                  <a:srgbClr val="FF0000"/>
                </a:solidFill>
                <a:effectLst/>
              </a:rPr>
              <a:t>protected</a:t>
            </a:r>
            <a:r>
              <a:rPr lang="zh-TW" altLang="en-US" sz="1400" dirty="0">
                <a:effectLst/>
              </a:rPr>
              <a:t>成員 → 子類別的</a:t>
            </a:r>
            <a:r>
              <a:rPr lang="en-US" altLang="zh-TW" sz="1400" b="1" dirty="0">
                <a:solidFill>
                  <a:srgbClr val="FF0000"/>
                </a:solidFill>
                <a:effectLst/>
              </a:rPr>
              <a:t>protected</a:t>
            </a:r>
            <a:r>
              <a:rPr lang="zh-TW" altLang="en-US" sz="1400" dirty="0">
                <a:effectLst/>
              </a:rPr>
              <a:t>成員</a:t>
            </a:r>
            <a:endParaRPr lang="en-US" altLang="zh-TW" sz="1400" dirty="0">
              <a:effectLst/>
            </a:endParaRPr>
          </a:p>
          <a:p>
            <a:pPr lvl="1"/>
            <a:r>
              <a:rPr lang="en-US" altLang="zh-TW" sz="2000" b="1" dirty="0">
                <a:solidFill>
                  <a:srgbClr val="FF0000"/>
                </a:solidFill>
                <a:effectLst/>
              </a:rPr>
              <a:t>Private</a:t>
            </a:r>
            <a:r>
              <a:rPr lang="en-US" altLang="zh-TW" sz="2000" dirty="0">
                <a:effectLst/>
              </a:rPr>
              <a:t> </a:t>
            </a:r>
            <a:r>
              <a:rPr lang="zh-TW" altLang="en-US" sz="2000" dirty="0">
                <a:effectLst/>
              </a:rPr>
              <a:t>繼承</a:t>
            </a:r>
            <a:endParaRPr lang="en-US" altLang="zh-TW" sz="2000" dirty="0">
              <a:effectLst/>
            </a:endParaRPr>
          </a:p>
          <a:p>
            <a:pPr lvl="2"/>
            <a:r>
              <a:rPr lang="zh-TW" altLang="en-US" sz="1400" dirty="0">
                <a:effectLst/>
              </a:rPr>
              <a:t>父類別的</a:t>
            </a:r>
            <a:r>
              <a:rPr lang="en-US" altLang="zh-TW" sz="1400" b="1" dirty="0">
                <a:solidFill>
                  <a:srgbClr val="FF0000"/>
                </a:solidFill>
                <a:effectLst/>
              </a:rPr>
              <a:t>public</a:t>
            </a:r>
            <a:r>
              <a:rPr lang="zh-TW" altLang="en-US" sz="1400" b="1" dirty="0">
                <a:solidFill>
                  <a:srgbClr val="FF0000"/>
                </a:solidFill>
                <a:effectLst/>
              </a:rPr>
              <a:t>和 </a:t>
            </a:r>
            <a:r>
              <a:rPr lang="en-US" altLang="zh-TW" sz="1400" b="1" dirty="0">
                <a:solidFill>
                  <a:srgbClr val="FF0000"/>
                </a:solidFill>
                <a:effectLst/>
              </a:rPr>
              <a:t>protected</a:t>
            </a:r>
            <a:r>
              <a:rPr lang="zh-TW" altLang="en-US" sz="1400" dirty="0">
                <a:effectLst/>
              </a:rPr>
              <a:t>成員 → 子類別的 </a:t>
            </a:r>
            <a:r>
              <a:rPr lang="en-US" altLang="zh-TW" sz="1400" b="1" dirty="0">
                <a:solidFill>
                  <a:srgbClr val="FF0000"/>
                </a:solidFill>
                <a:effectLst/>
              </a:rPr>
              <a:t>private</a:t>
            </a:r>
            <a:r>
              <a:rPr lang="zh-TW" altLang="en-US" sz="1400" dirty="0">
                <a:effectLst/>
              </a:rPr>
              <a:t>成員</a:t>
            </a:r>
            <a:endParaRPr lang="en-US" altLang="zh-TW" sz="1400" dirty="0">
              <a:effectLst/>
            </a:endParaRPr>
          </a:p>
          <a:p>
            <a:pPr lvl="1"/>
            <a:r>
              <a:rPr lang="zh-TW" altLang="en-US" sz="2000" dirty="0">
                <a:effectLst/>
              </a:rPr>
              <a:t>特別注意</a:t>
            </a:r>
            <a:endParaRPr lang="en-US" altLang="zh-TW" sz="2000" dirty="0">
              <a:effectLst/>
            </a:endParaRPr>
          </a:p>
          <a:p>
            <a:pPr lvl="2"/>
            <a:r>
              <a:rPr lang="zh-TW" altLang="en-US" sz="1400" dirty="0">
                <a:effectLst/>
              </a:rPr>
              <a:t>父類別的</a:t>
            </a:r>
            <a:r>
              <a:rPr lang="en-US" altLang="zh-TW" sz="1400" b="1" dirty="0">
                <a:solidFill>
                  <a:srgbClr val="FF0000"/>
                </a:solidFill>
                <a:effectLst/>
              </a:rPr>
              <a:t>private</a:t>
            </a:r>
            <a:r>
              <a:rPr lang="zh-TW" altLang="en-US" sz="1400" dirty="0">
                <a:effectLst/>
              </a:rPr>
              <a:t>成員，子類別</a:t>
            </a:r>
            <a:r>
              <a:rPr lang="zh-TW" altLang="en-US" sz="1400" b="1" dirty="0">
                <a:solidFill>
                  <a:srgbClr val="FF0000"/>
                </a:solidFill>
                <a:effectLst/>
              </a:rPr>
              <a:t>無法存取</a:t>
            </a:r>
            <a:endParaRPr lang="en-US" altLang="zh-TW" sz="1400" b="1" dirty="0">
              <a:solidFill>
                <a:srgbClr val="FF0000"/>
              </a:solidFill>
              <a:effectLst/>
            </a:endParaRPr>
          </a:p>
          <a:p>
            <a:pPr lvl="1"/>
            <a:endParaRPr lang="en-US" altLang="zh-TW" sz="2000" dirty="0">
              <a:effectLst/>
            </a:endParaRPr>
          </a:p>
          <a:p>
            <a:pPr lvl="1"/>
            <a:endParaRPr lang="zh-TW" altLang="en-US" sz="2000" dirty="0">
              <a:effectLst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705747B-6B65-427D-8021-FD838A4B9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94" y="1016732"/>
            <a:ext cx="4428301" cy="5719030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F7EB4542-6A57-4D23-BC5D-B4D143530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21E42-4DD0-4C6D-9711-B2C412474908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695298" name="Rectangle 2">
            <a:extLst>
              <a:ext uri="{FF2B5EF4-FFF2-40B4-BE49-F238E27FC236}">
                <a16:creationId xmlns:a16="http://schemas.microsoft.com/office/drawing/2014/main" id="{5599F0C8-25F3-4D8A-A27E-BAC8E81B6C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86482"/>
          </a:xfrm>
        </p:spPr>
        <p:txBody>
          <a:bodyPr/>
          <a:lstStyle/>
          <a:p>
            <a:r>
              <a:rPr lang="zh-TW" altLang="en-US" dirty="0"/>
              <a:t>改寫的範例</a:t>
            </a:r>
            <a:endParaRPr lang="en-US" altLang="zh-TW" dirty="0"/>
          </a:p>
        </p:txBody>
      </p:sp>
      <p:sp>
        <p:nvSpPr>
          <p:cNvPr id="695299" name="Rectangle 3">
            <a:extLst>
              <a:ext uri="{FF2B5EF4-FFF2-40B4-BE49-F238E27FC236}">
                <a16:creationId xmlns:a16="http://schemas.microsoft.com/office/drawing/2014/main" id="{B5BC2EEA-D4C7-4DE3-87B2-EFF0CBD483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15816" y="1124744"/>
            <a:ext cx="2373430" cy="468052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2000" dirty="0"/>
              <a:t>簡單的改寫範例 </a:t>
            </a:r>
          </a:p>
        </p:txBody>
      </p:sp>
      <p:sp>
        <p:nvSpPr>
          <p:cNvPr id="695301" name="AutoShape 5">
            <a:extLst>
              <a:ext uri="{FF2B5EF4-FFF2-40B4-BE49-F238E27FC236}">
                <a16:creationId xmlns:a16="http://schemas.microsoft.com/office/drawing/2014/main" id="{E55464BE-F4BF-4F78-B25C-A30F7E811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260350"/>
            <a:ext cx="1692275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改寫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A138739-4B0A-4F22-89DD-5AF3500DB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357" y="5733256"/>
            <a:ext cx="3142315" cy="726023"/>
          </a:xfrm>
          <a:prstGeom prst="rect">
            <a:avLst/>
          </a:prstGeom>
          <a:ln>
            <a:solidFill>
              <a:srgbClr val="9900CC"/>
            </a:solidFill>
          </a:ln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75E987CD-0274-4E49-AAC0-39D4D2012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358" y="2032870"/>
            <a:ext cx="4177097" cy="185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000" dirty="0">
                <a:effectLst/>
              </a:rPr>
              <a:t>「</a:t>
            </a:r>
            <a:r>
              <a:rPr lang="zh-TW" altLang="en-US" sz="2000" b="1" dirty="0">
                <a:solidFill>
                  <a:srgbClr val="FF0000"/>
                </a:solidFill>
                <a:effectLst/>
              </a:rPr>
              <a:t>多載</a:t>
            </a:r>
            <a:r>
              <a:rPr lang="zh-TW" altLang="en-US" sz="2000" dirty="0">
                <a:effectLst/>
              </a:rPr>
              <a:t>」是</a:t>
            </a:r>
            <a:r>
              <a:rPr lang="zh-TW" altLang="en-US" sz="2000" b="1" dirty="0">
                <a:solidFill>
                  <a:srgbClr val="FF0000"/>
                </a:solidFill>
                <a:effectLst/>
              </a:rPr>
              <a:t>函數名稱相同</a:t>
            </a:r>
            <a:r>
              <a:rPr lang="zh-TW" altLang="en-US" sz="2000" dirty="0">
                <a:effectLst/>
              </a:rPr>
              <a:t>，在不同的場合可做不同的事</a:t>
            </a:r>
          </a:p>
          <a:p>
            <a:pPr algn="just"/>
            <a:r>
              <a:rPr lang="zh-TW" altLang="en-US" sz="2000" dirty="0">
                <a:effectLst/>
              </a:rPr>
              <a:t>「</a:t>
            </a:r>
            <a:r>
              <a:rPr lang="zh-TW" altLang="en-US" sz="2000" b="1" dirty="0">
                <a:solidFill>
                  <a:srgbClr val="FF0000"/>
                </a:solidFill>
                <a:effectLst/>
              </a:rPr>
              <a:t>改寫</a:t>
            </a:r>
            <a:r>
              <a:rPr lang="zh-TW" altLang="en-US" sz="2000" dirty="0">
                <a:effectLst/>
              </a:rPr>
              <a:t>」是在子類別裡定義與父類別</a:t>
            </a:r>
            <a:r>
              <a:rPr lang="zh-TW" altLang="en-US" sz="2000" b="1" dirty="0">
                <a:solidFill>
                  <a:srgbClr val="FF0000"/>
                </a:solidFill>
                <a:effectLst/>
              </a:rPr>
              <a:t>名稱、引數相同</a:t>
            </a:r>
            <a:r>
              <a:rPr lang="zh-TW" altLang="en-US" sz="2000" dirty="0">
                <a:effectLst/>
              </a:rPr>
              <a:t>的函數，用來</a:t>
            </a:r>
            <a:r>
              <a:rPr lang="zh-TW" altLang="en-US" sz="2000" b="1" dirty="0">
                <a:solidFill>
                  <a:srgbClr val="FF0000"/>
                </a:solidFill>
                <a:effectLst/>
              </a:rPr>
              <a:t>覆蓋父類別</a:t>
            </a:r>
            <a:r>
              <a:rPr lang="zh-TW" altLang="en-US" sz="2000" dirty="0">
                <a:effectLst/>
              </a:rPr>
              <a:t>裡函數功能的技術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422239-9F25-4EFF-A8DB-39F05EDE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0FC6-64D6-4616-8E2B-15E81CBE92C7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697346" name="Rectangle 2">
            <a:extLst>
              <a:ext uri="{FF2B5EF4-FFF2-40B4-BE49-F238E27FC236}">
                <a16:creationId xmlns:a16="http://schemas.microsoft.com/office/drawing/2014/main" id="{9E6C7353-B355-49FA-AF18-DC82FB42A2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「改寫」與「多載」的比較 </a:t>
            </a:r>
          </a:p>
        </p:txBody>
      </p:sp>
      <p:sp>
        <p:nvSpPr>
          <p:cNvPr id="697347" name="Rectangle 3">
            <a:extLst>
              <a:ext uri="{FF2B5EF4-FFF2-40B4-BE49-F238E27FC236}">
                <a16:creationId xmlns:a16="http://schemas.microsoft.com/office/drawing/2014/main" id="{41B2418A-5744-4A90-93C4-EB5B0F1BE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「</a:t>
            </a:r>
            <a:r>
              <a:rPr lang="zh-TW" altLang="en-US" sz="2600" b="1" dirty="0">
                <a:solidFill>
                  <a:srgbClr val="FF0000"/>
                </a:solidFill>
              </a:rPr>
              <a:t>多載</a:t>
            </a:r>
            <a:r>
              <a:rPr lang="zh-TW" altLang="en-US" sz="2600" dirty="0"/>
              <a:t>」</a:t>
            </a:r>
            <a:r>
              <a:rPr lang="en-US" altLang="zh-TW" sz="2600" dirty="0"/>
              <a:t>(overloading)</a:t>
            </a:r>
            <a:r>
              <a:rPr lang="zh-TW" altLang="en-US" sz="2600" dirty="0"/>
              <a:t>：</a:t>
            </a:r>
            <a:endParaRPr lang="en-US" altLang="zh-TW" sz="2600" dirty="0"/>
          </a:p>
          <a:p>
            <a:pPr lvl="1"/>
            <a:r>
              <a:rPr lang="zh-TW" altLang="en-US" sz="2000" dirty="0"/>
              <a:t>在相同類別內，定義名稱相同，但</a:t>
            </a:r>
            <a:r>
              <a:rPr lang="zh-TW" altLang="en-US" sz="2000" b="1" dirty="0">
                <a:solidFill>
                  <a:srgbClr val="FF0000"/>
                </a:solidFill>
              </a:rPr>
              <a:t>引數個數或型態不同</a:t>
            </a:r>
            <a:r>
              <a:rPr lang="zh-TW" altLang="en-US" sz="2000" dirty="0"/>
              <a:t>的函數，</a:t>
            </a:r>
            <a:r>
              <a:rPr lang="en-US" altLang="zh-TW" sz="2000" dirty="0"/>
              <a:t>C++</a:t>
            </a:r>
            <a:r>
              <a:rPr lang="zh-TW" altLang="en-US" sz="2000" dirty="0"/>
              <a:t>依據引數的個數或型態，呼叫</a:t>
            </a:r>
            <a:r>
              <a:rPr lang="zh-TW" altLang="en-US" sz="2000" b="1" dirty="0">
                <a:solidFill>
                  <a:srgbClr val="FF0000"/>
                </a:solidFill>
              </a:rPr>
              <a:t>相對應</a:t>
            </a:r>
            <a:r>
              <a:rPr lang="zh-TW" altLang="en-US" sz="2000" dirty="0"/>
              <a:t>的函數</a:t>
            </a:r>
          </a:p>
          <a:p>
            <a:r>
              <a:rPr lang="zh-TW" altLang="en-US" sz="2600" dirty="0"/>
              <a:t>「</a:t>
            </a:r>
            <a:r>
              <a:rPr lang="zh-TW" altLang="en-US" sz="2600" b="1" dirty="0">
                <a:solidFill>
                  <a:srgbClr val="FF0000"/>
                </a:solidFill>
              </a:rPr>
              <a:t>改寫</a:t>
            </a:r>
            <a:r>
              <a:rPr lang="zh-TW" altLang="en-US" sz="2600" dirty="0"/>
              <a:t>」</a:t>
            </a:r>
            <a:r>
              <a:rPr lang="en-US" altLang="zh-TW" sz="2600" dirty="0"/>
              <a:t>(overriding)</a:t>
            </a:r>
            <a:r>
              <a:rPr lang="zh-TW" altLang="en-US" sz="2600" dirty="0"/>
              <a:t>：</a:t>
            </a:r>
            <a:endParaRPr lang="en-US" altLang="zh-TW" sz="2600" dirty="0"/>
          </a:p>
          <a:p>
            <a:pPr lvl="1"/>
            <a:r>
              <a:rPr lang="zh-TW" altLang="en-US" sz="2000" dirty="0"/>
              <a:t>在子類別當中，定義</a:t>
            </a:r>
            <a:r>
              <a:rPr lang="zh-TW" altLang="en-US" sz="2000" b="1" dirty="0">
                <a:solidFill>
                  <a:srgbClr val="FF0000"/>
                </a:solidFill>
              </a:rPr>
              <a:t>名稱</a:t>
            </a:r>
            <a:r>
              <a:rPr lang="zh-TW" altLang="en-US" sz="2000" dirty="0"/>
              <a:t>、</a:t>
            </a:r>
            <a:r>
              <a:rPr lang="zh-TW" altLang="en-US" sz="2000" b="1" dirty="0">
                <a:solidFill>
                  <a:srgbClr val="FF0000"/>
                </a:solidFill>
              </a:rPr>
              <a:t>引數個數</a:t>
            </a:r>
            <a:r>
              <a:rPr lang="zh-TW" altLang="en-US" sz="2000" dirty="0"/>
              <a:t>與</a:t>
            </a:r>
            <a:r>
              <a:rPr lang="zh-TW" altLang="en-US" sz="2000" b="1" dirty="0">
                <a:solidFill>
                  <a:srgbClr val="FF0000"/>
                </a:solidFill>
              </a:rPr>
              <a:t>型態</a:t>
            </a:r>
            <a:r>
              <a:rPr lang="zh-TW" altLang="en-US" sz="2000" dirty="0"/>
              <a:t>均與父類別</a:t>
            </a:r>
            <a:r>
              <a:rPr lang="zh-TW" altLang="en-US" sz="2000" b="1" dirty="0">
                <a:solidFill>
                  <a:srgbClr val="FF0000"/>
                </a:solidFill>
              </a:rPr>
              <a:t>相同</a:t>
            </a:r>
            <a:r>
              <a:rPr lang="zh-TW" altLang="en-US" sz="2000" dirty="0"/>
              <a:t>的函數，用以改寫父類別裡函數的功用</a:t>
            </a:r>
          </a:p>
        </p:txBody>
      </p:sp>
      <p:sp>
        <p:nvSpPr>
          <p:cNvPr id="697349" name="AutoShape 5">
            <a:extLst>
              <a:ext uri="{FF2B5EF4-FFF2-40B4-BE49-F238E27FC236}">
                <a16:creationId xmlns:a16="http://schemas.microsoft.com/office/drawing/2014/main" id="{0899FFB1-8B1A-4557-BDE5-D32B17381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260350"/>
            <a:ext cx="16922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改寫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DFAB5B9-49B1-43EC-A207-3A9E81C11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943" y="1027220"/>
            <a:ext cx="4225427" cy="5737900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DCD41A8A-A3A6-40F6-A87E-DD53851BE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" y="1190848"/>
            <a:ext cx="4567824" cy="5178925"/>
          </a:xfrm>
          <a:prstGeom prst="rect">
            <a:avLst/>
          </a:prstGeom>
        </p:spPr>
      </p:pic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F96C368C-910D-42AC-B1C8-E45462F5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FB9AD-42D6-41BD-9A77-EEE6A85E93A3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698370" name="Rectangle 2">
            <a:extLst>
              <a:ext uri="{FF2B5EF4-FFF2-40B4-BE49-F238E27FC236}">
                <a16:creationId xmlns:a16="http://schemas.microsoft.com/office/drawing/2014/main" id="{FF0EC38A-7BC3-485B-A02B-E1B7ADCE2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30498"/>
          </a:xfrm>
        </p:spPr>
        <p:txBody>
          <a:bodyPr/>
          <a:lstStyle/>
          <a:p>
            <a:r>
              <a:rPr lang="zh-TW" altLang="en-US" dirty="0"/>
              <a:t>錯誤的使用拷貝建構子 </a:t>
            </a:r>
            <a:r>
              <a:rPr lang="en-US" altLang="zh-TW" dirty="0"/>
              <a:t>(1/2) </a:t>
            </a:r>
          </a:p>
        </p:txBody>
      </p:sp>
      <p:sp>
        <p:nvSpPr>
          <p:cNvPr id="698371" name="Rectangle 3">
            <a:extLst>
              <a:ext uri="{FF2B5EF4-FFF2-40B4-BE49-F238E27FC236}">
                <a16:creationId xmlns:a16="http://schemas.microsoft.com/office/drawing/2014/main" id="{2D70C5CF-585B-47C2-BD64-0FDBB619D6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5346" y="1412776"/>
            <a:ext cx="2947852" cy="930498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 lIns="36000" tIns="0" rIns="36000" bIns="0" anchor="ctr" anchorCtr="0"/>
          <a:lstStyle/>
          <a:p>
            <a:pPr marL="177800" indent="-177800"/>
            <a:r>
              <a:rPr lang="zh-TW" altLang="en-US" sz="1600" dirty="0"/>
              <a:t>如果父類別或子類別裡沒有提供拷貝建構子的話，編譯器會提供一個預設的拷貝建構子</a:t>
            </a:r>
          </a:p>
        </p:txBody>
      </p:sp>
      <p:sp>
        <p:nvSpPr>
          <p:cNvPr id="698373" name="AutoShape 5">
            <a:extLst>
              <a:ext uri="{FF2B5EF4-FFF2-40B4-BE49-F238E27FC236}">
                <a16:creationId xmlns:a16="http://schemas.microsoft.com/office/drawing/2014/main" id="{005707D0-BE17-4618-AE04-87C544DA4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260350"/>
            <a:ext cx="3492500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16.4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在子類別中使用拷貝建構子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CCEA9AC-2FBF-4DDE-ABF4-E42D4AE51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558" y="260350"/>
            <a:ext cx="3753608" cy="2238230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E4BC860-D5F1-4BBA-A3AC-D57AC4924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060" y="5265717"/>
            <a:ext cx="5960421" cy="1465038"/>
          </a:xfrm>
          <a:prstGeom prst="rect">
            <a:avLst/>
          </a:prstGeom>
        </p:spPr>
      </p:pic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913A11B8-ED9D-437C-A8F5-8A303F6D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5306-E689-4FEE-8A11-1EC89F5EBA8F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702466" name="Rectangle 2">
            <a:extLst>
              <a:ext uri="{FF2B5EF4-FFF2-40B4-BE49-F238E27FC236}">
                <a16:creationId xmlns:a16="http://schemas.microsoft.com/office/drawing/2014/main" id="{B9FAE7A1-0480-4B27-889E-CA2130A054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錯誤的使用拷貝建構子 </a:t>
            </a:r>
            <a:r>
              <a:rPr lang="en-US" altLang="zh-TW" dirty="0"/>
              <a:t>(2/2)</a:t>
            </a:r>
          </a:p>
        </p:txBody>
      </p:sp>
      <p:sp>
        <p:nvSpPr>
          <p:cNvPr id="702467" name="Rectangle 3">
            <a:extLst>
              <a:ext uri="{FF2B5EF4-FFF2-40B4-BE49-F238E27FC236}">
                <a16:creationId xmlns:a16="http://schemas.microsoft.com/office/drawing/2014/main" id="{51A7A956-5CA5-4A72-A03D-8C87F2BF72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512" y="1719263"/>
            <a:ext cx="3286708" cy="459505"/>
          </a:xfrm>
        </p:spPr>
        <p:txBody>
          <a:bodyPr/>
          <a:lstStyle/>
          <a:p>
            <a:r>
              <a:rPr lang="zh-TW" altLang="en-US" sz="2400" dirty="0"/>
              <a:t>執行完</a:t>
            </a:r>
            <a:r>
              <a:rPr lang="en-US" altLang="zh-TW" sz="2400" dirty="0"/>
              <a:t>49</a:t>
            </a:r>
            <a:r>
              <a:rPr lang="zh-TW" altLang="en-US" sz="2400" dirty="0"/>
              <a:t>行後的結果 </a:t>
            </a:r>
          </a:p>
        </p:txBody>
      </p:sp>
      <p:sp>
        <p:nvSpPr>
          <p:cNvPr id="702470" name="Rectangle 6">
            <a:extLst>
              <a:ext uri="{FF2B5EF4-FFF2-40B4-BE49-F238E27FC236}">
                <a16:creationId xmlns:a16="http://schemas.microsoft.com/office/drawing/2014/main" id="{11AADBDB-33A6-4BCE-A965-551DA9D74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848" y="1719263"/>
            <a:ext cx="3383413" cy="459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1pPr>
            <a:lvl2pPr marL="692150" indent="-347663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2pPr>
            <a:lvl3pPr marL="987425" indent="-293688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3pPr>
            <a:lvl4pPr marL="1281113" indent="-2921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4pPr>
            <a:lvl5pPr marL="1598613" indent="-315913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5pPr>
            <a:lvl6pPr marL="20558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6pPr>
            <a:lvl7pPr marL="25130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7pPr>
            <a:lvl8pPr marL="29702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8pPr>
            <a:lvl9pPr marL="34274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9pPr>
          </a:lstStyle>
          <a:p>
            <a:r>
              <a:rPr lang="zh-TW" altLang="en-US" sz="2400" dirty="0">
                <a:effectLst/>
              </a:rPr>
              <a:t>執行完</a:t>
            </a:r>
            <a:r>
              <a:rPr lang="en-US" altLang="zh-TW" sz="2400" dirty="0">
                <a:effectLst/>
              </a:rPr>
              <a:t>50</a:t>
            </a:r>
            <a:r>
              <a:rPr lang="zh-TW" altLang="en-US" sz="2400" dirty="0">
                <a:effectLst/>
              </a:rPr>
              <a:t>行後的結果 </a:t>
            </a:r>
          </a:p>
        </p:txBody>
      </p:sp>
      <p:sp>
        <p:nvSpPr>
          <p:cNvPr id="702473" name="AutoShape 9">
            <a:extLst>
              <a:ext uri="{FF2B5EF4-FFF2-40B4-BE49-F238E27FC236}">
                <a16:creationId xmlns:a16="http://schemas.microsoft.com/office/drawing/2014/main" id="{C48B37BE-2E27-4F81-A975-EA097FE3F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260350"/>
            <a:ext cx="3492500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16.4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在子類別中使用拷貝建構子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C63A34F-50A6-438E-B114-02C2B3679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8" y="2291165"/>
            <a:ext cx="4458057" cy="125927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AC7D4BE-CEB3-490E-8896-A5041C901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848" y="2169678"/>
            <a:ext cx="4393006" cy="222751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765209BF-892B-41D8-8407-08628B0A2C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839" y="3648785"/>
            <a:ext cx="3167165" cy="19002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3554C9B7-B4D2-4B09-A931-9CA041677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948" y="4532213"/>
            <a:ext cx="4104456" cy="708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dirty="0">
                <a:effectLst/>
              </a:rPr>
              <a:t>要解上面的錯誤，只要在子類別內加上一個</a:t>
            </a:r>
            <a:r>
              <a:rPr lang="zh-TW" altLang="en-US" sz="2000" b="1" dirty="0">
                <a:solidFill>
                  <a:srgbClr val="FF0000"/>
                </a:solidFill>
                <a:effectLst/>
              </a:rPr>
              <a:t>拷貝建構子</a:t>
            </a:r>
            <a:r>
              <a:rPr lang="zh-TW" altLang="en-US" sz="2000" dirty="0">
                <a:effectLst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4C03AD9-83F6-4BF4-84B8-CA2043897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39" y="793750"/>
            <a:ext cx="4341752" cy="5979616"/>
          </a:xfrm>
          <a:prstGeom prst="rect">
            <a:avLst/>
          </a:prstGeom>
        </p:spPr>
      </p:pic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CBF059FC-8330-48A9-BEA4-E46C8E5C4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6961-0759-4934-ADD4-9249EFDF5B9C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704514" name="Rectangle 2">
            <a:extLst>
              <a:ext uri="{FF2B5EF4-FFF2-40B4-BE49-F238E27FC236}">
                <a16:creationId xmlns:a16="http://schemas.microsoft.com/office/drawing/2014/main" id="{C5934E6E-C88C-4E7C-9124-E8D3B977C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71512"/>
          </a:xfrm>
        </p:spPr>
        <p:txBody>
          <a:bodyPr/>
          <a:lstStyle/>
          <a:p>
            <a:r>
              <a:rPr lang="zh-TW" altLang="en-US" dirty="0"/>
              <a:t>修正錯誤 </a:t>
            </a:r>
            <a:r>
              <a:rPr lang="en-US" altLang="zh-TW" dirty="0"/>
              <a:t>(1/2)</a:t>
            </a:r>
          </a:p>
        </p:txBody>
      </p:sp>
      <p:sp>
        <p:nvSpPr>
          <p:cNvPr id="704515" name="Rectangle 3">
            <a:extLst>
              <a:ext uri="{FF2B5EF4-FFF2-40B4-BE49-F238E27FC236}">
                <a16:creationId xmlns:a16="http://schemas.microsoft.com/office/drawing/2014/main" id="{CCD5C82E-D131-4494-90EF-15461161F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50333" y="942143"/>
            <a:ext cx="4161755" cy="402280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2000" dirty="0"/>
              <a:t>修正沒有撰寫拷貝建構子的錯誤 </a:t>
            </a:r>
          </a:p>
        </p:txBody>
      </p:sp>
      <p:sp>
        <p:nvSpPr>
          <p:cNvPr id="704516" name="AutoShape 4">
            <a:extLst>
              <a:ext uri="{FF2B5EF4-FFF2-40B4-BE49-F238E27FC236}">
                <a16:creationId xmlns:a16="http://schemas.microsoft.com/office/drawing/2014/main" id="{01B40B7D-278D-42BC-A13D-2E9C07270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260350"/>
            <a:ext cx="3492500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16.4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在子類別中使用拷貝建構子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4D837C7-F83A-428C-AB66-2D1CAD29A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554" y="1484784"/>
            <a:ext cx="3397552" cy="528858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BBCABE4D-E34D-4BA3-835F-4C4EFE66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59363-C883-4F76-87B8-9AB09465FFED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708610" name="Rectangle 2">
            <a:extLst>
              <a:ext uri="{FF2B5EF4-FFF2-40B4-BE49-F238E27FC236}">
                <a16:creationId xmlns:a16="http://schemas.microsoft.com/office/drawing/2014/main" id="{87EB12A2-E147-44C2-8DEF-6C8E5E158B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110518"/>
          </a:xfrm>
        </p:spPr>
        <p:txBody>
          <a:bodyPr/>
          <a:lstStyle/>
          <a:p>
            <a:r>
              <a:rPr lang="zh-TW" altLang="en-US" dirty="0"/>
              <a:t>修正錯誤 </a:t>
            </a:r>
            <a:r>
              <a:rPr lang="en-US" altLang="zh-TW" dirty="0"/>
              <a:t>(2/2)</a:t>
            </a:r>
          </a:p>
        </p:txBody>
      </p:sp>
      <p:sp>
        <p:nvSpPr>
          <p:cNvPr id="708611" name="Rectangle 3">
            <a:extLst>
              <a:ext uri="{FF2B5EF4-FFF2-40B4-BE49-F238E27FC236}">
                <a16:creationId xmlns:a16="http://schemas.microsoft.com/office/drawing/2014/main" id="{8C0F75D2-E789-4698-B14B-6A04631257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執行</a:t>
            </a:r>
            <a:r>
              <a:rPr lang="en-US" altLang="zh-TW" sz="2600" dirty="0"/>
              <a:t>38</a:t>
            </a:r>
            <a:r>
              <a:rPr lang="zh-TW" altLang="en-US" sz="2600" dirty="0"/>
              <a:t>與</a:t>
            </a:r>
            <a:r>
              <a:rPr lang="en-US" altLang="zh-TW" sz="2600" dirty="0"/>
              <a:t>45</a:t>
            </a:r>
            <a:r>
              <a:rPr lang="zh-TW" altLang="en-US" sz="2600" dirty="0"/>
              <a:t>行後之結果 </a:t>
            </a:r>
          </a:p>
        </p:txBody>
      </p:sp>
      <p:sp>
        <p:nvSpPr>
          <p:cNvPr id="708615" name="AutoShape 7">
            <a:extLst>
              <a:ext uri="{FF2B5EF4-FFF2-40B4-BE49-F238E27FC236}">
                <a16:creationId xmlns:a16="http://schemas.microsoft.com/office/drawing/2014/main" id="{D75921D5-5497-4ADE-BECC-CD6F29D5F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260350"/>
            <a:ext cx="3492500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16.4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在子類別中使用拷貝建構子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E225F7A-67D6-4825-A032-2FF4B375E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98" y="2292692"/>
            <a:ext cx="4219407" cy="206306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73A0B14-839A-4B6F-B29A-874D892A3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555" y="2292692"/>
            <a:ext cx="4533147" cy="204018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32E7B5F-B885-4239-8040-D6B41A32D13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692"/>
          <a:stretch/>
        </p:blipFill>
        <p:spPr>
          <a:xfrm>
            <a:off x="1547156" y="4588160"/>
            <a:ext cx="4533147" cy="1935303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49FE48-9840-40D7-A08F-6FDA20416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322D5-C61E-4784-AA19-7EC437C46F41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709634" name="Rectangle 2">
            <a:extLst>
              <a:ext uri="{FF2B5EF4-FFF2-40B4-BE49-F238E27FC236}">
                <a16:creationId xmlns:a16="http://schemas.microsoft.com/office/drawing/2014/main" id="{26DCB7D2-4D66-4A36-B420-C916F74D5F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500" dirty="0"/>
              <a:t>建構子與解構子的呼叫時機 </a:t>
            </a:r>
          </a:p>
        </p:txBody>
      </p:sp>
      <p:sp>
        <p:nvSpPr>
          <p:cNvPr id="709635" name="Rectangle 3">
            <a:extLst>
              <a:ext uri="{FF2B5EF4-FFF2-40B4-BE49-F238E27FC236}">
                <a16:creationId xmlns:a16="http://schemas.microsoft.com/office/drawing/2014/main" id="{918D5145-DE16-495A-BC0D-48E60BF214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6995120" cy="4411662"/>
          </a:xfrm>
        </p:spPr>
        <p:txBody>
          <a:bodyPr/>
          <a:lstStyle/>
          <a:p>
            <a:r>
              <a:rPr lang="zh-TW" altLang="en-US" sz="2600" b="1" dirty="0">
                <a:solidFill>
                  <a:srgbClr val="FF0000"/>
                </a:solidFill>
              </a:rPr>
              <a:t>建立</a:t>
            </a:r>
            <a:r>
              <a:rPr lang="zh-TW" altLang="en-US" sz="2600" dirty="0"/>
              <a:t>物件時，</a:t>
            </a:r>
            <a:r>
              <a:rPr lang="zh-TW" altLang="en-US" sz="2600" b="1" dirty="0">
                <a:solidFill>
                  <a:srgbClr val="FF0000"/>
                </a:solidFill>
              </a:rPr>
              <a:t>父類別</a:t>
            </a:r>
            <a:r>
              <a:rPr lang="zh-TW" altLang="en-US" sz="2600" dirty="0"/>
              <a:t>的建構子會先被執行，然後再執行子類別的建構子</a:t>
            </a:r>
          </a:p>
          <a:p>
            <a:r>
              <a:rPr lang="zh-TW" altLang="en-US" sz="2600" b="1" dirty="0">
                <a:solidFill>
                  <a:srgbClr val="FF0000"/>
                </a:solidFill>
              </a:rPr>
              <a:t>銷毀</a:t>
            </a:r>
            <a:r>
              <a:rPr lang="zh-TW" altLang="en-US" sz="2600" dirty="0"/>
              <a:t>物件時，</a:t>
            </a:r>
            <a:r>
              <a:rPr lang="zh-TW" altLang="en-US" sz="2600" b="1" dirty="0">
                <a:solidFill>
                  <a:srgbClr val="FF0000"/>
                </a:solidFill>
              </a:rPr>
              <a:t>子類別</a:t>
            </a:r>
            <a:r>
              <a:rPr lang="zh-TW" altLang="en-US" sz="2600" dirty="0"/>
              <a:t>的解構子會先被執行，然後再執行父類別的解構子 </a:t>
            </a:r>
          </a:p>
        </p:txBody>
      </p:sp>
      <p:sp>
        <p:nvSpPr>
          <p:cNvPr id="709636" name="AutoShape 4">
            <a:extLst>
              <a:ext uri="{FF2B5EF4-FFF2-40B4-BE49-F238E27FC236}">
                <a16:creationId xmlns:a16="http://schemas.microsoft.com/office/drawing/2014/main" id="{CA3FEECE-6272-4A3D-A17D-F3EF4AC5B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260350"/>
            <a:ext cx="3492500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16.4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在子類別中使用拷貝建構子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ECDD6F-973B-422E-B55E-E1618CE7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27F9-14A7-4358-A080-B2F20D41B5CD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387076" name="WordArt 4">
            <a:extLst>
              <a:ext uri="{FF2B5EF4-FFF2-40B4-BE49-F238E27FC236}">
                <a16:creationId xmlns:a16="http://schemas.microsoft.com/office/drawing/2014/main" id="{048FD5E2-C7E0-4696-9FD4-4DB99AB9131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79613" y="2924175"/>
            <a:ext cx="4321175" cy="10810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TW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Comic Sans MS" panose="030F0702030302020204" pitchFamily="66" charset="0"/>
              </a:rPr>
              <a:t>-The End-</a:t>
            </a:r>
            <a:endParaRPr lang="zh-TW" altLang="en-US" sz="3600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default">
      <a:majorFont>
        <a:latin typeface="Times New Roman"/>
        <a:ea typeface="華康細圓體"/>
        <a:cs typeface=""/>
      </a:majorFont>
      <a:minorFont>
        <a:latin typeface="Times New Roman"/>
        <a:ea typeface="華康細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imes New Roman" panose="02020603050405020304" pitchFamily="18" charset="0"/>
            <a:ea typeface="華康細圓體" panose="020F0309000000000000" pitchFamily="49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imes New Roman" panose="02020603050405020304" pitchFamily="18" charset="0"/>
            <a:ea typeface="華康細圓體" panose="020F0309000000000000" pitchFamily="49" charset="-120"/>
          </a:defRPr>
        </a:defPPr>
      </a:lstStyle>
    </a:lnDef>
  </a:objectDefaults>
  <a:extraClrSchemeLst>
    <a:extraClrScheme>
      <a:clrScheme name="default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4520</TotalTime>
  <Words>881</Words>
  <Application>Microsoft Office PowerPoint</Application>
  <PresentationFormat>如螢幕大小 (4:3)</PresentationFormat>
  <Paragraphs>107</Paragraphs>
  <Slides>19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Arial</vt:lpstr>
      <vt:lpstr>Times New Roman</vt:lpstr>
      <vt:lpstr>Wingdings</vt:lpstr>
      <vt:lpstr>Comic Sans MS</vt:lpstr>
      <vt:lpstr>default</vt:lpstr>
      <vt:lpstr>第十六章 類別的繼承 </vt:lpstr>
      <vt:lpstr>基底類別與衍生類別  </vt:lpstr>
      <vt:lpstr>簡單的繼承範例 (1/2) </vt:lpstr>
      <vt:lpstr>簡單的繼承範例 (2/2)</vt:lpstr>
      <vt:lpstr>呼叫父類別中特定的建構子</vt:lpstr>
      <vt:lpstr>使用建構子常見的錯誤</vt:lpstr>
      <vt:lpstr>修正錯誤</vt:lpstr>
      <vt:lpstr>父類別裡私有成員的存取(1/2)</vt:lpstr>
      <vt:lpstr>父類別裡私有成員的存取 (2/2)</vt:lpstr>
      <vt:lpstr>使用protected成員 </vt:lpstr>
      <vt:lpstr>類別繼承的存取模式 </vt:lpstr>
      <vt:lpstr>改寫的範例</vt:lpstr>
      <vt:lpstr>「改寫」與「多載」的比較 </vt:lpstr>
      <vt:lpstr>錯誤的使用拷貝建構子 (1/2) </vt:lpstr>
      <vt:lpstr>錯誤的使用拷貝建構子 (2/2)</vt:lpstr>
      <vt:lpstr>修正錯誤 (1/2)</vt:lpstr>
      <vt:lpstr>修正錯誤 (2/2)</vt:lpstr>
      <vt:lpstr>建構子與解構子的呼叫時機 </vt:lpstr>
      <vt:lpstr>PowerPoint 簡報</vt:lpstr>
    </vt:vector>
  </TitlesOfParts>
  <Company>My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認識C語言</dc:title>
  <dc:creator>Customer</dc:creator>
  <cp:lastModifiedBy>Eclair Chen</cp:lastModifiedBy>
  <cp:revision>151</cp:revision>
  <cp:lastPrinted>1601-01-01T00:00:00Z</cp:lastPrinted>
  <dcterms:created xsi:type="dcterms:W3CDTF">2007-03-13T09:49:44Z</dcterms:created>
  <dcterms:modified xsi:type="dcterms:W3CDTF">2024-11-21T05:55:17Z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