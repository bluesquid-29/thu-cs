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93" r:id="rId1"/>
  </p:sldMasterIdLst>
  <p:notesMasterIdLst>
    <p:notesMasterId r:id="rId17"/>
  </p:notesMasterIdLst>
  <p:handoutMasterIdLst>
    <p:handoutMasterId r:id="rId18"/>
  </p:handoutMasterIdLst>
  <p:sldIdLst>
    <p:sldId id="256" r:id="rId2"/>
    <p:sldId id="304" r:id="rId3"/>
    <p:sldId id="308" r:id="rId4"/>
    <p:sldId id="311" r:id="rId5"/>
    <p:sldId id="348" r:id="rId6"/>
    <p:sldId id="349" r:id="rId7"/>
    <p:sldId id="350" r:id="rId8"/>
    <p:sldId id="354" r:id="rId9"/>
    <p:sldId id="355" r:id="rId10"/>
    <p:sldId id="356" r:id="rId11"/>
    <p:sldId id="381" r:id="rId12"/>
    <p:sldId id="382" r:id="rId13"/>
    <p:sldId id="385" r:id="rId14"/>
    <p:sldId id="386" r:id="rId15"/>
    <p:sldId id="272" r:id="rId16"/>
  </p:sldIdLst>
  <p:sldSz cx="9144000" cy="6858000" type="screen4x3"/>
  <p:notesSz cx="6858000" cy="9144000"/>
  <p:embeddedFontLst>
    <p:embeddedFont>
      <p:font typeface="Comic Sans MS" panose="030F0702030302020204" pitchFamily="66" charset="0"/>
      <p:regular r:id="rId19"/>
      <p:bold r:id="rId20"/>
      <p:italic r:id="rId21"/>
      <p:boldItalic r:id="rId22"/>
    </p:embeddedFont>
  </p:embeddedFontLst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57">
          <p15:clr>
            <a:srgbClr val="A4A3A4"/>
          </p15:clr>
        </p15:guide>
        <p15:guide id="2" pos="38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FF"/>
    <a:srgbClr val="FFFFCC"/>
    <a:srgbClr val="9900CC"/>
    <a:srgbClr val="CC0000"/>
    <a:srgbClr val="99CCFF"/>
    <a:srgbClr val="CCFF99"/>
    <a:srgbClr val="FFCCCC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98" autoAdjust="0"/>
    <p:restoredTop sz="94660" autoAdjust="0"/>
  </p:normalViewPr>
  <p:slideViewPr>
    <p:cSldViewPr>
      <p:cViewPr varScale="1">
        <p:scale>
          <a:sx n="69" d="100"/>
          <a:sy n="69" d="100"/>
        </p:scale>
        <p:origin x="77" y="82"/>
      </p:cViewPr>
      <p:guideLst>
        <p:guide orient="horz" pos="1457"/>
        <p:guide pos="38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36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clair Chen" userId="bee3a08289d85a0e" providerId="LiveId" clId="{CADA3366-F2FE-4FD2-B5D0-7D2018FAB6A3}"/>
    <pc:docChg chg="custSel modSld">
      <pc:chgData name="Eclair Chen" userId="bee3a08289d85a0e" providerId="LiveId" clId="{CADA3366-F2FE-4FD2-B5D0-7D2018FAB6A3}" dt="2024-12-25T07:27:28.793" v="5" actId="167"/>
      <pc:docMkLst>
        <pc:docMk/>
      </pc:docMkLst>
      <pc:sldChg chg="addSp delSp modSp mod">
        <pc:chgData name="Eclair Chen" userId="bee3a08289d85a0e" providerId="LiveId" clId="{CADA3366-F2FE-4FD2-B5D0-7D2018FAB6A3}" dt="2024-12-25T07:27:28.793" v="5" actId="167"/>
        <pc:sldMkLst>
          <pc:docMk/>
          <pc:sldMk cId="0" sldId="304"/>
        </pc:sldMkLst>
        <pc:picChg chg="del">
          <ac:chgData name="Eclair Chen" userId="bee3a08289d85a0e" providerId="LiveId" clId="{CADA3366-F2FE-4FD2-B5D0-7D2018FAB6A3}" dt="2024-12-25T07:27:16.910" v="0" actId="478"/>
          <ac:picMkLst>
            <pc:docMk/>
            <pc:sldMk cId="0" sldId="304"/>
            <ac:picMk id="2" creationId="{D94F48CD-D1B2-42E5-882E-AFE14B37B7FE}"/>
          </ac:picMkLst>
        </pc:picChg>
        <pc:picChg chg="add mod ord">
          <ac:chgData name="Eclair Chen" userId="bee3a08289d85a0e" providerId="LiveId" clId="{CADA3366-F2FE-4FD2-B5D0-7D2018FAB6A3}" dt="2024-12-25T07:27:28.793" v="5" actId="167"/>
          <ac:picMkLst>
            <pc:docMk/>
            <pc:sldMk cId="0" sldId="304"/>
            <ac:picMk id="4" creationId="{7ABA74AB-3149-499B-8E3D-542EAEA7C9C4}"/>
          </ac:picMkLst>
        </pc:picChg>
      </pc:sldChg>
    </pc:docChg>
  </pc:docChgLst>
  <pc:docChgLst>
    <pc:chgData name="Eclair Chen" userId="bee3a08289d85a0e" providerId="LiveId" clId="{8F64CDD6-FFFD-457C-A060-E56BFF5F2AA9}"/>
    <pc:docChg chg="undo custSel addSld delSld modSld">
      <pc:chgData name="Eclair Chen" userId="bee3a08289d85a0e" providerId="LiveId" clId="{8F64CDD6-FFFD-457C-A060-E56BFF5F2AA9}" dt="2024-11-12T06:49:38.661" v="1267" actId="14100"/>
      <pc:docMkLst>
        <pc:docMk/>
      </pc:docMkLst>
      <pc:sldChg chg="modSp mod">
        <pc:chgData name="Eclair Chen" userId="bee3a08289d85a0e" providerId="LiveId" clId="{8F64CDD6-FFFD-457C-A060-E56BFF5F2AA9}" dt="2024-11-12T05:24:56.930" v="0" actId="6549"/>
        <pc:sldMkLst>
          <pc:docMk/>
          <pc:sldMk cId="0" sldId="256"/>
        </pc:sldMkLst>
        <pc:spChg chg="mod">
          <ac:chgData name="Eclair Chen" userId="bee3a08289d85a0e" providerId="LiveId" clId="{8F64CDD6-FFFD-457C-A060-E56BFF5F2AA9}" dt="2024-11-12T05:24:56.930" v="0" actId="6549"/>
          <ac:spMkLst>
            <pc:docMk/>
            <pc:sldMk cId="0" sldId="256"/>
            <ac:spMk id="346115" creationId="{6EDE8927-539A-4CE1-95E4-83C975337C8E}"/>
          </ac:spMkLst>
        </pc:spChg>
      </pc:sldChg>
      <pc:sldChg chg="addSp delSp modSp mod">
        <pc:chgData name="Eclair Chen" userId="bee3a08289d85a0e" providerId="LiveId" clId="{8F64CDD6-FFFD-457C-A060-E56BFF5F2AA9}" dt="2024-11-12T05:40:52.832" v="103" actId="14100"/>
        <pc:sldMkLst>
          <pc:docMk/>
          <pc:sldMk cId="0" sldId="304"/>
        </pc:sldMkLst>
        <pc:spChg chg="mod">
          <ac:chgData name="Eclair Chen" userId="bee3a08289d85a0e" providerId="LiveId" clId="{8F64CDD6-FFFD-457C-A060-E56BFF5F2AA9}" dt="2024-11-12T05:40:52.832" v="103" actId="14100"/>
          <ac:spMkLst>
            <pc:docMk/>
            <pc:sldMk cId="0" sldId="304"/>
            <ac:spMk id="578564" creationId="{C15F5B4C-1444-45E2-8969-5319C5521AB0}"/>
          </ac:spMkLst>
        </pc:spChg>
        <pc:spChg chg="mod">
          <ac:chgData name="Eclair Chen" userId="bee3a08289d85a0e" providerId="LiveId" clId="{8F64CDD6-FFFD-457C-A060-E56BFF5F2AA9}" dt="2024-11-12T05:40:43.548" v="102" actId="207"/>
          <ac:spMkLst>
            <pc:docMk/>
            <pc:sldMk cId="0" sldId="304"/>
            <ac:spMk id="578565" creationId="{BC1CAFC6-8FA0-4940-B3BA-BC2ED598B2ED}"/>
          </ac:spMkLst>
        </pc:spChg>
        <pc:picChg chg="add mod ord">
          <ac:chgData name="Eclair Chen" userId="bee3a08289d85a0e" providerId="LiveId" clId="{8F64CDD6-FFFD-457C-A060-E56BFF5F2AA9}" dt="2024-11-12T05:39:18.065" v="83" actId="167"/>
          <ac:picMkLst>
            <pc:docMk/>
            <pc:sldMk cId="0" sldId="304"/>
            <ac:picMk id="2" creationId="{D94F48CD-D1B2-42E5-882E-AFE14B37B7FE}"/>
          </ac:picMkLst>
        </pc:picChg>
        <pc:picChg chg="del">
          <ac:chgData name="Eclair Chen" userId="bee3a08289d85a0e" providerId="LiveId" clId="{8F64CDD6-FFFD-457C-A060-E56BFF5F2AA9}" dt="2024-11-12T05:34:32.034" v="70" actId="478"/>
          <ac:picMkLst>
            <pc:docMk/>
            <pc:sldMk cId="0" sldId="304"/>
            <ac:picMk id="578569" creationId="{2F8F0E9B-27EA-41A3-B350-F21870C3C78B}"/>
          </ac:picMkLst>
        </pc:picChg>
      </pc:sldChg>
      <pc:sldChg chg="del">
        <pc:chgData name="Eclair Chen" userId="bee3a08289d85a0e" providerId="LiveId" clId="{8F64CDD6-FFFD-457C-A060-E56BFF5F2AA9}" dt="2024-11-12T05:40:59.844" v="104" actId="2696"/>
        <pc:sldMkLst>
          <pc:docMk/>
          <pc:sldMk cId="0" sldId="305"/>
        </pc:sldMkLst>
      </pc:sldChg>
      <pc:sldChg chg="addSp delSp modSp mod">
        <pc:chgData name="Eclair Chen" userId="bee3a08289d85a0e" providerId="LiveId" clId="{8F64CDD6-FFFD-457C-A060-E56BFF5F2AA9}" dt="2024-11-12T05:53:50.939" v="251" actId="207"/>
        <pc:sldMkLst>
          <pc:docMk/>
          <pc:sldMk cId="0" sldId="308"/>
        </pc:sldMkLst>
        <pc:spChg chg="add del mod">
          <ac:chgData name="Eclair Chen" userId="bee3a08289d85a0e" providerId="LiveId" clId="{8F64CDD6-FFFD-457C-A060-E56BFF5F2AA9}" dt="2024-11-12T05:44:50.458" v="165" actId="478"/>
          <ac:spMkLst>
            <pc:docMk/>
            <pc:sldMk cId="0" sldId="308"/>
            <ac:spMk id="2" creationId="{69DB9116-C6FC-43A3-A124-4986EB83189C}"/>
          </ac:spMkLst>
        </pc:spChg>
        <pc:spChg chg="add mod">
          <ac:chgData name="Eclair Chen" userId="bee3a08289d85a0e" providerId="LiveId" clId="{8F64CDD6-FFFD-457C-A060-E56BFF5F2AA9}" dt="2024-11-12T05:53:50.939" v="251" actId="207"/>
          <ac:spMkLst>
            <pc:docMk/>
            <pc:sldMk cId="0" sldId="308"/>
            <ac:spMk id="11" creationId="{AA6D2B26-C63A-4BCB-81E1-403F7970EDCB}"/>
          </ac:spMkLst>
        </pc:spChg>
        <pc:spChg chg="mod">
          <ac:chgData name="Eclair Chen" userId="bee3a08289d85a0e" providerId="LiveId" clId="{8F64CDD6-FFFD-457C-A060-E56BFF5F2AA9}" dt="2024-11-12T05:45:03.768" v="171" actId="14100"/>
          <ac:spMkLst>
            <pc:docMk/>
            <pc:sldMk cId="0" sldId="308"/>
            <ac:spMk id="582660" creationId="{150C165F-7736-4086-BD1F-F672E5650C21}"/>
          </ac:spMkLst>
        </pc:spChg>
        <pc:spChg chg="del">
          <ac:chgData name="Eclair Chen" userId="bee3a08289d85a0e" providerId="LiveId" clId="{8F64CDD6-FFFD-457C-A060-E56BFF5F2AA9}" dt="2024-11-12T05:44:47.422" v="164" actId="478"/>
          <ac:spMkLst>
            <pc:docMk/>
            <pc:sldMk cId="0" sldId="308"/>
            <ac:spMk id="582682" creationId="{BFA4E5EF-7CC2-4555-BB5C-B206C03CDA39}"/>
          </ac:spMkLst>
        </pc:spChg>
        <pc:picChg chg="add mod">
          <ac:chgData name="Eclair Chen" userId="bee3a08289d85a0e" providerId="LiveId" clId="{8F64CDD6-FFFD-457C-A060-E56BFF5F2AA9}" dt="2024-11-12T05:51:07.149" v="226" actId="1076"/>
          <ac:picMkLst>
            <pc:docMk/>
            <pc:sldMk cId="0" sldId="308"/>
            <ac:picMk id="3" creationId="{EB398D1A-89F1-48F5-B34A-5AACEEFE0BAB}"/>
          </ac:picMkLst>
        </pc:picChg>
        <pc:picChg chg="add mod ord">
          <ac:chgData name="Eclair Chen" userId="bee3a08289d85a0e" providerId="LiveId" clId="{8F64CDD6-FFFD-457C-A060-E56BFF5F2AA9}" dt="2024-11-12T05:53:01.706" v="245" actId="1076"/>
          <ac:picMkLst>
            <pc:docMk/>
            <pc:sldMk cId="0" sldId="308"/>
            <ac:picMk id="4" creationId="{46B410B9-B8D7-4ACB-A5DF-D358F9960864}"/>
          </ac:picMkLst>
        </pc:picChg>
        <pc:picChg chg="del">
          <ac:chgData name="Eclair Chen" userId="bee3a08289d85a0e" providerId="LiveId" clId="{8F64CDD6-FFFD-457C-A060-E56BFF5F2AA9}" dt="2024-11-12T05:44:52.837" v="167" actId="478"/>
          <ac:picMkLst>
            <pc:docMk/>
            <pc:sldMk cId="0" sldId="308"/>
            <ac:picMk id="582691" creationId="{D9E9CC2D-F494-46FB-AC2E-5E4DAF1C552C}"/>
          </ac:picMkLst>
        </pc:picChg>
        <pc:picChg chg="del">
          <ac:chgData name="Eclair Chen" userId="bee3a08289d85a0e" providerId="LiveId" clId="{8F64CDD6-FFFD-457C-A060-E56BFF5F2AA9}" dt="2024-11-12T05:44:52.157" v="166" actId="478"/>
          <ac:picMkLst>
            <pc:docMk/>
            <pc:sldMk cId="0" sldId="308"/>
            <ac:picMk id="582692" creationId="{83A79B16-7F2D-469D-8A23-037A77582428}"/>
          </ac:picMkLst>
        </pc:picChg>
      </pc:sldChg>
      <pc:sldChg chg="del">
        <pc:chgData name="Eclair Chen" userId="bee3a08289d85a0e" providerId="LiveId" clId="{8F64CDD6-FFFD-457C-A060-E56BFF5F2AA9}" dt="2024-11-12T05:42:02.726" v="106" actId="2696"/>
        <pc:sldMkLst>
          <pc:docMk/>
          <pc:sldMk cId="0" sldId="309"/>
        </pc:sldMkLst>
      </pc:sldChg>
      <pc:sldChg chg="del">
        <pc:chgData name="Eclair Chen" userId="bee3a08289d85a0e" providerId="LiveId" clId="{8F64CDD6-FFFD-457C-A060-E56BFF5F2AA9}" dt="2024-11-12T05:49:50.674" v="222" actId="2696"/>
        <pc:sldMkLst>
          <pc:docMk/>
          <pc:sldMk cId="0" sldId="310"/>
        </pc:sldMkLst>
      </pc:sldChg>
      <pc:sldChg chg="addSp delSp modSp mod">
        <pc:chgData name="Eclair Chen" userId="bee3a08289d85a0e" providerId="LiveId" clId="{8F64CDD6-FFFD-457C-A060-E56BFF5F2AA9}" dt="2024-11-12T05:59:00.999" v="399" actId="1076"/>
        <pc:sldMkLst>
          <pc:docMk/>
          <pc:sldMk cId="0" sldId="311"/>
        </pc:sldMkLst>
        <pc:spChg chg="mod">
          <ac:chgData name="Eclair Chen" userId="bee3a08289d85a0e" providerId="LiveId" clId="{8F64CDD6-FFFD-457C-A060-E56BFF5F2AA9}" dt="2024-11-12T05:54:43.342" v="294" actId="20577"/>
          <ac:spMkLst>
            <pc:docMk/>
            <pc:sldMk cId="0" sldId="311"/>
            <ac:spMk id="585732" creationId="{DB33A262-4FA5-46AF-9B75-8581A4568CE0}"/>
          </ac:spMkLst>
        </pc:spChg>
        <pc:spChg chg="mod">
          <ac:chgData name="Eclair Chen" userId="bee3a08289d85a0e" providerId="LiveId" clId="{8F64CDD6-FFFD-457C-A060-E56BFF5F2AA9}" dt="2024-11-12T05:57:32.458" v="369" actId="1076"/>
          <ac:spMkLst>
            <pc:docMk/>
            <pc:sldMk cId="0" sldId="311"/>
            <ac:spMk id="585733" creationId="{CC691856-8D45-4D66-AF48-795E7AFADDF6}"/>
          </ac:spMkLst>
        </pc:spChg>
        <pc:picChg chg="add mod ord">
          <ac:chgData name="Eclair Chen" userId="bee3a08289d85a0e" providerId="LiveId" clId="{8F64CDD6-FFFD-457C-A060-E56BFF5F2AA9}" dt="2024-11-12T05:56:17.755" v="362" actId="167"/>
          <ac:picMkLst>
            <pc:docMk/>
            <pc:sldMk cId="0" sldId="311"/>
            <ac:picMk id="2" creationId="{CC3D45E0-BB81-4EC6-8A17-091115F0DACA}"/>
          </ac:picMkLst>
        </pc:picChg>
        <pc:picChg chg="add mod">
          <ac:chgData name="Eclair Chen" userId="bee3a08289d85a0e" providerId="LiveId" clId="{8F64CDD6-FFFD-457C-A060-E56BFF5F2AA9}" dt="2024-11-12T05:58:30.893" v="394" actId="14100"/>
          <ac:picMkLst>
            <pc:docMk/>
            <pc:sldMk cId="0" sldId="311"/>
            <ac:picMk id="3" creationId="{8539FCD8-43E4-44A1-8993-3AE0E6156FC3}"/>
          </ac:picMkLst>
        </pc:picChg>
        <pc:picChg chg="add mod">
          <ac:chgData name="Eclair Chen" userId="bee3a08289d85a0e" providerId="LiveId" clId="{8F64CDD6-FFFD-457C-A060-E56BFF5F2AA9}" dt="2024-11-12T05:59:00.999" v="399" actId="1076"/>
          <ac:picMkLst>
            <pc:docMk/>
            <pc:sldMk cId="0" sldId="311"/>
            <ac:picMk id="4" creationId="{E46D4854-0DD1-4468-AE28-82C0E3E9859B}"/>
          </ac:picMkLst>
        </pc:picChg>
        <pc:picChg chg="del">
          <ac:chgData name="Eclair Chen" userId="bee3a08289d85a0e" providerId="LiveId" clId="{8F64CDD6-FFFD-457C-A060-E56BFF5F2AA9}" dt="2024-11-12T05:55:17.141" v="354" actId="478"/>
          <ac:picMkLst>
            <pc:docMk/>
            <pc:sldMk cId="0" sldId="311"/>
            <ac:picMk id="585746" creationId="{9A4F545B-72FF-4A64-B699-B829EDFE26DA}"/>
          </ac:picMkLst>
        </pc:picChg>
        <pc:picChg chg="del">
          <ac:chgData name="Eclair Chen" userId="bee3a08289d85a0e" providerId="LiveId" clId="{8F64CDD6-FFFD-457C-A060-E56BFF5F2AA9}" dt="2024-11-12T05:55:16.415" v="353" actId="478"/>
          <ac:picMkLst>
            <pc:docMk/>
            <pc:sldMk cId="0" sldId="311"/>
            <ac:picMk id="585747" creationId="{8C0C9EC8-A1D6-4B32-BB60-49CB04116335}"/>
          </ac:picMkLst>
        </pc:picChg>
      </pc:sldChg>
      <pc:sldChg chg="del">
        <pc:chgData name="Eclair Chen" userId="bee3a08289d85a0e" providerId="LiveId" clId="{8F64CDD6-FFFD-457C-A060-E56BFF5F2AA9}" dt="2024-11-12T05:59:30.866" v="400" actId="2696"/>
        <pc:sldMkLst>
          <pc:docMk/>
          <pc:sldMk cId="0" sldId="312"/>
        </pc:sldMkLst>
      </pc:sldChg>
      <pc:sldChg chg="del">
        <pc:chgData name="Eclair Chen" userId="bee3a08289d85a0e" providerId="LiveId" clId="{8F64CDD6-FFFD-457C-A060-E56BFF5F2AA9}" dt="2024-11-12T05:41:57.852" v="105" actId="2696"/>
        <pc:sldMkLst>
          <pc:docMk/>
          <pc:sldMk cId="0" sldId="342"/>
        </pc:sldMkLst>
      </pc:sldChg>
      <pc:sldChg chg="del">
        <pc:chgData name="Eclair Chen" userId="bee3a08289d85a0e" providerId="LiveId" clId="{8F64CDD6-FFFD-457C-A060-E56BFF5F2AA9}" dt="2024-11-12T05:59:34.237" v="401" actId="2696"/>
        <pc:sldMkLst>
          <pc:docMk/>
          <pc:sldMk cId="0" sldId="343"/>
        </pc:sldMkLst>
      </pc:sldChg>
      <pc:sldChg chg="del">
        <pc:chgData name="Eclair Chen" userId="bee3a08289d85a0e" providerId="LiveId" clId="{8F64CDD6-FFFD-457C-A060-E56BFF5F2AA9}" dt="2024-11-12T05:59:37.109" v="402" actId="2696"/>
        <pc:sldMkLst>
          <pc:docMk/>
          <pc:sldMk cId="0" sldId="345"/>
        </pc:sldMkLst>
      </pc:sldChg>
      <pc:sldChg chg="del">
        <pc:chgData name="Eclair Chen" userId="bee3a08289d85a0e" providerId="LiveId" clId="{8F64CDD6-FFFD-457C-A060-E56BFF5F2AA9}" dt="2024-11-12T05:59:39.419" v="403" actId="2696"/>
        <pc:sldMkLst>
          <pc:docMk/>
          <pc:sldMk cId="0" sldId="346"/>
        </pc:sldMkLst>
      </pc:sldChg>
      <pc:sldChg chg="del">
        <pc:chgData name="Eclair Chen" userId="bee3a08289d85a0e" providerId="LiveId" clId="{8F64CDD6-FFFD-457C-A060-E56BFF5F2AA9}" dt="2024-11-12T05:59:41.805" v="404" actId="2696"/>
        <pc:sldMkLst>
          <pc:docMk/>
          <pc:sldMk cId="0" sldId="347"/>
        </pc:sldMkLst>
      </pc:sldChg>
      <pc:sldChg chg="addSp delSp modSp mod">
        <pc:chgData name="Eclair Chen" userId="bee3a08289d85a0e" providerId="LiveId" clId="{8F64CDD6-FFFD-457C-A060-E56BFF5F2AA9}" dt="2024-11-12T06:05:20.437" v="581" actId="1076"/>
        <pc:sldMkLst>
          <pc:docMk/>
          <pc:sldMk cId="0" sldId="348"/>
        </pc:sldMkLst>
        <pc:spChg chg="add del mod">
          <ac:chgData name="Eclair Chen" userId="bee3a08289d85a0e" providerId="LiveId" clId="{8F64CDD6-FFFD-457C-A060-E56BFF5F2AA9}" dt="2024-11-12T06:04:16.140" v="576" actId="478"/>
          <ac:spMkLst>
            <pc:docMk/>
            <pc:sldMk cId="0" sldId="348"/>
            <ac:spMk id="2" creationId="{294364C8-7F94-47F7-9FF5-1A9F1182BEF4}"/>
          </ac:spMkLst>
        </pc:spChg>
        <pc:spChg chg="mod">
          <ac:chgData name="Eclair Chen" userId="bee3a08289d85a0e" providerId="LiveId" clId="{8F64CDD6-FFFD-457C-A060-E56BFF5F2AA9}" dt="2024-11-12T06:02:40.539" v="574" actId="20577"/>
          <ac:spMkLst>
            <pc:docMk/>
            <pc:sldMk cId="0" sldId="348"/>
            <ac:spMk id="686082" creationId="{EFE51ED3-981A-4690-867B-BAFFA17511B9}"/>
          </ac:spMkLst>
        </pc:spChg>
        <pc:spChg chg="del">
          <ac:chgData name="Eclair Chen" userId="bee3a08289d85a0e" providerId="LiveId" clId="{8F64CDD6-FFFD-457C-A060-E56BFF5F2AA9}" dt="2024-11-12T06:04:14.749" v="575" actId="478"/>
          <ac:spMkLst>
            <pc:docMk/>
            <pc:sldMk cId="0" sldId="348"/>
            <ac:spMk id="686083" creationId="{52A92BCE-8701-4744-86AE-40E89AFFA51A}"/>
          </ac:spMkLst>
        </pc:spChg>
        <pc:spChg chg="mod">
          <ac:chgData name="Eclair Chen" userId="bee3a08289d85a0e" providerId="LiveId" clId="{8F64CDD6-FFFD-457C-A060-E56BFF5F2AA9}" dt="2024-11-12T06:00:28.921" v="447" actId="14100"/>
          <ac:spMkLst>
            <pc:docMk/>
            <pc:sldMk cId="0" sldId="348"/>
            <ac:spMk id="686084" creationId="{0F4E2713-B1FA-428C-A793-66025D73F8DF}"/>
          </ac:spMkLst>
        </pc:spChg>
        <pc:picChg chg="add mod">
          <ac:chgData name="Eclair Chen" userId="bee3a08289d85a0e" providerId="LiveId" clId="{8F64CDD6-FFFD-457C-A060-E56BFF5F2AA9}" dt="2024-11-12T06:05:20.437" v="581" actId="1076"/>
          <ac:picMkLst>
            <pc:docMk/>
            <pc:sldMk cId="0" sldId="348"/>
            <ac:picMk id="3" creationId="{44BE2E79-E19C-4540-8246-7454B0005FCA}"/>
          </ac:picMkLst>
        </pc:picChg>
        <pc:picChg chg="del">
          <ac:chgData name="Eclair Chen" userId="bee3a08289d85a0e" providerId="LiveId" clId="{8F64CDD6-FFFD-457C-A060-E56BFF5F2AA9}" dt="2024-11-12T06:04:17.040" v="577" actId="478"/>
          <ac:picMkLst>
            <pc:docMk/>
            <pc:sldMk cId="0" sldId="348"/>
            <ac:picMk id="686085" creationId="{196FA46C-538A-4E6D-8C09-4E916394C75C}"/>
          </ac:picMkLst>
        </pc:picChg>
        <pc:picChg chg="del">
          <ac:chgData name="Eclair Chen" userId="bee3a08289d85a0e" providerId="LiveId" clId="{8F64CDD6-FFFD-457C-A060-E56BFF5F2AA9}" dt="2024-11-12T06:04:18.597" v="578" actId="478"/>
          <ac:picMkLst>
            <pc:docMk/>
            <pc:sldMk cId="0" sldId="348"/>
            <ac:picMk id="686086" creationId="{3CAA6334-F4A2-4C8B-9B0A-174498BF3754}"/>
          </ac:picMkLst>
        </pc:picChg>
      </pc:sldChg>
      <pc:sldChg chg="addSp delSp modSp mod">
        <pc:chgData name="Eclair Chen" userId="bee3a08289d85a0e" providerId="LiveId" clId="{8F64CDD6-FFFD-457C-A060-E56BFF5F2AA9}" dt="2024-11-12T06:14:15.807" v="774" actId="207"/>
        <pc:sldMkLst>
          <pc:docMk/>
          <pc:sldMk cId="0" sldId="349"/>
        </pc:sldMkLst>
        <pc:spChg chg="add mod">
          <ac:chgData name="Eclair Chen" userId="bee3a08289d85a0e" providerId="LiveId" clId="{8F64CDD6-FFFD-457C-A060-E56BFF5F2AA9}" dt="2024-11-12T06:00:33.277" v="449"/>
          <ac:spMkLst>
            <pc:docMk/>
            <pc:sldMk cId="0" sldId="349"/>
            <ac:spMk id="9" creationId="{6ED0C3A6-EC0C-4DD5-B566-5B6C5BEFDE30}"/>
          </ac:spMkLst>
        </pc:spChg>
        <pc:spChg chg="add mod">
          <ac:chgData name="Eclair Chen" userId="bee3a08289d85a0e" providerId="LiveId" clId="{8F64CDD6-FFFD-457C-A060-E56BFF5F2AA9}" dt="2024-11-12T06:14:15.807" v="774" actId="207"/>
          <ac:spMkLst>
            <pc:docMk/>
            <pc:sldMk cId="0" sldId="349"/>
            <ac:spMk id="13" creationId="{8ABFB9CF-D32B-4C78-A0E2-4124177FE9DE}"/>
          </ac:spMkLst>
        </pc:spChg>
        <pc:spChg chg="mod">
          <ac:chgData name="Eclair Chen" userId="bee3a08289d85a0e" providerId="LiveId" clId="{8F64CDD6-FFFD-457C-A060-E56BFF5F2AA9}" dt="2024-11-12T06:05:57.370" v="634" actId="6549"/>
          <ac:spMkLst>
            <pc:docMk/>
            <pc:sldMk cId="0" sldId="349"/>
            <ac:spMk id="687106" creationId="{12218031-4F6E-4983-90B9-E6E695AF507B}"/>
          </ac:spMkLst>
        </pc:spChg>
        <pc:spChg chg="mod">
          <ac:chgData name="Eclair Chen" userId="bee3a08289d85a0e" providerId="LiveId" clId="{8F64CDD6-FFFD-457C-A060-E56BFF5F2AA9}" dt="2024-11-12T06:13:58.330" v="768" actId="207"/>
          <ac:spMkLst>
            <pc:docMk/>
            <pc:sldMk cId="0" sldId="349"/>
            <ac:spMk id="687107" creationId="{38C59F69-EA4E-4F23-BE8A-321F9AA237E9}"/>
          </ac:spMkLst>
        </pc:spChg>
        <pc:spChg chg="del">
          <ac:chgData name="Eclair Chen" userId="bee3a08289d85a0e" providerId="LiveId" clId="{8F64CDD6-FFFD-457C-A060-E56BFF5F2AA9}" dt="2024-11-12T06:00:32.919" v="448" actId="478"/>
          <ac:spMkLst>
            <pc:docMk/>
            <pc:sldMk cId="0" sldId="349"/>
            <ac:spMk id="687109" creationId="{266B1591-20A1-4214-8D66-52A5F1BE2E1F}"/>
          </ac:spMkLst>
        </pc:spChg>
        <pc:picChg chg="add mod ord">
          <ac:chgData name="Eclair Chen" userId="bee3a08289d85a0e" providerId="LiveId" clId="{8F64CDD6-FFFD-457C-A060-E56BFF5F2AA9}" dt="2024-11-12T06:10:50.620" v="677" actId="167"/>
          <ac:picMkLst>
            <pc:docMk/>
            <pc:sldMk cId="0" sldId="349"/>
            <ac:picMk id="2" creationId="{788074B1-7D39-4A27-997D-4C16002384B0}"/>
          </ac:picMkLst>
        </pc:picChg>
        <pc:picChg chg="add mod">
          <ac:chgData name="Eclair Chen" userId="bee3a08289d85a0e" providerId="LiveId" clId="{8F64CDD6-FFFD-457C-A060-E56BFF5F2AA9}" dt="2024-11-12T06:10:07.881" v="673" actId="1076"/>
          <ac:picMkLst>
            <pc:docMk/>
            <pc:sldMk cId="0" sldId="349"/>
            <ac:picMk id="3" creationId="{D271D6C1-303D-41C0-B096-45A1D799F359}"/>
          </ac:picMkLst>
        </pc:picChg>
        <pc:picChg chg="add mod">
          <ac:chgData name="Eclair Chen" userId="bee3a08289d85a0e" providerId="LiveId" clId="{8F64CDD6-FFFD-457C-A060-E56BFF5F2AA9}" dt="2024-11-12T06:10:07.881" v="673" actId="1076"/>
          <ac:picMkLst>
            <pc:docMk/>
            <pc:sldMk cId="0" sldId="349"/>
            <ac:picMk id="4" creationId="{625FCB78-6F22-4317-96B5-6247A75A270D}"/>
          </ac:picMkLst>
        </pc:picChg>
        <pc:picChg chg="del">
          <ac:chgData name="Eclair Chen" userId="bee3a08289d85a0e" providerId="LiveId" clId="{8F64CDD6-FFFD-457C-A060-E56BFF5F2AA9}" dt="2024-11-12T06:07:00.370" v="636" actId="478"/>
          <ac:picMkLst>
            <pc:docMk/>
            <pc:sldMk cId="0" sldId="349"/>
            <ac:picMk id="687110" creationId="{FEF9C223-85E6-4FB8-91D2-0A60A679BA3E}"/>
          </ac:picMkLst>
        </pc:picChg>
        <pc:picChg chg="del">
          <ac:chgData name="Eclair Chen" userId="bee3a08289d85a0e" providerId="LiveId" clId="{8F64CDD6-FFFD-457C-A060-E56BFF5F2AA9}" dt="2024-11-12T06:06:05.198" v="635" actId="478"/>
          <ac:picMkLst>
            <pc:docMk/>
            <pc:sldMk cId="0" sldId="349"/>
            <ac:picMk id="687111" creationId="{9B2F47C6-0F1E-4940-9ABF-D4978C144D94}"/>
          </ac:picMkLst>
        </pc:picChg>
      </pc:sldChg>
      <pc:sldChg chg="addSp delSp modSp mod">
        <pc:chgData name="Eclair Chen" userId="bee3a08289d85a0e" providerId="LiveId" clId="{8F64CDD6-FFFD-457C-A060-E56BFF5F2AA9}" dt="2024-11-12T06:16:59.686" v="808" actId="14861"/>
        <pc:sldMkLst>
          <pc:docMk/>
          <pc:sldMk cId="0" sldId="350"/>
        </pc:sldMkLst>
        <pc:spChg chg="add mod">
          <ac:chgData name="Eclair Chen" userId="bee3a08289d85a0e" providerId="LiveId" clId="{8F64CDD6-FFFD-457C-A060-E56BFF5F2AA9}" dt="2024-11-12T06:00:36.039" v="451"/>
          <ac:spMkLst>
            <pc:docMk/>
            <pc:sldMk cId="0" sldId="350"/>
            <ac:spMk id="9" creationId="{EF46B600-7AA3-446F-A93E-BA98985F9FC6}"/>
          </ac:spMkLst>
        </pc:spChg>
        <pc:spChg chg="mod">
          <ac:chgData name="Eclair Chen" userId="bee3a08289d85a0e" providerId="LiveId" clId="{8F64CDD6-FFFD-457C-A060-E56BFF5F2AA9}" dt="2024-11-12T06:14:56.984" v="788" actId="6549"/>
          <ac:spMkLst>
            <pc:docMk/>
            <pc:sldMk cId="0" sldId="350"/>
            <ac:spMk id="688130" creationId="{BCA40B3D-12AB-47C9-8C9D-2CAA1052BCA2}"/>
          </ac:spMkLst>
        </pc:spChg>
        <pc:spChg chg="del">
          <ac:chgData name="Eclair Chen" userId="bee3a08289d85a0e" providerId="LiveId" clId="{8F64CDD6-FFFD-457C-A060-E56BFF5F2AA9}" dt="2024-11-12T06:00:35.662" v="450" actId="478"/>
          <ac:spMkLst>
            <pc:docMk/>
            <pc:sldMk cId="0" sldId="350"/>
            <ac:spMk id="688132" creationId="{C14E0222-0854-41E9-8F66-0B2F9A0EF3A2}"/>
          </ac:spMkLst>
        </pc:spChg>
        <pc:picChg chg="add mod">
          <ac:chgData name="Eclair Chen" userId="bee3a08289d85a0e" providerId="LiveId" clId="{8F64CDD6-FFFD-457C-A060-E56BFF5F2AA9}" dt="2024-11-12T06:16:32.500" v="802" actId="1076"/>
          <ac:picMkLst>
            <pc:docMk/>
            <pc:sldMk cId="0" sldId="350"/>
            <ac:picMk id="2" creationId="{B0BA3649-8A0E-4FDD-9342-DF3760B6FB10}"/>
          </ac:picMkLst>
        </pc:picChg>
        <pc:picChg chg="add mod">
          <ac:chgData name="Eclair Chen" userId="bee3a08289d85a0e" providerId="LiveId" clId="{8F64CDD6-FFFD-457C-A060-E56BFF5F2AA9}" dt="2024-11-12T06:16:59.686" v="808" actId="14861"/>
          <ac:picMkLst>
            <pc:docMk/>
            <pc:sldMk cId="0" sldId="350"/>
            <ac:picMk id="3" creationId="{B8976B34-6DD2-4940-B2C6-B6C633908468}"/>
          </ac:picMkLst>
        </pc:picChg>
        <pc:picChg chg="del">
          <ac:chgData name="Eclair Chen" userId="bee3a08289d85a0e" providerId="LiveId" clId="{8F64CDD6-FFFD-457C-A060-E56BFF5F2AA9}" dt="2024-11-12T06:15:01.030" v="789" actId="478"/>
          <ac:picMkLst>
            <pc:docMk/>
            <pc:sldMk cId="0" sldId="350"/>
            <ac:picMk id="688133" creationId="{8C3DE621-8383-43DD-901A-BB5D7D9B2B14}"/>
          </ac:picMkLst>
        </pc:picChg>
        <pc:picChg chg="del">
          <ac:chgData name="Eclair Chen" userId="bee3a08289d85a0e" providerId="LiveId" clId="{8F64CDD6-FFFD-457C-A060-E56BFF5F2AA9}" dt="2024-11-12T06:15:02.125" v="790" actId="478"/>
          <ac:picMkLst>
            <pc:docMk/>
            <pc:sldMk cId="0" sldId="350"/>
            <ac:picMk id="688134" creationId="{AC719ABA-66F3-4700-9C39-05C168CA1375}"/>
          </ac:picMkLst>
        </pc:picChg>
        <pc:picChg chg="del">
          <ac:chgData name="Eclair Chen" userId="bee3a08289d85a0e" providerId="LiveId" clId="{8F64CDD6-FFFD-457C-A060-E56BFF5F2AA9}" dt="2024-11-12T06:15:02.630" v="791" actId="478"/>
          <ac:picMkLst>
            <pc:docMk/>
            <pc:sldMk cId="0" sldId="350"/>
            <ac:picMk id="688135" creationId="{924C00CD-04AA-4BDB-A4A1-B9B0F608EF2F}"/>
          </ac:picMkLst>
        </pc:picChg>
      </pc:sldChg>
      <pc:sldChg chg="del">
        <pc:chgData name="Eclair Chen" userId="bee3a08289d85a0e" providerId="LiveId" clId="{8F64CDD6-FFFD-457C-A060-E56BFF5F2AA9}" dt="2024-11-12T06:37:38.854" v="1159" actId="2696"/>
        <pc:sldMkLst>
          <pc:docMk/>
          <pc:sldMk cId="0" sldId="351"/>
        </pc:sldMkLst>
      </pc:sldChg>
      <pc:sldChg chg="del">
        <pc:chgData name="Eclair Chen" userId="bee3a08289d85a0e" providerId="LiveId" clId="{8F64CDD6-FFFD-457C-A060-E56BFF5F2AA9}" dt="2024-11-12T06:37:44.353" v="1160" actId="2696"/>
        <pc:sldMkLst>
          <pc:docMk/>
          <pc:sldMk cId="0" sldId="352"/>
        </pc:sldMkLst>
      </pc:sldChg>
      <pc:sldChg chg="del">
        <pc:chgData name="Eclair Chen" userId="bee3a08289d85a0e" providerId="LiveId" clId="{8F64CDD6-FFFD-457C-A060-E56BFF5F2AA9}" dt="2024-11-12T06:37:48.783" v="1161" actId="2696"/>
        <pc:sldMkLst>
          <pc:docMk/>
          <pc:sldMk cId="0" sldId="353"/>
        </pc:sldMkLst>
      </pc:sldChg>
      <pc:sldChg chg="addSp delSp modSp mod">
        <pc:chgData name="Eclair Chen" userId="bee3a08289d85a0e" providerId="LiveId" clId="{8F64CDD6-FFFD-457C-A060-E56BFF5F2AA9}" dt="2024-11-12T06:26:44.997" v="920" actId="208"/>
        <pc:sldMkLst>
          <pc:docMk/>
          <pc:sldMk cId="0" sldId="354"/>
        </pc:sldMkLst>
        <pc:spChg chg="add mod">
          <ac:chgData name="Eclair Chen" userId="bee3a08289d85a0e" providerId="LiveId" clId="{8F64CDD6-FFFD-457C-A060-E56BFF5F2AA9}" dt="2024-11-12T06:00:39.006" v="453"/>
          <ac:spMkLst>
            <pc:docMk/>
            <pc:sldMk cId="0" sldId="354"/>
            <ac:spMk id="9" creationId="{90E19999-853F-484E-9AD9-99138AFCEFDE}"/>
          </ac:spMkLst>
        </pc:spChg>
        <pc:spChg chg="mod">
          <ac:chgData name="Eclair Chen" userId="bee3a08289d85a0e" providerId="LiveId" clId="{8F64CDD6-FFFD-457C-A060-E56BFF5F2AA9}" dt="2024-11-12T06:25:07.282" v="907" actId="14100"/>
          <ac:spMkLst>
            <pc:docMk/>
            <pc:sldMk cId="0" sldId="354"/>
            <ac:spMk id="692226" creationId="{6EE2338E-D312-466C-B888-5951BF0013D9}"/>
          </ac:spMkLst>
        </pc:spChg>
        <pc:spChg chg="mod">
          <ac:chgData name="Eclair Chen" userId="bee3a08289d85a0e" providerId="LiveId" clId="{8F64CDD6-FFFD-457C-A060-E56BFF5F2AA9}" dt="2024-11-12T06:26:44.997" v="920" actId="208"/>
          <ac:spMkLst>
            <pc:docMk/>
            <pc:sldMk cId="0" sldId="354"/>
            <ac:spMk id="692227" creationId="{730F5257-07A6-40E9-B185-996B056CBB42}"/>
          </ac:spMkLst>
        </pc:spChg>
        <pc:spChg chg="del">
          <ac:chgData name="Eclair Chen" userId="bee3a08289d85a0e" providerId="LiveId" clId="{8F64CDD6-FFFD-457C-A060-E56BFF5F2AA9}" dt="2024-11-12T06:00:38.632" v="452" actId="478"/>
          <ac:spMkLst>
            <pc:docMk/>
            <pc:sldMk cId="0" sldId="354"/>
            <ac:spMk id="692228" creationId="{DD5A409E-FEA4-44FE-8106-C8734923A6B0}"/>
          </ac:spMkLst>
        </pc:spChg>
        <pc:picChg chg="add mod">
          <ac:chgData name="Eclair Chen" userId="bee3a08289d85a0e" providerId="LiveId" clId="{8F64CDD6-FFFD-457C-A060-E56BFF5F2AA9}" dt="2024-11-12T06:25:13.320" v="910" actId="1076"/>
          <ac:picMkLst>
            <pc:docMk/>
            <pc:sldMk cId="0" sldId="354"/>
            <ac:picMk id="2" creationId="{FEF81853-AE65-4257-9FCF-C2634F83A65E}"/>
          </ac:picMkLst>
        </pc:picChg>
        <pc:picChg chg="add mod">
          <ac:chgData name="Eclair Chen" userId="bee3a08289d85a0e" providerId="LiveId" clId="{8F64CDD6-FFFD-457C-A060-E56BFF5F2AA9}" dt="2024-11-12T06:26:08.290" v="917" actId="692"/>
          <ac:picMkLst>
            <pc:docMk/>
            <pc:sldMk cId="0" sldId="354"/>
            <ac:picMk id="3" creationId="{EDC66449-E337-483D-BF62-E124711A60B9}"/>
          </ac:picMkLst>
        </pc:picChg>
        <pc:picChg chg="del">
          <ac:chgData name="Eclair Chen" userId="bee3a08289d85a0e" providerId="LiveId" clId="{8F64CDD6-FFFD-457C-A060-E56BFF5F2AA9}" dt="2024-11-12T06:20:35.839" v="858" actId="478"/>
          <ac:picMkLst>
            <pc:docMk/>
            <pc:sldMk cId="0" sldId="354"/>
            <ac:picMk id="692229" creationId="{CAA1E1B0-F1F7-40F5-AB3B-579EBDC22880}"/>
          </ac:picMkLst>
        </pc:picChg>
        <pc:picChg chg="del">
          <ac:chgData name="Eclair Chen" userId="bee3a08289d85a0e" providerId="LiveId" clId="{8F64CDD6-FFFD-457C-A060-E56BFF5F2AA9}" dt="2024-11-12T06:20:36.600" v="859" actId="478"/>
          <ac:picMkLst>
            <pc:docMk/>
            <pc:sldMk cId="0" sldId="354"/>
            <ac:picMk id="692230" creationId="{CFCFE192-0564-4441-8A07-4E3B9801C722}"/>
          </ac:picMkLst>
        </pc:picChg>
      </pc:sldChg>
      <pc:sldChg chg="addSp delSp modSp mod">
        <pc:chgData name="Eclair Chen" userId="bee3a08289d85a0e" providerId="LiveId" clId="{8F64CDD6-FFFD-457C-A060-E56BFF5F2AA9}" dt="2024-11-12T06:37:08.439" v="1153"/>
        <pc:sldMkLst>
          <pc:docMk/>
          <pc:sldMk cId="0" sldId="355"/>
        </pc:sldMkLst>
        <pc:spChg chg="add mod">
          <ac:chgData name="Eclair Chen" userId="bee3a08289d85a0e" providerId="LiveId" clId="{8F64CDD6-FFFD-457C-A060-E56BFF5F2AA9}" dt="2024-11-12T06:37:08.439" v="1153"/>
          <ac:spMkLst>
            <pc:docMk/>
            <pc:sldMk cId="0" sldId="355"/>
            <ac:spMk id="10" creationId="{C83D2D10-146E-45DA-9025-BB799F9A4684}"/>
          </ac:spMkLst>
        </pc:spChg>
        <pc:spChg chg="mod">
          <ac:chgData name="Eclair Chen" userId="bee3a08289d85a0e" providerId="LiveId" clId="{8F64CDD6-FFFD-457C-A060-E56BFF5F2AA9}" dt="2024-11-12T06:29:56.571" v="972" actId="14100"/>
          <ac:spMkLst>
            <pc:docMk/>
            <pc:sldMk cId="0" sldId="355"/>
            <ac:spMk id="693250" creationId="{30B4608A-0E24-4FBD-94ED-1A3EEB9E3AB1}"/>
          </ac:spMkLst>
        </pc:spChg>
        <pc:spChg chg="del">
          <ac:chgData name="Eclair Chen" userId="bee3a08289d85a0e" providerId="LiveId" clId="{8F64CDD6-FFFD-457C-A060-E56BFF5F2AA9}" dt="2024-11-12T06:37:08.186" v="1152" actId="478"/>
          <ac:spMkLst>
            <pc:docMk/>
            <pc:sldMk cId="0" sldId="355"/>
            <ac:spMk id="693252" creationId="{A4C0FEE0-1ECE-458E-AD83-76A4885E333A}"/>
          </ac:spMkLst>
        </pc:spChg>
        <pc:picChg chg="add mod ord">
          <ac:chgData name="Eclair Chen" userId="bee3a08289d85a0e" providerId="LiveId" clId="{8F64CDD6-FFFD-457C-A060-E56BFF5F2AA9}" dt="2024-11-12T06:30:47.802" v="985" actId="167"/>
          <ac:picMkLst>
            <pc:docMk/>
            <pc:sldMk cId="0" sldId="355"/>
            <ac:picMk id="2" creationId="{DC7ABBC2-C5A1-459C-978B-4E3C685EF494}"/>
          </ac:picMkLst>
        </pc:picChg>
        <pc:picChg chg="add mod ord">
          <ac:chgData name="Eclair Chen" userId="bee3a08289d85a0e" providerId="LiveId" clId="{8F64CDD6-FFFD-457C-A060-E56BFF5F2AA9}" dt="2024-11-12T06:30:43.893" v="984" actId="167"/>
          <ac:picMkLst>
            <pc:docMk/>
            <pc:sldMk cId="0" sldId="355"/>
            <ac:picMk id="3" creationId="{3E0D6F19-3E4D-40ED-BB7F-3D6F15F1CEB2}"/>
          </ac:picMkLst>
        </pc:picChg>
        <pc:picChg chg="del">
          <ac:chgData name="Eclair Chen" userId="bee3a08289d85a0e" providerId="LiveId" clId="{8F64CDD6-FFFD-457C-A060-E56BFF5F2AA9}" dt="2024-11-12T06:28:24.721" v="921" actId="478"/>
          <ac:picMkLst>
            <pc:docMk/>
            <pc:sldMk cId="0" sldId="355"/>
            <ac:picMk id="693253" creationId="{C8189F5A-6A60-49AE-8119-ECB11408A3C8}"/>
          </ac:picMkLst>
        </pc:picChg>
        <pc:picChg chg="del">
          <ac:chgData name="Eclair Chen" userId="bee3a08289d85a0e" providerId="LiveId" clId="{8F64CDD6-FFFD-457C-A060-E56BFF5F2AA9}" dt="2024-11-12T06:28:25.825" v="922" actId="478"/>
          <ac:picMkLst>
            <pc:docMk/>
            <pc:sldMk cId="0" sldId="355"/>
            <ac:picMk id="693254" creationId="{46BD9BF1-2F7B-4D89-A059-C14881C36562}"/>
          </ac:picMkLst>
        </pc:picChg>
      </pc:sldChg>
      <pc:sldChg chg="addSp delSp modSp mod">
        <pc:chgData name="Eclair Chen" userId="bee3a08289d85a0e" providerId="LiveId" clId="{8F64CDD6-FFFD-457C-A060-E56BFF5F2AA9}" dt="2024-11-12T06:37:11.481" v="1155"/>
        <pc:sldMkLst>
          <pc:docMk/>
          <pc:sldMk cId="0" sldId="356"/>
        </pc:sldMkLst>
        <pc:spChg chg="add mod">
          <ac:chgData name="Eclair Chen" userId="bee3a08289d85a0e" providerId="LiveId" clId="{8F64CDD6-FFFD-457C-A060-E56BFF5F2AA9}" dt="2024-11-12T06:37:11.481" v="1155"/>
          <ac:spMkLst>
            <pc:docMk/>
            <pc:sldMk cId="0" sldId="356"/>
            <ac:spMk id="9" creationId="{7B9BC258-3D7F-430F-89D1-857F912FE07B}"/>
          </ac:spMkLst>
        </pc:spChg>
        <pc:spChg chg="mod">
          <ac:chgData name="Eclair Chen" userId="bee3a08289d85a0e" providerId="LiveId" clId="{8F64CDD6-FFFD-457C-A060-E56BFF5F2AA9}" dt="2024-11-12T06:31:38.517" v="1064" actId="20577"/>
          <ac:spMkLst>
            <pc:docMk/>
            <pc:sldMk cId="0" sldId="356"/>
            <ac:spMk id="694274" creationId="{6746404E-BE9E-4F2D-BA21-1B001F903E26}"/>
          </ac:spMkLst>
        </pc:spChg>
        <pc:spChg chg="mod">
          <ac:chgData name="Eclair Chen" userId="bee3a08289d85a0e" providerId="LiveId" clId="{8F64CDD6-FFFD-457C-A060-E56BFF5F2AA9}" dt="2024-11-12T06:36:45.304" v="1151" actId="255"/>
          <ac:spMkLst>
            <pc:docMk/>
            <pc:sldMk cId="0" sldId="356"/>
            <ac:spMk id="694275" creationId="{BF932FBE-F414-417C-B76F-5394CA8A09E0}"/>
          </ac:spMkLst>
        </pc:spChg>
        <pc:spChg chg="del">
          <ac:chgData name="Eclair Chen" userId="bee3a08289d85a0e" providerId="LiveId" clId="{8F64CDD6-FFFD-457C-A060-E56BFF5F2AA9}" dt="2024-11-12T06:37:10.687" v="1154" actId="478"/>
          <ac:spMkLst>
            <pc:docMk/>
            <pc:sldMk cId="0" sldId="356"/>
            <ac:spMk id="694276" creationId="{AF102113-2BB9-4E9E-9DCD-59BB6B2563DE}"/>
          </ac:spMkLst>
        </pc:spChg>
        <pc:picChg chg="del">
          <ac:chgData name="Eclair Chen" userId="bee3a08289d85a0e" providerId="LiveId" clId="{8F64CDD6-FFFD-457C-A060-E56BFF5F2AA9}" dt="2024-11-12T06:32:12.800" v="1065" actId="478"/>
          <ac:picMkLst>
            <pc:docMk/>
            <pc:sldMk cId="0" sldId="356"/>
            <ac:picMk id="694277" creationId="{AC2A8FA5-456A-44FC-83C7-D12DFE208F04}"/>
          </ac:picMkLst>
        </pc:picChg>
        <pc:picChg chg="del mod">
          <ac:chgData name="Eclair Chen" userId="bee3a08289d85a0e" providerId="LiveId" clId="{8F64CDD6-FFFD-457C-A060-E56BFF5F2AA9}" dt="2024-11-12T06:32:13.647" v="1067" actId="478"/>
          <ac:picMkLst>
            <pc:docMk/>
            <pc:sldMk cId="0" sldId="356"/>
            <ac:picMk id="694278" creationId="{EEF4F77C-7379-49E6-AD15-C222B573E98F}"/>
          </ac:picMkLst>
        </pc:picChg>
      </pc:sldChg>
      <pc:sldChg chg="del">
        <pc:chgData name="Eclair Chen" userId="bee3a08289d85a0e" providerId="LiveId" clId="{8F64CDD6-FFFD-457C-A060-E56BFF5F2AA9}" dt="2024-11-12T06:37:26.259" v="1156" actId="2696"/>
        <pc:sldMkLst>
          <pc:docMk/>
          <pc:sldMk cId="0" sldId="357"/>
        </pc:sldMkLst>
      </pc:sldChg>
      <pc:sldChg chg="del">
        <pc:chgData name="Eclair Chen" userId="bee3a08289d85a0e" providerId="LiveId" clId="{8F64CDD6-FFFD-457C-A060-E56BFF5F2AA9}" dt="2024-11-12T06:37:30.622" v="1157" actId="2696"/>
        <pc:sldMkLst>
          <pc:docMk/>
          <pc:sldMk cId="0" sldId="358"/>
        </pc:sldMkLst>
      </pc:sldChg>
      <pc:sldChg chg="del">
        <pc:chgData name="Eclair Chen" userId="bee3a08289d85a0e" providerId="LiveId" clId="{8F64CDD6-FFFD-457C-A060-E56BFF5F2AA9}" dt="2024-11-12T06:37:33.837" v="1158" actId="2696"/>
        <pc:sldMkLst>
          <pc:docMk/>
          <pc:sldMk cId="0" sldId="359"/>
        </pc:sldMkLst>
      </pc:sldChg>
      <pc:sldChg chg="del">
        <pc:chgData name="Eclair Chen" userId="bee3a08289d85a0e" providerId="LiveId" clId="{8F64CDD6-FFFD-457C-A060-E56BFF5F2AA9}" dt="2024-11-12T06:37:52.500" v="1162" actId="2696"/>
        <pc:sldMkLst>
          <pc:docMk/>
          <pc:sldMk cId="0" sldId="360"/>
        </pc:sldMkLst>
      </pc:sldChg>
      <pc:sldChg chg="del">
        <pc:chgData name="Eclair Chen" userId="bee3a08289d85a0e" providerId="LiveId" clId="{8F64CDD6-FFFD-457C-A060-E56BFF5F2AA9}" dt="2024-11-12T06:37:56.694" v="1163" actId="2696"/>
        <pc:sldMkLst>
          <pc:docMk/>
          <pc:sldMk cId="0" sldId="361"/>
        </pc:sldMkLst>
      </pc:sldChg>
      <pc:sldChg chg="del">
        <pc:chgData name="Eclair Chen" userId="bee3a08289d85a0e" providerId="LiveId" clId="{8F64CDD6-FFFD-457C-A060-E56BFF5F2AA9}" dt="2024-11-12T06:37:59.522" v="1164" actId="2696"/>
        <pc:sldMkLst>
          <pc:docMk/>
          <pc:sldMk cId="0" sldId="362"/>
        </pc:sldMkLst>
      </pc:sldChg>
      <pc:sldChg chg="del">
        <pc:chgData name="Eclair Chen" userId="bee3a08289d85a0e" providerId="LiveId" clId="{8F64CDD6-FFFD-457C-A060-E56BFF5F2AA9}" dt="2024-11-12T06:38:02.311" v="1165" actId="2696"/>
        <pc:sldMkLst>
          <pc:docMk/>
          <pc:sldMk cId="0" sldId="363"/>
        </pc:sldMkLst>
      </pc:sldChg>
      <pc:sldChg chg="del">
        <pc:chgData name="Eclair Chen" userId="bee3a08289d85a0e" providerId="LiveId" clId="{8F64CDD6-FFFD-457C-A060-E56BFF5F2AA9}" dt="2024-11-12T06:38:06.120" v="1166" actId="2696"/>
        <pc:sldMkLst>
          <pc:docMk/>
          <pc:sldMk cId="0" sldId="364"/>
        </pc:sldMkLst>
      </pc:sldChg>
      <pc:sldChg chg="del">
        <pc:chgData name="Eclair Chen" userId="bee3a08289d85a0e" providerId="LiveId" clId="{8F64CDD6-FFFD-457C-A060-E56BFF5F2AA9}" dt="2024-11-12T06:38:08.836" v="1167" actId="2696"/>
        <pc:sldMkLst>
          <pc:docMk/>
          <pc:sldMk cId="0" sldId="365"/>
        </pc:sldMkLst>
      </pc:sldChg>
      <pc:sldChg chg="del">
        <pc:chgData name="Eclair Chen" userId="bee3a08289d85a0e" providerId="LiveId" clId="{8F64CDD6-FFFD-457C-A060-E56BFF5F2AA9}" dt="2024-11-12T06:38:16.886" v="1168" actId="2696"/>
        <pc:sldMkLst>
          <pc:docMk/>
          <pc:sldMk cId="0" sldId="366"/>
        </pc:sldMkLst>
      </pc:sldChg>
      <pc:sldChg chg="del">
        <pc:chgData name="Eclair Chen" userId="bee3a08289d85a0e" providerId="LiveId" clId="{8F64CDD6-FFFD-457C-A060-E56BFF5F2AA9}" dt="2024-11-12T06:38:20.783" v="1169" actId="2696"/>
        <pc:sldMkLst>
          <pc:docMk/>
          <pc:sldMk cId="0" sldId="367"/>
        </pc:sldMkLst>
      </pc:sldChg>
      <pc:sldChg chg="del">
        <pc:chgData name="Eclair Chen" userId="bee3a08289d85a0e" providerId="LiveId" clId="{8F64CDD6-FFFD-457C-A060-E56BFF5F2AA9}" dt="2024-11-12T06:39:06.206" v="1171" actId="47"/>
        <pc:sldMkLst>
          <pc:docMk/>
          <pc:sldMk cId="0" sldId="368"/>
        </pc:sldMkLst>
      </pc:sldChg>
      <pc:sldChg chg="del">
        <pc:chgData name="Eclair Chen" userId="bee3a08289d85a0e" providerId="LiveId" clId="{8F64CDD6-FFFD-457C-A060-E56BFF5F2AA9}" dt="2024-11-12T06:39:06.206" v="1171" actId="47"/>
        <pc:sldMkLst>
          <pc:docMk/>
          <pc:sldMk cId="0" sldId="369"/>
        </pc:sldMkLst>
      </pc:sldChg>
      <pc:sldChg chg="del">
        <pc:chgData name="Eclair Chen" userId="bee3a08289d85a0e" providerId="LiveId" clId="{8F64CDD6-FFFD-457C-A060-E56BFF5F2AA9}" dt="2024-11-12T06:39:06.206" v="1171" actId="47"/>
        <pc:sldMkLst>
          <pc:docMk/>
          <pc:sldMk cId="0" sldId="370"/>
        </pc:sldMkLst>
      </pc:sldChg>
      <pc:sldChg chg="del">
        <pc:chgData name="Eclair Chen" userId="bee3a08289d85a0e" providerId="LiveId" clId="{8F64CDD6-FFFD-457C-A060-E56BFF5F2AA9}" dt="2024-11-12T06:39:06.206" v="1171" actId="47"/>
        <pc:sldMkLst>
          <pc:docMk/>
          <pc:sldMk cId="0" sldId="371"/>
        </pc:sldMkLst>
      </pc:sldChg>
      <pc:sldChg chg="del">
        <pc:chgData name="Eclair Chen" userId="bee3a08289d85a0e" providerId="LiveId" clId="{8F64CDD6-FFFD-457C-A060-E56BFF5F2AA9}" dt="2024-11-12T06:39:06.206" v="1171" actId="47"/>
        <pc:sldMkLst>
          <pc:docMk/>
          <pc:sldMk cId="0" sldId="372"/>
        </pc:sldMkLst>
      </pc:sldChg>
      <pc:sldChg chg="del">
        <pc:chgData name="Eclair Chen" userId="bee3a08289d85a0e" providerId="LiveId" clId="{8F64CDD6-FFFD-457C-A060-E56BFF5F2AA9}" dt="2024-11-12T06:39:09.277" v="1172" actId="47"/>
        <pc:sldMkLst>
          <pc:docMk/>
          <pc:sldMk cId="0" sldId="373"/>
        </pc:sldMkLst>
      </pc:sldChg>
      <pc:sldChg chg="del">
        <pc:chgData name="Eclair Chen" userId="bee3a08289d85a0e" providerId="LiveId" clId="{8F64CDD6-FFFD-457C-A060-E56BFF5F2AA9}" dt="2024-11-12T06:38:48.402" v="1170" actId="47"/>
        <pc:sldMkLst>
          <pc:docMk/>
          <pc:sldMk cId="0" sldId="374"/>
        </pc:sldMkLst>
      </pc:sldChg>
      <pc:sldChg chg="del">
        <pc:chgData name="Eclair Chen" userId="bee3a08289d85a0e" providerId="LiveId" clId="{8F64CDD6-FFFD-457C-A060-E56BFF5F2AA9}" dt="2024-11-12T06:38:48.402" v="1170" actId="47"/>
        <pc:sldMkLst>
          <pc:docMk/>
          <pc:sldMk cId="0" sldId="375"/>
        </pc:sldMkLst>
      </pc:sldChg>
      <pc:sldChg chg="del">
        <pc:chgData name="Eclair Chen" userId="bee3a08289d85a0e" providerId="LiveId" clId="{8F64CDD6-FFFD-457C-A060-E56BFF5F2AA9}" dt="2024-11-12T06:38:48.402" v="1170" actId="47"/>
        <pc:sldMkLst>
          <pc:docMk/>
          <pc:sldMk cId="0" sldId="376"/>
        </pc:sldMkLst>
      </pc:sldChg>
      <pc:sldChg chg="del">
        <pc:chgData name="Eclair Chen" userId="bee3a08289d85a0e" providerId="LiveId" clId="{8F64CDD6-FFFD-457C-A060-E56BFF5F2AA9}" dt="2024-11-12T06:38:48.402" v="1170" actId="47"/>
        <pc:sldMkLst>
          <pc:docMk/>
          <pc:sldMk cId="0" sldId="377"/>
        </pc:sldMkLst>
      </pc:sldChg>
      <pc:sldChg chg="del">
        <pc:chgData name="Eclair Chen" userId="bee3a08289d85a0e" providerId="LiveId" clId="{8F64CDD6-FFFD-457C-A060-E56BFF5F2AA9}" dt="2024-11-12T06:38:48.402" v="1170" actId="47"/>
        <pc:sldMkLst>
          <pc:docMk/>
          <pc:sldMk cId="0" sldId="378"/>
        </pc:sldMkLst>
      </pc:sldChg>
      <pc:sldChg chg="del">
        <pc:chgData name="Eclair Chen" userId="bee3a08289d85a0e" providerId="LiveId" clId="{8F64CDD6-FFFD-457C-A060-E56BFF5F2AA9}" dt="2024-11-12T06:38:48.402" v="1170" actId="47"/>
        <pc:sldMkLst>
          <pc:docMk/>
          <pc:sldMk cId="0" sldId="379"/>
        </pc:sldMkLst>
      </pc:sldChg>
      <pc:sldChg chg="del">
        <pc:chgData name="Eclair Chen" userId="bee3a08289d85a0e" providerId="LiveId" clId="{8F64CDD6-FFFD-457C-A060-E56BFF5F2AA9}" dt="2024-11-12T06:38:48.402" v="1170" actId="47"/>
        <pc:sldMkLst>
          <pc:docMk/>
          <pc:sldMk cId="0" sldId="380"/>
        </pc:sldMkLst>
      </pc:sldChg>
      <pc:sldChg chg="modSp mod">
        <pc:chgData name="Eclair Chen" userId="bee3a08289d85a0e" providerId="LiveId" clId="{8F64CDD6-FFFD-457C-A060-E56BFF5F2AA9}" dt="2024-11-12T06:39:16.042" v="1173" actId="20577"/>
        <pc:sldMkLst>
          <pc:docMk/>
          <pc:sldMk cId="0" sldId="381"/>
        </pc:sldMkLst>
        <pc:spChg chg="mod">
          <ac:chgData name="Eclair Chen" userId="bee3a08289d85a0e" providerId="LiveId" clId="{8F64CDD6-FFFD-457C-A060-E56BFF5F2AA9}" dt="2024-11-12T06:39:16.042" v="1173" actId="20577"/>
          <ac:spMkLst>
            <pc:docMk/>
            <pc:sldMk cId="0" sldId="381"/>
            <ac:spMk id="719876" creationId="{2D5D0A8B-39D3-4718-90C8-41A3830AF335}"/>
          </ac:spMkLst>
        </pc:spChg>
      </pc:sldChg>
      <pc:sldChg chg="addSp delSp modSp mod">
        <pc:chgData name="Eclair Chen" userId="bee3a08289d85a0e" providerId="LiveId" clId="{8F64CDD6-FFFD-457C-A060-E56BFF5F2AA9}" dt="2024-11-12T06:45:25.199" v="1206" actId="1076"/>
        <pc:sldMkLst>
          <pc:docMk/>
          <pc:sldMk cId="0" sldId="382"/>
        </pc:sldMkLst>
        <pc:spChg chg="mod">
          <ac:chgData name="Eclair Chen" userId="bee3a08289d85a0e" providerId="LiveId" clId="{8F64CDD6-FFFD-457C-A060-E56BFF5F2AA9}" dt="2024-11-12T06:42:51.223" v="1182" actId="14100"/>
          <ac:spMkLst>
            <pc:docMk/>
            <pc:sldMk cId="0" sldId="382"/>
            <ac:spMk id="720898" creationId="{D583C95D-7C80-4AFA-B53B-61B201BC55D1}"/>
          </ac:spMkLst>
        </pc:spChg>
        <pc:spChg chg="mod">
          <ac:chgData name="Eclair Chen" userId="bee3a08289d85a0e" providerId="LiveId" clId="{8F64CDD6-FFFD-457C-A060-E56BFF5F2AA9}" dt="2024-11-12T06:44:45.227" v="1201" actId="14100"/>
          <ac:spMkLst>
            <pc:docMk/>
            <pc:sldMk cId="0" sldId="382"/>
            <ac:spMk id="720899" creationId="{0E0F7076-A540-4052-B990-88B4D6180839}"/>
          </ac:spMkLst>
        </pc:spChg>
        <pc:spChg chg="mod">
          <ac:chgData name="Eclair Chen" userId="bee3a08289d85a0e" providerId="LiveId" clId="{8F64CDD6-FFFD-457C-A060-E56BFF5F2AA9}" dt="2024-11-12T06:39:18.525" v="1174" actId="20577"/>
          <ac:spMkLst>
            <pc:docMk/>
            <pc:sldMk cId="0" sldId="382"/>
            <ac:spMk id="720900" creationId="{A884DDBF-2B57-484F-9A9D-2D8508A78947}"/>
          </ac:spMkLst>
        </pc:spChg>
        <pc:picChg chg="add mod ord">
          <ac:chgData name="Eclair Chen" userId="bee3a08289d85a0e" providerId="LiveId" clId="{8F64CDD6-FFFD-457C-A060-E56BFF5F2AA9}" dt="2024-11-12T06:44:32.567" v="1199" actId="167"/>
          <ac:picMkLst>
            <pc:docMk/>
            <pc:sldMk cId="0" sldId="382"/>
            <ac:picMk id="2" creationId="{6742C467-EF86-4D86-971D-E6193B8081D5}"/>
          </ac:picMkLst>
        </pc:picChg>
        <pc:picChg chg="add mod">
          <ac:chgData name="Eclair Chen" userId="bee3a08289d85a0e" providerId="LiveId" clId="{8F64CDD6-FFFD-457C-A060-E56BFF5F2AA9}" dt="2024-11-12T06:45:25.199" v="1206" actId="1076"/>
          <ac:picMkLst>
            <pc:docMk/>
            <pc:sldMk cId="0" sldId="382"/>
            <ac:picMk id="3" creationId="{54E257E8-3C29-41E5-91E2-0C167A04F69D}"/>
          </ac:picMkLst>
        </pc:picChg>
        <pc:picChg chg="del">
          <ac:chgData name="Eclair Chen" userId="bee3a08289d85a0e" providerId="LiveId" clId="{8F64CDD6-FFFD-457C-A060-E56BFF5F2AA9}" dt="2024-11-12T06:41:45.946" v="1178" actId="478"/>
          <ac:picMkLst>
            <pc:docMk/>
            <pc:sldMk cId="0" sldId="382"/>
            <ac:picMk id="720901" creationId="{F3D15B3D-6552-486E-957C-AD84ECA5DDC2}"/>
          </ac:picMkLst>
        </pc:picChg>
        <pc:picChg chg="del">
          <ac:chgData name="Eclair Chen" userId="bee3a08289d85a0e" providerId="LiveId" clId="{8F64CDD6-FFFD-457C-A060-E56BFF5F2AA9}" dt="2024-11-12T06:41:47.883" v="1179" actId="478"/>
          <ac:picMkLst>
            <pc:docMk/>
            <pc:sldMk cId="0" sldId="382"/>
            <ac:picMk id="720902" creationId="{5790E17A-A95C-41AD-9371-18CFFDF053D1}"/>
          </ac:picMkLst>
        </pc:picChg>
      </pc:sldChg>
      <pc:sldChg chg="delSp modSp del mod">
        <pc:chgData name="Eclair Chen" userId="bee3a08289d85a0e" providerId="LiveId" clId="{8F64CDD6-FFFD-457C-A060-E56BFF5F2AA9}" dt="2024-11-12T06:45:32.432" v="1208" actId="2696"/>
        <pc:sldMkLst>
          <pc:docMk/>
          <pc:sldMk cId="0" sldId="383"/>
        </pc:sldMkLst>
        <pc:spChg chg="mod">
          <ac:chgData name="Eclair Chen" userId="bee3a08289d85a0e" providerId="LiveId" clId="{8F64CDD6-FFFD-457C-A060-E56BFF5F2AA9}" dt="2024-11-12T06:39:20.956" v="1175" actId="20577"/>
          <ac:spMkLst>
            <pc:docMk/>
            <pc:sldMk cId="0" sldId="383"/>
            <ac:spMk id="721924" creationId="{CAEC1C52-1FB9-4D37-8A74-6E49B1DEF99A}"/>
          </ac:spMkLst>
        </pc:spChg>
        <pc:picChg chg="del">
          <ac:chgData name="Eclair Chen" userId="bee3a08289d85a0e" providerId="LiveId" clId="{8F64CDD6-FFFD-457C-A060-E56BFF5F2AA9}" dt="2024-11-12T06:45:29.474" v="1207" actId="478"/>
          <ac:picMkLst>
            <pc:docMk/>
            <pc:sldMk cId="0" sldId="383"/>
            <ac:picMk id="721926" creationId="{A64D9C85-F37E-4529-9AAF-1A173285F6DC}"/>
          </ac:picMkLst>
        </pc:picChg>
      </pc:sldChg>
      <pc:sldChg chg="modSp del mod">
        <pc:chgData name="Eclair Chen" userId="bee3a08289d85a0e" providerId="LiveId" clId="{8F64CDD6-FFFD-457C-A060-E56BFF5F2AA9}" dt="2024-11-12T06:45:36.432" v="1209" actId="2696"/>
        <pc:sldMkLst>
          <pc:docMk/>
          <pc:sldMk cId="0" sldId="384"/>
        </pc:sldMkLst>
        <pc:spChg chg="mod">
          <ac:chgData name="Eclair Chen" userId="bee3a08289d85a0e" providerId="LiveId" clId="{8F64CDD6-FFFD-457C-A060-E56BFF5F2AA9}" dt="2024-11-12T06:39:22.847" v="1176" actId="20577"/>
          <ac:spMkLst>
            <pc:docMk/>
            <pc:sldMk cId="0" sldId="384"/>
            <ac:spMk id="722948" creationId="{BF3D8DC4-1F76-4ADA-A746-C8028AE84E7C}"/>
          </ac:spMkLst>
        </pc:spChg>
      </pc:sldChg>
      <pc:sldChg chg="modSp mod">
        <pc:chgData name="Eclair Chen" userId="bee3a08289d85a0e" providerId="LiveId" clId="{8F64CDD6-FFFD-457C-A060-E56BFF5F2AA9}" dt="2024-11-12T06:47:30.565" v="1216" actId="14100"/>
        <pc:sldMkLst>
          <pc:docMk/>
          <pc:sldMk cId="0" sldId="385"/>
        </pc:sldMkLst>
        <pc:spChg chg="mod">
          <ac:chgData name="Eclair Chen" userId="bee3a08289d85a0e" providerId="LiveId" clId="{8F64CDD6-FFFD-457C-A060-E56BFF5F2AA9}" dt="2024-11-12T06:47:30.565" v="1216" actId="14100"/>
          <ac:spMkLst>
            <pc:docMk/>
            <pc:sldMk cId="0" sldId="385"/>
            <ac:spMk id="723971" creationId="{43ADE287-C34A-42F8-968A-60E4AC1EFA3C}"/>
          </ac:spMkLst>
        </pc:spChg>
        <pc:spChg chg="mod">
          <ac:chgData name="Eclair Chen" userId="bee3a08289d85a0e" providerId="LiveId" clId="{8F64CDD6-FFFD-457C-A060-E56BFF5F2AA9}" dt="2024-11-12T06:39:25.161" v="1177" actId="20577"/>
          <ac:spMkLst>
            <pc:docMk/>
            <pc:sldMk cId="0" sldId="385"/>
            <ac:spMk id="723972" creationId="{C1EF3681-7CC4-4172-B279-4B38FA907F19}"/>
          </ac:spMkLst>
        </pc:spChg>
      </pc:sldChg>
      <pc:sldChg chg="addSp delSp modSp add mod">
        <pc:chgData name="Eclair Chen" userId="bee3a08289d85a0e" providerId="LiveId" clId="{8F64CDD6-FFFD-457C-A060-E56BFF5F2AA9}" dt="2024-11-12T06:49:38.661" v="1267" actId="14100"/>
        <pc:sldMkLst>
          <pc:docMk/>
          <pc:sldMk cId="1552587015" sldId="386"/>
        </pc:sldMkLst>
        <pc:spChg chg="add del mod">
          <ac:chgData name="Eclair Chen" userId="bee3a08289d85a0e" providerId="LiveId" clId="{8F64CDD6-FFFD-457C-A060-E56BFF5F2AA9}" dt="2024-11-12T06:49:18.531" v="1229" actId="478"/>
          <ac:spMkLst>
            <pc:docMk/>
            <pc:sldMk cId="1552587015" sldId="386"/>
            <ac:spMk id="2" creationId="{7985F9CA-CA32-41F7-BECD-48A7EEE929DD}"/>
          </ac:spMkLst>
        </pc:spChg>
        <pc:spChg chg="mod">
          <ac:chgData name="Eclair Chen" userId="bee3a08289d85a0e" providerId="LiveId" clId="{8F64CDD6-FFFD-457C-A060-E56BFF5F2AA9}" dt="2024-11-12T06:49:05.686" v="1227" actId="20577"/>
          <ac:spMkLst>
            <pc:docMk/>
            <pc:sldMk cId="1552587015" sldId="386"/>
            <ac:spMk id="723970" creationId="{66BF49E2-A848-4436-B856-68FF9C4293C2}"/>
          </ac:spMkLst>
        </pc:spChg>
        <pc:spChg chg="del">
          <ac:chgData name="Eclair Chen" userId="bee3a08289d85a0e" providerId="LiveId" clId="{8F64CDD6-FFFD-457C-A060-E56BFF5F2AA9}" dt="2024-11-12T06:49:13.224" v="1228" actId="478"/>
          <ac:spMkLst>
            <pc:docMk/>
            <pc:sldMk cId="1552587015" sldId="386"/>
            <ac:spMk id="723971" creationId="{43ADE287-C34A-42F8-968A-60E4AC1EFA3C}"/>
          </ac:spMkLst>
        </pc:spChg>
        <pc:picChg chg="add mod">
          <ac:chgData name="Eclair Chen" userId="bee3a08289d85a0e" providerId="LiveId" clId="{8F64CDD6-FFFD-457C-A060-E56BFF5F2AA9}" dt="2024-11-12T06:49:38.661" v="1267" actId="14100"/>
          <ac:picMkLst>
            <pc:docMk/>
            <pc:sldMk cId="1552587015" sldId="386"/>
            <ac:picMk id="7" creationId="{B5D47D65-CE61-4C4B-94FF-1540D2EF515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>
            <a:extLst>
              <a:ext uri="{FF2B5EF4-FFF2-40B4-BE49-F238E27FC236}">
                <a16:creationId xmlns:a16="http://schemas.microsoft.com/office/drawing/2014/main" id="{541546FB-A602-4C41-BC83-51A17F0D53F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1D9BE5F2-7090-42B2-ADB6-C7DD738E0BC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5092" name="Rectangle 4">
            <a:extLst>
              <a:ext uri="{FF2B5EF4-FFF2-40B4-BE49-F238E27FC236}">
                <a16:creationId xmlns:a16="http://schemas.microsoft.com/office/drawing/2014/main" id="{559C75BF-14D7-4FBC-AF30-4FD1E860CBB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5093" name="Rectangle 5">
            <a:extLst>
              <a:ext uri="{FF2B5EF4-FFF2-40B4-BE49-F238E27FC236}">
                <a16:creationId xmlns:a16="http://schemas.microsoft.com/office/drawing/2014/main" id="{AD19535D-429C-417E-B96D-CAAF27764A7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fld id="{64A3F45A-B8F2-43A7-A3C5-36434018A94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>
            <a:extLst>
              <a:ext uri="{FF2B5EF4-FFF2-40B4-BE49-F238E27FC236}">
                <a16:creationId xmlns:a16="http://schemas.microsoft.com/office/drawing/2014/main" id="{859ADCA2-F429-4688-B8F6-9FF11456A4A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4067" name="Rectangle 3">
            <a:extLst>
              <a:ext uri="{FF2B5EF4-FFF2-40B4-BE49-F238E27FC236}">
                <a16:creationId xmlns:a16="http://schemas.microsoft.com/office/drawing/2014/main" id="{EC437F6A-EF8D-4865-BF21-AF171628B52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4068" name="Rectangle 4">
            <a:extLst>
              <a:ext uri="{FF2B5EF4-FFF2-40B4-BE49-F238E27FC236}">
                <a16:creationId xmlns:a16="http://schemas.microsoft.com/office/drawing/2014/main" id="{96C5CA9C-2BC3-4425-8401-17DAE7F0072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4069" name="Rectangle 5">
            <a:extLst>
              <a:ext uri="{FF2B5EF4-FFF2-40B4-BE49-F238E27FC236}">
                <a16:creationId xmlns:a16="http://schemas.microsoft.com/office/drawing/2014/main" id="{60F867D1-FF49-45F9-B306-DC27976C4FA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344070" name="Rectangle 6">
            <a:extLst>
              <a:ext uri="{FF2B5EF4-FFF2-40B4-BE49-F238E27FC236}">
                <a16:creationId xmlns:a16="http://schemas.microsoft.com/office/drawing/2014/main" id="{13DD1EE2-F6AE-4EAD-AD41-220AD5F5895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4071" name="Rectangle 7">
            <a:extLst>
              <a:ext uri="{FF2B5EF4-FFF2-40B4-BE49-F238E27FC236}">
                <a16:creationId xmlns:a16="http://schemas.microsoft.com/office/drawing/2014/main" id="{BD6F4661-6572-4EC2-86A5-8113E7C58C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fld id="{102E74F7-ACD9-453B-A8EB-B7B8972E459C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9D7DD52-6BB1-4BF0-BDB8-AF6134BA0F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CC05AB-F747-43E8-8E83-D242BCC5A38E}" type="slidenum">
              <a:rPr lang="en-US" altLang="zh-TW"/>
              <a:pPr/>
              <a:t>15</a:t>
            </a:fld>
            <a:endParaRPr lang="en-US" altLang="zh-TW"/>
          </a:p>
        </p:txBody>
      </p:sp>
      <p:sp>
        <p:nvSpPr>
          <p:cNvPr id="388098" name="Rectangle 2">
            <a:extLst>
              <a:ext uri="{FF2B5EF4-FFF2-40B4-BE49-F238E27FC236}">
                <a16:creationId xmlns:a16="http://schemas.microsoft.com/office/drawing/2014/main" id="{B730785A-1B0F-4760-A5C0-D216D1F143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8099" name="Rectangle 3">
            <a:extLst>
              <a:ext uri="{FF2B5EF4-FFF2-40B4-BE49-F238E27FC236}">
                <a16:creationId xmlns:a16="http://schemas.microsoft.com/office/drawing/2014/main" id="{65C207F5-7D60-429E-A1D1-00905DECE8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Line 2">
            <a:extLst>
              <a:ext uri="{FF2B5EF4-FFF2-40B4-BE49-F238E27FC236}">
                <a16:creationId xmlns:a16="http://schemas.microsoft.com/office/drawing/2014/main" id="{472995B6-9005-4170-B308-2CA383356DD3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1539" name="Rectangle 3">
            <a:extLst>
              <a:ext uri="{FF2B5EF4-FFF2-40B4-BE49-F238E27FC236}">
                <a16:creationId xmlns:a16="http://schemas.microsoft.com/office/drawing/2014/main" id="{087BE077-F2EB-4AAB-B8AD-A8DBF53DA52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321540" name="Rectangle 4">
            <a:extLst>
              <a:ext uri="{FF2B5EF4-FFF2-40B4-BE49-F238E27FC236}">
                <a16:creationId xmlns:a16="http://schemas.microsoft.com/office/drawing/2014/main" id="{E62CC153-7E10-40AF-8682-A898DBFE4AB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200"/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321541" name="Rectangle 5">
            <a:extLst>
              <a:ext uri="{FF2B5EF4-FFF2-40B4-BE49-F238E27FC236}">
                <a16:creationId xmlns:a16="http://schemas.microsoft.com/office/drawing/2014/main" id="{6DDD94EE-0503-4F76-B641-C0DCF4140FE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21542" name="Rectangle 6">
            <a:extLst>
              <a:ext uri="{FF2B5EF4-FFF2-40B4-BE49-F238E27FC236}">
                <a16:creationId xmlns:a16="http://schemas.microsoft.com/office/drawing/2014/main" id="{33BC9E41-BF97-43D5-B670-8316402F667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21543" name="Rectangle 7">
            <a:extLst>
              <a:ext uri="{FF2B5EF4-FFF2-40B4-BE49-F238E27FC236}">
                <a16:creationId xmlns:a16="http://schemas.microsoft.com/office/drawing/2014/main" id="{BE6E8679-9C5D-4B48-A5D9-F07DF504A37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55EE146E-4E1C-4CC1-82E9-21BC8C0ECA2D}" type="slidenum">
              <a:rPr lang="en-US" altLang="zh-TW"/>
              <a:pPr/>
              <a:t>‹#›</a:t>
            </a:fld>
            <a:endParaRPr lang="en-US" altLang="zh-TW"/>
          </a:p>
        </p:txBody>
      </p:sp>
      <p:grpSp>
        <p:nvGrpSpPr>
          <p:cNvPr id="321544" name="Group 8">
            <a:extLst>
              <a:ext uri="{FF2B5EF4-FFF2-40B4-BE49-F238E27FC236}">
                <a16:creationId xmlns:a16="http://schemas.microsoft.com/office/drawing/2014/main" id="{5D97A25E-AA29-4AA7-A886-FBF57EB1E5B7}"/>
              </a:ext>
            </a:extLst>
          </p:cNvPr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321545" name="Oval 9">
              <a:extLst>
                <a:ext uri="{FF2B5EF4-FFF2-40B4-BE49-F238E27FC236}">
                  <a16:creationId xmlns:a16="http://schemas.microsoft.com/office/drawing/2014/main" id="{36FFAF05-B010-44D2-9F2F-C3F1E2F922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6" name="Oval 10">
              <a:extLst>
                <a:ext uri="{FF2B5EF4-FFF2-40B4-BE49-F238E27FC236}">
                  <a16:creationId xmlns:a16="http://schemas.microsoft.com/office/drawing/2014/main" id="{E52551ED-02A1-4678-88B1-39B26900E8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7" name="Oval 11">
              <a:extLst>
                <a:ext uri="{FF2B5EF4-FFF2-40B4-BE49-F238E27FC236}">
                  <a16:creationId xmlns:a16="http://schemas.microsoft.com/office/drawing/2014/main" id="{0A9AA87E-240E-479E-99E3-F6B746B735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8" name="Oval 12">
              <a:extLst>
                <a:ext uri="{FF2B5EF4-FFF2-40B4-BE49-F238E27FC236}">
                  <a16:creationId xmlns:a16="http://schemas.microsoft.com/office/drawing/2014/main" id="{67FA62BE-A117-42B5-B3AD-4E21C939A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9" name="Oval 13">
              <a:extLst>
                <a:ext uri="{FF2B5EF4-FFF2-40B4-BE49-F238E27FC236}">
                  <a16:creationId xmlns:a16="http://schemas.microsoft.com/office/drawing/2014/main" id="{1DFCD040-F571-4104-BA61-64F3E25E9A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0" name="Oval 14">
              <a:extLst>
                <a:ext uri="{FF2B5EF4-FFF2-40B4-BE49-F238E27FC236}">
                  <a16:creationId xmlns:a16="http://schemas.microsoft.com/office/drawing/2014/main" id="{85487D14-4A5D-49F5-ACE9-AA8F11CAC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1" name="Oval 15">
              <a:extLst>
                <a:ext uri="{FF2B5EF4-FFF2-40B4-BE49-F238E27FC236}">
                  <a16:creationId xmlns:a16="http://schemas.microsoft.com/office/drawing/2014/main" id="{BD8CCAD8-8381-4569-B55C-949394A10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2" name="Oval 16">
              <a:extLst>
                <a:ext uri="{FF2B5EF4-FFF2-40B4-BE49-F238E27FC236}">
                  <a16:creationId xmlns:a16="http://schemas.microsoft.com/office/drawing/2014/main" id="{08C06285-E7D8-401A-93AB-353969C17C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3" name="Oval 17">
              <a:extLst>
                <a:ext uri="{FF2B5EF4-FFF2-40B4-BE49-F238E27FC236}">
                  <a16:creationId xmlns:a16="http://schemas.microsoft.com/office/drawing/2014/main" id="{CE848541-A77F-424A-80B5-0C300543F0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4" name="Oval 18">
              <a:extLst>
                <a:ext uri="{FF2B5EF4-FFF2-40B4-BE49-F238E27FC236}">
                  <a16:creationId xmlns:a16="http://schemas.microsoft.com/office/drawing/2014/main" id="{48C18AF4-CEE8-4370-A156-D71C5C0652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5" name="Oval 19">
              <a:extLst>
                <a:ext uri="{FF2B5EF4-FFF2-40B4-BE49-F238E27FC236}">
                  <a16:creationId xmlns:a16="http://schemas.microsoft.com/office/drawing/2014/main" id="{0146D945-8DEB-4678-87B8-A96BB14D07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6" name="Oval 20">
              <a:extLst>
                <a:ext uri="{FF2B5EF4-FFF2-40B4-BE49-F238E27FC236}">
                  <a16:creationId xmlns:a16="http://schemas.microsoft.com/office/drawing/2014/main" id="{B608B952-4E0F-45AA-B254-74AB188FD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7" name="Oval 21">
              <a:extLst>
                <a:ext uri="{FF2B5EF4-FFF2-40B4-BE49-F238E27FC236}">
                  <a16:creationId xmlns:a16="http://schemas.microsoft.com/office/drawing/2014/main" id="{E18F79BB-84B2-4607-8AD1-4AD2224D52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8" name="Oval 22">
              <a:extLst>
                <a:ext uri="{FF2B5EF4-FFF2-40B4-BE49-F238E27FC236}">
                  <a16:creationId xmlns:a16="http://schemas.microsoft.com/office/drawing/2014/main" id="{449758DE-2C6B-4B15-8955-9DEE253D8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9" name="Oval 23">
              <a:extLst>
                <a:ext uri="{FF2B5EF4-FFF2-40B4-BE49-F238E27FC236}">
                  <a16:creationId xmlns:a16="http://schemas.microsoft.com/office/drawing/2014/main" id="{F94FE0F0-C3F4-4C85-8407-58BFECC6C3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0" name="Oval 24">
              <a:extLst>
                <a:ext uri="{FF2B5EF4-FFF2-40B4-BE49-F238E27FC236}">
                  <a16:creationId xmlns:a16="http://schemas.microsoft.com/office/drawing/2014/main" id="{01E5F75F-17D2-4AA3-B138-C157E73BD1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1" name="Oval 25">
              <a:extLst>
                <a:ext uri="{FF2B5EF4-FFF2-40B4-BE49-F238E27FC236}">
                  <a16:creationId xmlns:a16="http://schemas.microsoft.com/office/drawing/2014/main" id="{E9DDF538-AAAE-4C4E-BE71-3538F2A4DD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2" name="Oval 26">
              <a:extLst>
                <a:ext uri="{FF2B5EF4-FFF2-40B4-BE49-F238E27FC236}">
                  <a16:creationId xmlns:a16="http://schemas.microsoft.com/office/drawing/2014/main" id="{4FF04E61-6806-4065-9A63-858FD80035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3" name="Oval 27">
              <a:extLst>
                <a:ext uri="{FF2B5EF4-FFF2-40B4-BE49-F238E27FC236}">
                  <a16:creationId xmlns:a16="http://schemas.microsoft.com/office/drawing/2014/main" id="{A7A9DCDE-E8AC-4527-8E90-EBE7CD983A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4" name="Oval 28">
              <a:extLst>
                <a:ext uri="{FF2B5EF4-FFF2-40B4-BE49-F238E27FC236}">
                  <a16:creationId xmlns:a16="http://schemas.microsoft.com/office/drawing/2014/main" id="{E0BC4137-DF75-4E87-A6A5-0DCA57983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5" name="Oval 29">
              <a:extLst>
                <a:ext uri="{FF2B5EF4-FFF2-40B4-BE49-F238E27FC236}">
                  <a16:creationId xmlns:a16="http://schemas.microsoft.com/office/drawing/2014/main" id="{0A09FC1E-555C-45CD-BD8F-05B6E3FC5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6" name="Oval 30">
              <a:extLst>
                <a:ext uri="{FF2B5EF4-FFF2-40B4-BE49-F238E27FC236}">
                  <a16:creationId xmlns:a16="http://schemas.microsoft.com/office/drawing/2014/main" id="{B860ABED-A6C7-4D01-9939-8BD28CFE24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7" name="Oval 31">
              <a:extLst>
                <a:ext uri="{FF2B5EF4-FFF2-40B4-BE49-F238E27FC236}">
                  <a16:creationId xmlns:a16="http://schemas.microsoft.com/office/drawing/2014/main" id="{EDAAF747-0229-4544-8E4E-4DA1854758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8" name="Oval 32">
              <a:extLst>
                <a:ext uri="{FF2B5EF4-FFF2-40B4-BE49-F238E27FC236}">
                  <a16:creationId xmlns:a16="http://schemas.microsoft.com/office/drawing/2014/main" id="{0936D135-9327-4DD6-899F-19C88D2B8B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9" name="Oval 33">
              <a:extLst>
                <a:ext uri="{FF2B5EF4-FFF2-40B4-BE49-F238E27FC236}">
                  <a16:creationId xmlns:a16="http://schemas.microsoft.com/office/drawing/2014/main" id="{BAA464DA-7478-48B2-A2DB-3376D066A9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0" name="Oval 34">
              <a:extLst>
                <a:ext uri="{FF2B5EF4-FFF2-40B4-BE49-F238E27FC236}">
                  <a16:creationId xmlns:a16="http://schemas.microsoft.com/office/drawing/2014/main" id="{01B4BFF6-760A-4392-9883-5C988BBD4B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1" name="Oval 35">
              <a:extLst>
                <a:ext uri="{FF2B5EF4-FFF2-40B4-BE49-F238E27FC236}">
                  <a16:creationId xmlns:a16="http://schemas.microsoft.com/office/drawing/2014/main" id="{20CEB90C-0B5C-48C8-9BE1-350A1668E2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2" name="Oval 36">
              <a:extLst>
                <a:ext uri="{FF2B5EF4-FFF2-40B4-BE49-F238E27FC236}">
                  <a16:creationId xmlns:a16="http://schemas.microsoft.com/office/drawing/2014/main" id="{831DFF85-A9C0-40B1-AD77-185B5FB763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3" name="Oval 37">
              <a:extLst>
                <a:ext uri="{FF2B5EF4-FFF2-40B4-BE49-F238E27FC236}">
                  <a16:creationId xmlns:a16="http://schemas.microsoft.com/office/drawing/2014/main" id="{6B06B877-C0B3-42DA-8071-3C359F95D3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4" name="Oval 38">
              <a:extLst>
                <a:ext uri="{FF2B5EF4-FFF2-40B4-BE49-F238E27FC236}">
                  <a16:creationId xmlns:a16="http://schemas.microsoft.com/office/drawing/2014/main" id="{BED1E86A-7C2F-423F-98E0-3B15F6DF5C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5" name="Oval 39">
              <a:extLst>
                <a:ext uri="{FF2B5EF4-FFF2-40B4-BE49-F238E27FC236}">
                  <a16:creationId xmlns:a16="http://schemas.microsoft.com/office/drawing/2014/main" id="{0CBF521A-CDAD-48F2-A253-4DDACD386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321576" name="Line 40">
            <a:extLst>
              <a:ext uri="{FF2B5EF4-FFF2-40B4-BE49-F238E27FC236}">
                <a16:creationId xmlns:a16="http://schemas.microsoft.com/office/drawing/2014/main" id="{06A67177-D4E3-4E12-9F5E-0B0A5904994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EDDCEB-3DAF-4470-9600-1AB144E36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7017516-ABFE-498D-91BE-8B7B5BC18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BDCBEFC-3DD3-4287-8FC5-1558CC2E1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FD61A54-C349-4F7A-AA2A-4AE1E58DF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3A8712A-6C32-445E-905F-2C7CC703A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A41C43-AEAD-4068-8AD6-CAA4CA9ECC71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56551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174888-331B-4D1D-B65D-14667B93A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F8D8840-5797-4731-A92F-0CA1D6609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69F5A64-50E6-47BA-98FB-3D3D0DF96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D5B4975-C988-49A3-9657-DE49CE499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B17D65B-4EB5-4155-80FE-4E5BAD9A9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A16CFF-557B-49D4-81F3-99AE05BD6F1E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07924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98CEB6-9682-46CE-82C7-B401EFC5F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169E9A-91A2-453F-96AA-5C339C7B30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2302D4F-6BA9-4CE5-88BE-4038D16717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ACEA636-4140-4DC3-A1ED-6B47039E8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6F266F2-205B-40DE-A6B3-651309B78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ABDDFC5-BAA6-4956-9EAF-12AC3C370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EDCD48-BDED-4728-A843-6178FFCFA95E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56715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74CA94-12A5-4FC1-94B6-DF7413750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AB4D46E-75A4-45B2-8BA1-B4BB5CD96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5B56F0-5110-454C-8D52-B492242764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37C82F7-C936-4A2A-B82D-89EF83419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36C7094-BC16-4FEA-9FF9-2555576D6D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EFBB945-BE90-4DD2-9802-D76376B3D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073444E-F3B1-47AC-AA7C-FA3E504E9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3535EDC-5624-43BC-A4FD-7278EA15A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74ED33-E384-4541-A982-C0366E4A2F64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01682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191431-D8C1-456E-ADED-FA4DD95A6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C82E577-F005-426B-A8C9-503CA16F8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839D734-F6B9-45D5-9A35-32766B9CC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E2FDDE5-A9A8-489F-B330-2BC1E21FB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6A68A7-747F-4874-8CDF-E9D8F5B36240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53970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DCC3CCB-A4F3-43AC-B28C-F020920CC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B60633C-07A4-40BD-978F-0D41D8AFC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35E3993-427C-4E5F-AD18-145FD77E5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781C99-F93E-482F-A3A0-BC9F35BA9AB3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62583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A658F1-45F4-406A-9951-152004ED2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90B70B-93DF-42AC-969D-3CA36E0A5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D852A02-9576-4333-BF47-36A536816D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04003F5-A269-45F0-AD99-97EAD76FE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D3AC4DC-68B6-4F37-B900-0ED0F4358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85A865B-C42E-4F92-A4C9-D51C1D2A4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7D8515-A3B1-41B2-8D7F-83B3BC1D608D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52876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109F53-8870-4F58-9A17-A18135791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6CBE13F-740D-4440-B6A7-74CFFD5DF4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9322E1E-392A-461E-B783-0BDDC5C191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AFD1921-B2C1-4F15-AE32-4AAE7A2AE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45F620F-3D4B-4C2E-AA3F-560827A26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E7B39A3-4D4F-4114-8374-642C54243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224911-4ABB-4893-91BD-41B0C8F5F010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14842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8B9112-E5E4-4A20-9C70-8A6835EC8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EE14AA3-F5CC-4781-B3F9-8838BE6440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DFFB1C2-FA9A-42BE-AEEA-E31E82B32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FADD968-C46E-4868-9FD6-BD5121DE7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E7C7ADF-2818-470D-91B6-E207B8466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183A79-C81E-49FE-A944-3EDC33351E23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03068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A5E0320-2C27-4F2A-8499-B84D4606E0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F5512BB-684E-4989-BA6A-F6AAF242A4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88ACFB7-B93D-4FD9-B578-1DCE7D54E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383BE4C-D436-427D-BB00-AB4EDB4F7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DCB3B5B-71DC-4766-9B48-3C4CA246B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E1BFB6-7193-4D89-908B-971168EDFE19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10709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標題及文字在物件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879BA5-4E63-4449-A699-F238E1A66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D8767BA-7B99-4E61-81A9-4DF3462AEBCA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8229600" cy="212883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A0C7814-7FBA-4AF6-A671-47ECDF8E65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4000500"/>
            <a:ext cx="8229600" cy="21304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5F9F376-7B41-472C-8C08-C433FD07D7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622D569-76F8-4802-900D-971810109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F390DD5-91A2-4D0F-B362-DEF17DA91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EF7C5894-3390-45EA-999C-3F85ACCF3282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66580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Line 2">
            <a:extLst>
              <a:ext uri="{FF2B5EF4-FFF2-40B4-BE49-F238E27FC236}">
                <a16:creationId xmlns:a16="http://schemas.microsoft.com/office/drawing/2014/main" id="{994D60C8-B3D9-45F9-94B9-E471A0F034B9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0515" name="Rectangle 3">
            <a:extLst>
              <a:ext uri="{FF2B5EF4-FFF2-40B4-BE49-F238E27FC236}">
                <a16:creationId xmlns:a16="http://schemas.microsoft.com/office/drawing/2014/main" id="{13267F65-BCC3-446C-BA71-A7B4085590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20516" name="Rectangle 4">
            <a:extLst>
              <a:ext uri="{FF2B5EF4-FFF2-40B4-BE49-F238E27FC236}">
                <a16:creationId xmlns:a16="http://schemas.microsoft.com/office/drawing/2014/main" id="{16B09F84-267C-4A3E-96DB-8BA78A0C9F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20517" name="Rectangle 5">
            <a:extLst>
              <a:ext uri="{FF2B5EF4-FFF2-40B4-BE49-F238E27FC236}">
                <a16:creationId xmlns:a16="http://schemas.microsoft.com/office/drawing/2014/main" id="{5138AAEC-BEE8-4C64-9249-6D27E7FAAC0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20518" name="Rectangle 6">
            <a:extLst>
              <a:ext uri="{FF2B5EF4-FFF2-40B4-BE49-F238E27FC236}">
                <a16:creationId xmlns:a16="http://schemas.microsoft.com/office/drawing/2014/main" id="{F2E8E428-3CB6-44C5-AE89-FB239FB3701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20519" name="Rectangle 7">
            <a:extLst>
              <a:ext uri="{FF2B5EF4-FFF2-40B4-BE49-F238E27FC236}">
                <a16:creationId xmlns:a16="http://schemas.microsoft.com/office/drawing/2014/main" id="{9535BC77-66F9-492F-9377-D445A5B3B5F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0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fld id="{0FBB20F9-F45D-4CC3-95E8-F8DCF943F1D6}" type="slidenum">
              <a:rPr lang="en-US" altLang="zh-TW"/>
              <a:pPr/>
              <a:t>‹#›</a:t>
            </a:fld>
            <a:endParaRPr lang="en-US" altLang="zh-TW"/>
          </a:p>
        </p:txBody>
      </p:sp>
      <p:grpSp>
        <p:nvGrpSpPr>
          <p:cNvPr id="320520" name="Group 8">
            <a:extLst>
              <a:ext uri="{FF2B5EF4-FFF2-40B4-BE49-F238E27FC236}">
                <a16:creationId xmlns:a16="http://schemas.microsoft.com/office/drawing/2014/main" id="{0D407469-99FF-4321-8B9A-AA6F83F6D0EF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320521" name="Oval 9">
              <a:extLst>
                <a:ext uri="{FF2B5EF4-FFF2-40B4-BE49-F238E27FC236}">
                  <a16:creationId xmlns:a16="http://schemas.microsoft.com/office/drawing/2014/main" id="{8C2F6985-7602-43B4-B54B-EF3B05851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2" name="Oval 10">
              <a:extLst>
                <a:ext uri="{FF2B5EF4-FFF2-40B4-BE49-F238E27FC236}">
                  <a16:creationId xmlns:a16="http://schemas.microsoft.com/office/drawing/2014/main" id="{475837C7-A264-44DD-8644-30BE0204F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3" name="Oval 11">
              <a:extLst>
                <a:ext uri="{FF2B5EF4-FFF2-40B4-BE49-F238E27FC236}">
                  <a16:creationId xmlns:a16="http://schemas.microsoft.com/office/drawing/2014/main" id="{254B42A4-1ECC-47D1-AA15-2ADAAB10B4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4" name="Oval 12">
              <a:extLst>
                <a:ext uri="{FF2B5EF4-FFF2-40B4-BE49-F238E27FC236}">
                  <a16:creationId xmlns:a16="http://schemas.microsoft.com/office/drawing/2014/main" id="{D0FD1BDE-4617-402F-BD3F-354C60A28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5" name="Oval 13">
              <a:extLst>
                <a:ext uri="{FF2B5EF4-FFF2-40B4-BE49-F238E27FC236}">
                  <a16:creationId xmlns:a16="http://schemas.microsoft.com/office/drawing/2014/main" id="{ACE52349-ADE5-4B0D-B724-DE93D4CB78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6" name="Oval 14">
              <a:extLst>
                <a:ext uri="{FF2B5EF4-FFF2-40B4-BE49-F238E27FC236}">
                  <a16:creationId xmlns:a16="http://schemas.microsoft.com/office/drawing/2014/main" id="{9C271223-B2F2-463E-AC25-802E53939C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7" name="Oval 15">
              <a:extLst>
                <a:ext uri="{FF2B5EF4-FFF2-40B4-BE49-F238E27FC236}">
                  <a16:creationId xmlns:a16="http://schemas.microsoft.com/office/drawing/2014/main" id="{8609DC08-0D1A-411E-A5EF-7186F189B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8" name="Oval 16">
              <a:extLst>
                <a:ext uri="{FF2B5EF4-FFF2-40B4-BE49-F238E27FC236}">
                  <a16:creationId xmlns:a16="http://schemas.microsoft.com/office/drawing/2014/main" id="{116ACF1B-7399-4D29-9D10-383CD999CA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9" name="Oval 17">
              <a:extLst>
                <a:ext uri="{FF2B5EF4-FFF2-40B4-BE49-F238E27FC236}">
                  <a16:creationId xmlns:a16="http://schemas.microsoft.com/office/drawing/2014/main" id="{5F9C79C1-5761-47CA-9A67-62B8F0698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0" name="Oval 18">
              <a:extLst>
                <a:ext uri="{FF2B5EF4-FFF2-40B4-BE49-F238E27FC236}">
                  <a16:creationId xmlns:a16="http://schemas.microsoft.com/office/drawing/2014/main" id="{8853C41E-D8DD-46E9-892D-1860081C23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1" name="Oval 19">
              <a:extLst>
                <a:ext uri="{FF2B5EF4-FFF2-40B4-BE49-F238E27FC236}">
                  <a16:creationId xmlns:a16="http://schemas.microsoft.com/office/drawing/2014/main" id="{6554E75A-CF2D-4D93-A299-05866466B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2" name="Oval 20">
              <a:extLst>
                <a:ext uri="{FF2B5EF4-FFF2-40B4-BE49-F238E27FC236}">
                  <a16:creationId xmlns:a16="http://schemas.microsoft.com/office/drawing/2014/main" id="{ED37DB68-B62B-4242-8EF6-C41C4691C4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3" name="Oval 21">
              <a:extLst>
                <a:ext uri="{FF2B5EF4-FFF2-40B4-BE49-F238E27FC236}">
                  <a16:creationId xmlns:a16="http://schemas.microsoft.com/office/drawing/2014/main" id="{CA9BEF91-9654-4157-8C7D-247A104136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4" name="Oval 22">
              <a:extLst>
                <a:ext uri="{FF2B5EF4-FFF2-40B4-BE49-F238E27FC236}">
                  <a16:creationId xmlns:a16="http://schemas.microsoft.com/office/drawing/2014/main" id="{4A4F7C87-BB66-4E82-9E5D-A5C8623F94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5" name="Oval 23">
              <a:extLst>
                <a:ext uri="{FF2B5EF4-FFF2-40B4-BE49-F238E27FC236}">
                  <a16:creationId xmlns:a16="http://schemas.microsoft.com/office/drawing/2014/main" id="{16D87165-BF7F-4A50-A244-9904A5C9C3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6" name="Oval 24">
              <a:extLst>
                <a:ext uri="{FF2B5EF4-FFF2-40B4-BE49-F238E27FC236}">
                  <a16:creationId xmlns:a16="http://schemas.microsoft.com/office/drawing/2014/main" id="{9B641819-30AE-4AAB-B1F7-D11A669EA9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7" name="Oval 25">
              <a:extLst>
                <a:ext uri="{FF2B5EF4-FFF2-40B4-BE49-F238E27FC236}">
                  <a16:creationId xmlns:a16="http://schemas.microsoft.com/office/drawing/2014/main" id="{29B03998-8310-4F7A-894D-A78557F3C3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8" name="Oval 26">
              <a:extLst>
                <a:ext uri="{FF2B5EF4-FFF2-40B4-BE49-F238E27FC236}">
                  <a16:creationId xmlns:a16="http://schemas.microsoft.com/office/drawing/2014/main" id="{A29D1C38-7CC3-4C5B-B6FB-FBAE405282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9" name="Oval 27">
              <a:extLst>
                <a:ext uri="{FF2B5EF4-FFF2-40B4-BE49-F238E27FC236}">
                  <a16:creationId xmlns:a16="http://schemas.microsoft.com/office/drawing/2014/main" id="{4EE924A2-4F52-4A75-987B-D43A69DB5E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0" name="Oval 28">
              <a:extLst>
                <a:ext uri="{FF2B5EF4-FFF2-40B4-BE49-F238E27FC236}">
                  <a16:creationId xmlns:a16="http://schemas.microsoft.com/office/drawing/2014/main" id="{6961FBA3-B5FB-4569-B5A9-2C05BC7762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1" name="Oval 29">
              <a:extLst>
                <a:ext uri="{FF2B5EF4-FFF2-40B4-BE49-F238E27FC236}">
                  <a16:creationId xmlns:a16="http://schemas.microsoft.com/office/drawing/2014/main" id="{1492ECD1-5B28-4CEE-95D4-DB0B52FCCB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2" name="Oval 30">
              <a:extLst>
                <a:ext uri="{FF2B5EF4-FFF2-40B4-BE49-F238E27FC236}">
                  <a16:creationId xmlns:a16="http://schemas.microsoft.com/office/drawing/2014/main" id="{283ED483-5E27-491E-AFDF-FA9B62BBE9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3" name="Oval 31">
              <a:extLst>
                <a:ext uri="{FF2B5EF4-FFF2-40B4-BE49-F238E27FC236}">
                  <a16:creationId xmlns:a16="http://schemas.microsoft.com/office/drawing/2014/main" id="{7385D18C-0BBB-4CB1-B882-43ECCA88A0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4" name="Oval 32">
              <a:extLst>
                <a:ext uri="{FF2B5EF4-FFF2-40B4-BE49-F238E27FC236}">
                  <a16:creationId xmlns:a16="http://schemas.microsoft.com/office/drawing/2014/main" id="{594C9DB8-1181-47AA-98E4-745497948E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5" name="Oval 33">
              <a:extLst>
                <a:ext uri="{FF2B5EF4-FFF2-40B4-BE49-F238E27FC236}">
                  <a16:creationId xmlns:a16="http://schemas.microsoft.com/office/drawing/2014/main" id="{103181F4-8E76-42A2-B04C-9CD0C7B073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6" name="Oval 34">
              <a:extLst>
                <a:ext uri="{FF2B5EF4-FFF2-40B4-BE49-F238E27FC236}">
                  <a16:creationId xmlns:a16="http://schemas.microsoft.com/office/drawing/2014/main" id="{9ACCDE5D-9CB4-4C9A-A556-1B58B72D6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7" name="Oval 35">
              <a:extLst>
                <a:ext uri="{FF2B5EF4-FFF2-40B4-BE49-F238E27FC236}">
                  <a16:creationId xmlns:a16="http://schemas.microsoft.com/office/drawing/2014/main" id="{7205A856-6544-48AF-B330-9FFCB7B19E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8" name="Oval 36">
              <a:extLst>
                <a:ext uri="{FF2B5EF4-FFF2-40B4-BE49-F238E27FC236}">
                  <a16:creationId xmlns:a16="http://schemas.microsoft.com/office/drawing/2014/main" id="{54C1AFD0-4543-4E27-B31E-E80FF54B46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9" name="Oval 37">
              <a:extLst>
                <a:ext uri="{FF2B5EF4-FFF2-40B4-BE49-F238E27FC236}">
                  <a16:creationId xmlns:a16="http://schemas.microsoft.com/office/drawing/2014/main" id="{6E007939-3823-407C-BAF9-6B2A02DD1F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50" name="Oval 38">
              <a:extLst>
                <a:ext uri="{FF2B5EF4-FFF2-40B4-BE49-F238E27FC236}">
                  <a16:creationId xmlns:a16="http://schemas.microsoft.com/office/drawing/2014/main" id="{FB599851-CF96-4A41-9949-0F76B2010D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51" name="Oval 39">
              <a:extLst>
                <a:ext uri="{FF2B5EF4-FFF2-40B4-BE49-F238E27FC236}">
                  <a16:creationId xmlns:a16="http://schemas.microsoft.com/office/drawing/2014/main" id="{FEA55CF2-537E-4BA5-8DCA-14E2C97EE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2pPr>
      <a:lvl3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3pPr>
      <a:lvl4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4pPr>
      <a:lvl5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9pPr>
    </p:titleStyle>
    <p:bodyStyle>
      <a:lvl1pPr marL="342900" indent="-342900" algn="l" rtl="0" fontAlgn="base">
        <a:spcBef>
          <a:spcPct val="0"/>
        </a:spcBef>
        <a:spcAft>
          <a:spcPct val="50000"/>
        </a:spcAft>
        <a:buClr>
          <a:schemeClr val="tx2"/>
        </a:buClr>
        <a:buSzPct val="70000"/>
        <a:buFont typeface="Wingdings" panose="05000000000000000000" pitchFamily="2" charset="2"/>
        <a:buChar char="l"/>
        <a:defRPr kumimoji="1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fontAlgn="base">
        <a:spcBef>
          <a:spcPct val="0"/>
        </a:spcBef>
        <a:spcAft>
          <a:spcPct val="5000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fontAlgn="base">
        <a:spcBef>
          <a:spcPct val="0"/>
        </a:spcBef>
        <a:spcAft>
          <a:spcPct val="5000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kumimoji="1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fontAlgn="base">
        <a:spcBef>
          <a:spcPct val="0"/>
        </a:spcBef>
        <a:spcAft>
          <a:spcPct val="50000"/>
        </a:spcAft>
        <a:buClr>
          <a:schemeClr val="tx2"/>
        </a:buClr>
        <a:buSzPct val="75000"/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fontAlgn="base">
        <a:spcBef>
          <a:spcPct val="0"/>
        </a:spcBef>
        <a:spcAft>
          <a:spcPct val="4000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BCDA6B4-87D5-44FE-A2C8-D711E0A3E96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8DDCB4DC-F625-448D-88C9-679E4FAEF775}" type="slidenum">
              <a:rPr lang="en-US" altLang="zh-TW"/>
              <a:pPr/>
              <a:t>1</a:t>
            </a:fld>
            <a:endParaRPr lang="en-US" altLang="zh-TW"/>
          </a:p>
        </p:txBody>
      </p:sp>
      <p:sp>
        <p:nvSpPr>
          <p:cNvPr id="346114" name="Rectangle 2">
            <a:extLst>
              <a:ext uri="{FF2B5EF4-FFF2-40B4-BE49-F238E27FC236}">
                <a16:creationId xmlns:a16="http://schemas.microsoft.com/office/drawing/2014/main" id="{0A85EA43-41D7-47E6-8DCD-D00A9D76430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第十二章</a:t>
            </a:r>
            <a:br>
              <a:rPr lang="zh-TW" altLang="en-US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zh-TW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類別的基本架構</a:t>
            </a:r>
          </a:p>
        </p:txBody>
      </p:sp>
      <p:sp>
        <p:nvSpPr>
          <p:cNvPr id="346115" name="Rectangle 3">
            <a:extLst>
              <a:ext uri="{FF2B5EF4-FFF2-40B4-BE49-F238E27FC236}">
                <a16:creationId xmlns:a16="http://schemas.microsoft.com/office/drawing/2014/main" id="{6EDE8927-539A-4CE1-95E4-83C975337C8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3259137"/>
          </a:xfrm>
        </p:spPr>
        <p:txBody>
          <a:bodyPr/>
          <a:lstStyle/>
          <a:p>
            <a:r>
              <a:rPr lang="zh-TW" altLang="en-US" sz="2800" dirty="0"/>
              <a:t>學習類別的觀念</a:t>
            </a:r>
          </a:p>
          <a:p>
            <a:r>
              <a:rPr lang="zh-TW" altLang="en-US" sz="2800" dirty="0"/>
              <a:t>認識與撰寫成員函數</a:t>
            </a:r>
          </a:p>
          <a:p>
            <a:r>
              <a:rPr lang="zh-TW" altLang="en-US" sz="2800" dirty="0"/>
              <a:t>建立公有與私有成員</a:t>
            </a:r>
          </a:p>
          <a:p>
            <a:r>
              <a:rPr lang="zh-TW" altLang="en-US" sz="2800" dirty="0"/>
              <a:t>瞭解友誼函數</a:t>
            </a:r>
            <a:r>
              <a:rPr lang="zh-TW" altLang="en-US"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7ABA74AB-3149-499B-8E3D-542EAEA7C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556" y="1395871"/>
            <a:ext cx="5544616" cy="5359133"/>
          </a:xfrm>
          <a:prstGeom prst="rect">
            <a:avLst/>
          </a:prstGeom>
        </p:spPr>
      </p:pic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69A7DD7-BC04-40D0-A47A-706B85DF3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AD9FD-FCB5-4278-9386-A90B3F18CBBE}" type="slidenum">
              <a:rPr lang="en-US" altLang="zh-TW"/>
              <a:pPr/>
              <a:t>2</a:t>
            </a:fld>
            <a:endParaRPr lang="en-US" altLang="zh-TW"/>
          </a:p>
        </p:txBody>
      </p:sp>
      <p:sp>
        <p:nvSpPr>
          <p:cNvPr id="578564" name="Rectangle 4">
            <a:extLst>
              <a:ext uri="{FF2B5EF4-FFF2-40B4-BE49-F238E27FC236}">
                <a16:creationId xmlns:a16="http://schemas.microsoft.com/office/drawing/2014/main" id="{C15F5B4C-1444-45E2-8969-5319C5521A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194712"/>
          </a:xfrm>
        </p:spPr>
        <p:txBody>
          <a:bodyPr/>
          <a:lstStyle/>
          <a:p>
            <a:r>
              <a:rPr lang="zh-TW" altLang="en-US" dirty="0"/>
              <a:t>用結構建立視窗物件</a:t>
            </a:r>
            <a:r>
              <a:rPr lang="en-US" altLang="zh-TW" dirty="0"/>
              <a:t> </a:t>
            </a:r>
          </a:p>
        </p:txBody>
      </p:sp>
      <p:sp>
        <p:nvSpPr>
          <p:cNvPr id="578565" name="Rectangle 5">
            <a:extLst>
              <a:ext uri="{FF2B5EF4-FFF2-40B4-BE49-F238E27FC236}">
                <a16:creationId xmlns:a16="http://schemas.microsoft.com/office/drawing/2014/main" id="{BC1CAFC6-8FA0-4940-B3BA-BC2ED598B2E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824028" y="2234288"/>
            <a:ext cx="4217930" cy="1194712"/>
          </a:xfrm>
          <a:solidFill>
            <a:srgbClr val="FFFFCC"/>
          </a:solidFill>
          <a:ln>
            <a:solidFill>
              <a:srgbClr val="9900CC"/>
            </a:solidFill>
          </a:ln>
        </p:spPr>
        <p:txBody>
          <a:bodyPr/>
          <a:lstStyle/>
          <a:p>
            <a:r>
              <a:rPr lang="zh-TW" altLang="en-US" sz="2000" dirty="0"/>
              <a:t>結構也能夠擁有</a:t>
            </a:r>
            <a:r>
              <a:rPr lang="zh-TW" altLang="en-US" sz="2000" b="1" dirty="0">
                <a:solidFill>
                  <a:srgbClr val="FF0000"/>
                </a:solidFill>
              </a:rPr>
              <a:t>函數成員</a:t>
            </a:r>
            <a:endParaRPr lang="en-US" altLang="zh-TW" sz="2000" b="1" dirty="0">
              <a:solidFill>
                <a:srgbClr val="FF0000"/>
              </a:solidFill>
            </a:endParaRPr>
          </a:p>
          <a:p>
            <a:pPr lvl="1"/>
            <a:r>
              <a:rPr lang="zh-TW" altLang="en-US" sz="1600" b="1" dirty="0">
                <a:solidFill>
                  <a:srgbClr val="FF0000"/>
                </a:solidFill>
              </a:rPr>
              <a:t>函數</a:t>
            </a:r>
            <a:r>
              <a:rPr lang="zh-TW" altLang="en-US" sz="1600" dirty="0"/>
              <a:t>能直接操作該結構中的</a:t>
            </a:r>
            <a:r>
              <a:rPr lang="zh-TW" altLang="en-US" sz="1600" b="1" dirty="0">
                <a:solidFill>
                  <a:srgbClr val="FF0000"/>
                </a:solidFill>
              </a:rPr>
              <a:t>數據成員</a:t>
            </a:r>
            <a:endParaRPr lang="en-US" altLang="zh-TW" sz="1600" b="1" dirty="0">
              <a:solidFill>
                <a:srgbClr val="FF0000"/>
              </a:solidFill>
            </a:endParaRPr>
          </a:p>
          <a:p>
            <a:pPr lvl="1"/>
            <a:r>
              <a:rPr lang="zh-TW" altLang="en-US" sz="1600" dirty="0"/>
              <a:t>透過</a:t>
            </a:r>
            <a:r>
              <a:rPr lang="zh-TW" altLang="en-US" sz="1600" b="1" dirty="0">
                <a:solidFill>
                  <a:srgbClr val="FF0000"/>
                </a:solidFill>
              </a:rPr>
              <a:t>成員存取運算子（</a:t>
            </a:r>
            <a:r>
              <a:rPr lang="en-US" altLang="zh-TW" sz="1600" b="1" dirty="0">
                <a:solidFill>
                  <a:srgbClr val="FF0000"/>
                </a:solidFill>
              </a:rPr>
              <a:t>.</a:t>
            </a:r>
            <a:r>
              <a:rPr lang="zh-TW" altLang="en-US" sz="1600" b="1" dirty="0">
                <a:solidFill>
                  <a:srgbClr val="FF0000"/>
                </a:solidFill>
              </a:rPr>
              <a:t>）</a:t>
            </a:r>
            <a:r>
              <a:rPr lang="zh-TW" altLang="en-US" sz="1600" dirty="0"/>
              <a:t>呼叫</a:t>
            </a:r>
          </a:p>
        </p:txBody>
      </p:sp>
      <p:sp>
        <p:nvSpPr>
          <p:cNvPr id="578567" name="AutoShape 7">
            <a:extLst>
              <a:ext uri="{FF2B5EF4-FFF2-40B4-BE49-F238E27FC236}">
                <a16:creationId xmlns:a16="http://schemas.microsoft.com/office/drawing/2014/main" id="{9F23FB67-8D9A-4248-9875-238838D13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12.1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認識類別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6">
            <a:extLst>
              <a:ext uri="{FF2B5EF4-FFF2-40B4-BE49-F238E27FC236}">
                <a16:creationId xmlns:a16="http://schemas.microsoft.com/office/drawing/2014/main" id="{5E46F902-2EA0-4792-815A-C20185AF9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699BF-18F6-4A59-B63C-0D0FCFF143E0}" type="slidenum">
              <a:rPr lang="en-US" altLang="zh-TW"/>
              <a:pPr/>
              <a:t>3</a:t>
            </a:fld>
            <a:endParaRPr lang="en-US" altLang="zh-TW"/>
          </a:p>
        </p:txBody>
      </p:sp>
      <p:sp>
        <p:nvSpPr>
          <p:cNvPr id="582660" name="Rectangle 4">
            <a:extLst>
              <a:ext uri="{FF2B5EF4-FFF2-40B4-BE49-F238E27FC236}">
                <a16:creationId xmlns:a16="http://schemas.microsoft.com/office/drawing/2014/main" id="{150C165F-7736-4086-BD1F-F672E5650C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146522"/>
          </a:xfrm>
        </p:spPr>
        <p:txBody>
          <a:bodyPr/>
          <a:lstStyle/>
          <a:p>
            <a:r>
              <a:rPr lang="zh-TW" altLang="en-US" dirty="0"/>
              <a:t>用類別建立視窗物件 </a:t>
            </a:r>
          </a:p>
        </p:txBody>
      </p:sp>
      <p:sp>
        <p:nvSpPr>
          <p:cNvPr id="582690" name="AutoShape 34">
            <a:extLst>
              <a:ext uri="{FF2B5EF4-FFF2-40B4-BE49-F238E27FC236}">
                <a16:creationId xmlns:a16="http://schemas.microsoft.com/office/drawing/2014/main" id="{3C01C8D0-DF3E-4167-9E3D-5195111C0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12.1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認識類別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B398D1A-89F1-48F5-B34A-5AACEEFE0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1371144"/>
            <a:ext cx="5496536" cy="5469054"/>
          </a:xfrm>
          <a:prstGeom prst="rect">
            <a:avLst/>
          </a:prstGeom>
        </p:spPr>
      </p:pic>
      <p:sp>
        <p:nvSpPr>
          <p:cNvPr id="11" name="Rectangle 12">
            <a:extLst>
              <a:ext uri="{FF2B5EF4-FFF2-40B4-BE49-F238E27FC236}">
                <a16:creationId xmlns:a16="http://schemas.microsoft.com/office/drawing/2014/main" id="{AA6D2B26-C63A-4BCB-81E1-403F7970EDC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461909" y="3789040"/>
            <a:ext cx="3639133" cy="2279495"/>
          </a:xfrm>
          <a:solidFill>
            <a:srgbClr val="FFFFCC"/>
          </a:solidFill>
          <a:ln>
            <a:solidFill>
              <a:srgbClr val="9900CC"/>
            </a:solidFill>
          </a:ln>
        </p:spPr>
        <p:txBody>
          <a:bodyPr/>
          <a:lstStyle/>
          <a:p>
            <a:r>
              <a:rPr lang="en-US" altLang="zh-TW" sz="1600" b="1" dirty="0">
                <a:solidFill>
                  <a:srgbClr val="FF0000"/>
                </a:solidFill>
              </a:rPr>
              <a:t>class</a:t>
            </a:r>
            <a:r>
              <a:rPr lang="en-US" altLang="zh-TW" sz="1600" dirty="0"/>
              <a:t> </a:t>
            </a:r>
            <a:r>
              <a:rPr lang="zh-TW" altLang="en-US" sz="1600" dirty="0"/>
              <a:t>的預設存取權限</a:t>
            </a:r>
            <a:endParaRPr lang="en-US" altLang="zh-TW" sz="1600" dirty="0"/>
          </a:p>
          <a:p>
            <a:pPr marL="538163" lvl="1" indent="-193675"/>
            <a:r>
              <a:rPr lang="zh-TW" altLang="en-US" sz="1400" dirty="0"/>
              <a:t>預設為 </a:t>
            </a:r>
            <a:r>
              <a:rPr lang="en-US" altLang="zh-TW" sz="1400" b="1" dirty="0">
                <a:solidFill>
                  <a:srgbClr val="FF0000"/>
                </a:solidFill>
              </a:rPr>
              <a:t>private</a:t>
            </a:r>
          </a:p>
          <a:p>
            <a:pPr marL="538163" lvl="1" indent="-193675"/>
            <a:r>
              <a:rPr lang="zh-TW" altLang="en-US" sz="1400" dirty="0"/>
              <a:t>類別外部無法直接存取成員，需設定為 </a:t>
            </a:r>
            <a:r>
              <a:rPr lang="en-US" altLang="zh-TW" sz="1400" b="1" dirty="0">
                <a:solidFill>
                  <a:srgbClr val="FF0000"/>
                </a:solidFill>
              </a:rPr>
              <a:t>public</a:t>
            </a:r>
            <a:r>
              <a:rPr lang="en-US" altLang="zh-TW" sz="1400" dirty="0"/>
              <a:t> </a:t>
            </a:r>
            <a:r>
              <a:rPr lang="zh-TW" altLang="en-US" sz="1400" dirty="0"/>
              <a:t>才能存取</a:t>
            </a:r>
            <a:endParaRPr lang="en-US" altLang="zh-TW" sz="1400" dirty="0"/>
          </a:p>
          <a:p>
            <a:r>
              <a:rPr lang="en-US" altLang="zh-TW" sz="1600" b="1" dirty="0">
                <a:solidFill>
                  <a:srgbClr val="FF0000"/>
                </a:solidFill>
              </a:rPr>
              <a:t>struct</a:t>
            </a:r>
            <a:r>
              <a:rPr lang="en-US" altLang="zh-TW" sz="1600" dirty="0"/>
              <a:t> </a:t>
            </a:r>
            <a:r>
              <a:rPr lang="zh-TW" altLang="en-US" sz="1600" dirty="0"/>
              <a:t>的預設存取權限</a:t>
            </a:r>
            <a:endParaRPr lang="en-US" altLang="zh-TW" sz="1600" dirty="0"/>
          </a:p>
          <a:p>
            <a:pPr marL="538163" lvl="1" indent="-193675"/>
            <a:r>
              <a:rPr lang="zh-TW" altLang="en-US" sz="1400" dirty="0"/>
              <a:t>預設為 </a:t>
            </a:r>
            <a:r>
              <a:rPr lang="en-US" altLang="zh-TW" sz="1400" b="1" dirty="0">
                <a:solidFill>
                  <a:srgbClr val="FF0000"/>
                </a:solidFill>
              </a:rPr>
              <a:t>public</a:t>
            </a:r>
          </a:p>
          <a:p>
            <a:pPr marL="538163" lvl="1" indent="-193675"/>
            <a:r>
              <a:rPr lang="zh-TW" altLang="en-US" sz="1400" dirty="0"/>
              <a:t>成員可直接在類別外部存取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6B410B9-B8D7-4ACB-A5DF-D358F99608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4442" y="1809095"/>
            <a:ext cx="4162054" cy="18114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CC3D45E0-BB81-4EC6-8A17-091115F0D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556" y="1679170"/>
            <a:ext cx="4505726" cy="5044385"/>
          </a:xfrm>
          <a:prstGeom prst="rect">
            <a:avLst/>
          </a:prstGeom>
        </p:spPr>
      </p:pic>
      <p:sp>
        <p:nvSpPr>
          <p:cNvPr id="8" name="投影片編號版面配置區 6">
            <a:extLst>
              <a:ext uri="{FF2B5EF4-FFF2-40B4-BE49-F238E27FC236}">
                <a16:creationId xmlns:a16="http://schemas.microsoft.com/office/drawing/2014/main" id="{81FA18B0-4F36-457E-AB41-35037DF8D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F4C29-069F-4A78-911D-176DA94F7E5E}" type="slidenum">
              <a:rPr lang="en-US" altLang="zh-TW"/>
              <a:pPr/>
              <a:t>4</a:t>
            </a:fld>
            <a:endParaRPr lang="en-US" altLang="zh-TW"/>
          </a:p>
        </p:txBody>
      </p:sp>
      <p:sp>
        <p:nvSpPr>
          <p:cNvPr id="585732" name="Rectangle 4">
            <a:extLst>
              <a:ext uri="{FF2B5EF4-FFF2-40B4-BE49-F238E27FC236}">
                <a16:creationId xmlns:a16="http://schemas.microsoft.com/office/drawing/2014/main" id="{DB33A262-4FA5-46AF-9B75-8581A4568C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函數的位置</a:t>
            </a:r>
            <a:endParaRPr lang="en-US" altLang="zh-TW" dirty="0"/>
          </a:p>
        </p:txBody>
      </p:sp>
      <p:sp>
        <p:nvSpPr>
          <p:cNvPr id="585733" name="Rectangle 5">
            <a:extLst>
              <a:ext uri="{FF2B5EF4-FFF2-40B4-BE49-F238E27FC236}">
                <a16:creationId xmlns:a16="http://schemas.microsoft.com/office/drawing/2014/main" id="{CC691856-8D45-4D66-AF48-795E7AFADDF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428960" y="1075044"/>
            <a:ext cx="3564396" cy="522287"/>
          </a:xfrm>
        </p:spPr>
        <p:txBody>
          <a:bodyPr/>
          <a:lstStyle/>
          <a:p>
            <a:r>
              <a:rPr lang="zh-TW" altLang="en-US" sz="2600" dirty="0"/>
              <a:t>在類別之外定義函數 </a:t>
            </a:r>
          </a:p>
        </p:txBody>
      </p:sp>
      <p:sp>
        <p:nvSpPr>
          <p:cNvPr id="585745" name="AutoShape 17">
            <a:extLst>
              <a:ext uri="{FF2B5EF4-FFF2-40B4-BE49-F238E27FC236}">
                <a16:creationId xmlns:a16="http://schemas.microsoft.com/office/drawing/2014/main" id="{1186051D-AC23-4EF0-A1BC-FE71FC6F1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12.1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認識類別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539FCD8-43E4-44A1-8993-3AE0E6156F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61" y="2370443"/>
            <a:ext cx="3487214" cy="1307705"/>
          </a:xfrm>
          <a:prstGeom prst="rect">
            <a:avLst/>
          </a:prstGeom>
          <a:ln>
            <a:solidFill>
              <a:srgbClr val="9900C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E46D4854-0DD1-4468-AE28-82C0E3E985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746" y="5097228"/>
            <a:ext cx="3898349" cy="1020406"/>
          </a:xfrm>
          <a:prstGeom prst="rect">
            <a:avLst/>
          </a:prstGeom>
          <a:ln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ACA34908-040C-4D55-B861-F454E4728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7DFAE-DDB4-4C40-879A-4BDD298D4215}" type="slidenum">
              <a:rPr lang="en-US" altLang="zh-TW"/>
              <a:pPr/>
              <a:t>5</a:t>
            </a:fld>
            <a:endParaRPr lang="en-US" altLang="zh-TW"/>
          </a:p>
        </p:txBody>
      </p:sp>
      <p:sp>
        <p:nvSpPr>
          <p:cNvPr id="686082" name="Rectangle 2">
            <a:extLst>
              <a:ext uri="{FF2B5EF4-FFF2-40B4-BE49-F238E27FC236}">
                <a16:creationId xmlns:a16="http://schemas.microsoft.com/office/drawing/2014/main" id="{EFE51ED3-981A-4690-867B-BAFFA17511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類別的潛在危險</a:t>
            </a:r>
          </a:p>
        </p:txBody>
      </p:sp>
      <p:sp>
        <p:nvSpPr>
          <p:cNvPr id="686084" name="AutoShape 4">
            <a:extLst>
              <a:ext uri="{FF2B5EF4-FFF2-40B4-BE49-F238E27FC236}">
                <a16:creationId xmlns:a16="http://schemas.microsoft.com/office/drawing/2014/main" id="{0F4E2713-B1FA-428C-A793-66025D73F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57" y="260350"/>
            <a:ext cx="2736032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12.2 </a:t>
            </a:r>
            <a:r>
              <a:rPr lang="zh-TW" altLang="en-US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公有成員與私有成員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4BE2E79-E19C-4540-8246-7454B0005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1555732"/>
            <a:ext cx="4979929" cy="52520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788074B1-7D39-4A27-997D-4C1600238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668" y="1700808"/>
            <a:ext cx="4750561" cy="2032839"/>
          </a:xfrm>
          <a:prstGeom prst="rect">
            <a:avLst/>
          </a:prstGeom>
        </p:spPr>
      </p:pic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A11E0CBC-3D5F-4615-9C12-77010AEAD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BF6D1-AE38-4A99-B6A7-9CC7739AB1EB}" type="slidenum">
              <a:rPr lang="en-US" altLang="zh-TW"/>
              <a:pPr/>
              <a:t>6</a:t>
            </a:fld>
            <a:endParaRPr lang="en-US" altLang="zh-TW"/>
          </a:p>
        </p:txBody>
      </p:sp>
      <p:sp>
        <p:nvSpPr>
          <p:cNvPr id="687106" name="Rectangle 2">
            <a:extLst>
              <a:ext uri="{FF2B5EF4-FFF2-40B4-BE49-F238E27FC236}">
                <a16:creationId xmlns:a16="http://schemas.microsoft.com/office/drawing/2014/main" id="{12218031-4F6E-4983-90B9-E6E695AF50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建立私有成員</a:t>
            </a:r>
            <a:endParaRPr lang="en-US" altLang="zh-TW" dirty="0"/>
          </a:p>
        </p:txBody>
      </p:sp>
      <p:sp>
        <p:nvSpPr>
          <p:cNvPr id="687107" name="Rectangle 3">
            <a:extLst>
              <a:ext uri="{FF2B5EF4-FFF2-40B4-BE49-F238E27FC236}">
                <a16:creationId xmlns:a16="http://schemas.microsoft.com/office/drawing/2014/main" id="{38C59F69-EA4E-4F23-BE8A-321F9AA237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5516" y="3905171"/>
            <a:ext cx="3469762" cy="324036"/>
          </a:xfrm>
        </p:spPr>
        <p:txBody>
          <a:bodyPr/>
          <a:lstStyle/>
          <a:p>
            <a:r>
              <a:rPr lang="zh-TW" altLang="en-US" sz="1400" dirty="0"/>
              <a:t>資料成員為</a:t>
            </a:r>
            <a:r>
              <a:rPr lang="zh-TW" altLang="en-US" sz="1400" b="1" dirty="0">
                <a:solidFill>
                  <a:srgbClr val="FF0000"/>
                </a:solidFill>
              </a:rPr>
              <a:t>私有</a:t>
            </a:r>
            <a:r>
              <a:rPr lang="zh-TW" altLang="en-US" sz="1400" dirty="0"/>
              <a:t>，</a:t>
            </a:r>
            <a:r>
              <a:rPr lang="en-US" altLang="zh-TW" sz="1400" dirty="0"/>
              <a:t>area() </a:t>
            </a:r>
            <a:r>
              <a:rPr lang="zh-TW" altLang="en-US" sz="1400" dirty="0"/>
              <a:t>函數為公有</a:t>
            </a: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6ED0C3A6-EC0C-4DD5-B566-5B6C5BEFDE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57" y="260350"/>
            <a:ext cx="2736032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12.2 </a:t>
            </a:r>
            <a:r>
              <a:rPr lang="zh-TW" altLang="en-US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公有成員與私有成員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271D6C1-303D-41C0-B096-45A1D799F3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00" y="4289627"/>
            <a:ext cx="4245089" cy="1842676"/>
          </a:xfrm>
          <a:prstGeom prst="rect">
            <a:avLst/>
          </a:prstGeom>
          <a:ln>
            <a:solidFill>
              <a:srgbClr val="9900C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625FCB78-6F22-4317-96B5-6247A75A27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6477" y="4269814"/>
            <a:ext cx="4408552" cy="1882303"/>
          </a:xfrm>
          <a:prstGeom prst="rect">
            <a:avLst/>
          </a:prstGeom>
          <a:ln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8ABFB9CF-D32B-4C78-A0E2-4124177FE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7481" y="3905171"/>
            <a:ext cx="4571999" cy="3240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rgbClr val="FF0000"/>
                </a:solidFill>
                <a:effectLst/>
              </a:rPr>
              <a:t>省略</a:t>
            </a:r>
            <a:r>
              <a:rPr lang="en-US" altLang="zh-TW" sz="1400" b="1" dirty="0">
                <a:solidFill>
                  <a:srgbClr val="FF0000"/>
                </a:solidFill>
                <a:effectLst/>
              </a:rPr>
              <a:t>private</a:t>
            </a:r>
            <a:r>
              <a:rPr lang="zh-TW" altLang="en-US" sz="1400" dirty="0">
                <a:effectLst/>
              </a:rPr>
              <a:t>，資料成員仍為</a:t>
            </a:r>
            <a:r>
              <a:rPr lang="zh-TW" altLang="en-US" sz="1400" b="1" dirty="0">
                <a:solidFill>
                  <a:srgbClr val="FF0000"/>
                </a:solidFill>
                <a:effectLst/>
              </a:rPr>
              <a:t>私有</a:t>
            </a:r>
            <a:r>
              <a:rPr lang="zh-TW" altLang="en-US" sz="1400" dirty="0">
                <a:effectLst/>
              </a:rPr>
              <a:t>，</a:t>
            </a:r>
            <a:r>
              <a:rPr lang="en-US" altLang="zh-TW" sz="1400" dirty="0">
                <a:effectLst/>
              </a:rPr>
              <a:t>area() </a:t>
            </a:r>
            <a:r>
              <a:rPr lang="zh-TW" altLang="en-US" sz="1400" dirty="0">
                <a:effectLst/>
              </a:rPr>
              <a:t>函數為公有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03894723-1D77-430C-B32D-014100EFE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6AAC0-ECA7-413C-A3ED-471D5A08159F}" type="slidenum">
              <a:rPr lang="en-US" altLang="zh-TW"/>
              <a:pPr/>
              <a:t>7</a:t>
            </a:fld>
            <a:endParaRPr lang="en-US" altLang="zh-TW"/>
          </a:p>
        </p:txBody>
      </p:sp>
      <p:sp>
        <p:nvSpPr>
          <p:cNvPr id="688130" name="Rectangle 2">
            <a:extLst>
              <a:ext uri="{FF2B5EF4-FFF2-40B4-BE49-F238E27FC236}">
                <a16:creationId xmlns:a16="http://schemas.microsoft.com/office/drawing/2014/main" id="{BCA40B3D-12AB-47C9-8C9D-2CAA1052BC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使用私有成員</a:t>
            </a:r>
            <a:endParaRPr lang="en-US" altLang="zh-TW" dirty="0"/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EF46B600-7AA3-446F-A93E-BA98985F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57" y="260350"/>
            <a:ext cx="2736032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12.2 </a:t>
            </a:r>
            <a:r>
              <a:rPr lang="zh-TW" altLang="en-US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公有成員與私有成員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B0BA3649-8A0E-4FDD-9342-DF3760B6F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661" y="1515014"/>
            <a:ext cx="5350809" cy="527144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B8976B34-6DD2-4940-B2C6-B6C6339084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9824" y="1759562"/>
            <a:ext cx="4103573" cy="2294124"/>
          </a:xfrm>
          <a:prstGeom prst="rect">
            <a:avLst/>
          </a:prstGeom>
          <a:ln>
            <a:solidFill>
              <a:srgbClr val="9900C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E04A1525-A3C8-41C4-A390-0EA8633BE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B2879-1AAB-4069-9C51-C43707024DB2}" type="slidenum">
              <a:rPr lang="en-US" altLang="zh-TW"/>
              <a:pPr/>
              <a:t>8</a:t>
            </a:fld>
            <a:endParaRPr lang="en-US" altLang="zh-TW"/>
          </a:p>
        </p:txBody>
      </p:sp>
      <p:sp>
        <p:nvSpPr>
          <p:cNvPr id="692226" name="Rectangle 2">
            <a:extLst>
              <a:ext uri="{FF2B5EF4-FFF2-40B4-BE49-F238E27FC236}">
                <a16:creationId xmlns:a16="http://schemas.microsoft.com/office/drawing/2014/main" id="{6EE2338E-D312-466C-B888-5951BF0013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14474"/>
          </a:xfrm>
        </p:spPr>
        <p:txBody>
          <a:bodyPr/>
          <a:lstStyle/>
          <a:p>
            <a:r>
              <a:rPr lang="zh-TW" altLang="en-US" dirty="0"/>
              <a:t>建立公有成員函數</a:t>
            </a:r>
            <a:endParaRPr lang="en-US" altLang="zh-TW" dirty="0"/>
          </a:p>
        </p:txBody>
      </p:sp>
      <p:sp>
        <p:nvSpPr>
          <p:cNvPr id="692227" name="Rectangle 3">
            <a:extLst>
              <a:ext uri="{FF2B5EF4-FFF2-40B4-BE49-F238E27FC236}">
                <a16:creationId xmlns:a16="http://schemas.microsoft.com/office/drawing/2014/main" id="{730F5257-07A6-40E9-B185-996B056CBB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79483" y="1870459"/>
            <a:ext cx="3754760" cy="1295400"/>
          </a:xfrm>
          <a:solidFill>
            <a:srgbClr val="FFFFCC"/>
          </a:solidFill>
          <a:ln>
            <a:solidFill>
              <a:srgbClr val="6699FF"/>
            </a:solidFill>
          </a:ln>
        </p:spPr>
        <p:txBody>
          <a:bodyPr/>
          <a:lstStyle/>
          <a:p>
            <a:r>
              <a:rPr lang="zh-TW" altLang="en-US" sz="2000" dirty="0"/>
              <a:t>類別成員的存取方式</a:t>
            </a:r>
            <a:endParaRPr lang="en-US" altLang="zh-TW" sz="2000" dirty="0"/>
          </a:p>
          <a:p>
            <a:pPr lvl="1"/>
            <a:r>
              <a:rPr lang="zh-TW" altLang="en-US" sz="1600" b="1" dirty="0">
                <a:solidFill>
                  <a:srgbClr val="FF0000"/>
                </a:solidFill>
              </a:rPr>
              <a:t>公有</a:t>
            </a:r>
            <a:r>
              <a:rPr lang="zh-TW" altLang="en-US" sz="1600" dirty="0"/>
              <a:t>成員函數可在類別外部呼叫</a:t>
            </a:r>
            <a:endParaRPr lang="en-US" altLang="zh-TW" sz="1600" dirty="0"/>
          </a:p>
          <a:p>
            <a:pPr lvl="1"/>
            <a:r>
              <a:rPr lang="zh-TW" altLang="en-US" sz="1600" dirty="0"/>
              <a:t>使用</a:t>
            </a:r>
            <a:r>
              <a:rPr lang="zh-TW" altLang="en-US" sz="1600" b="1" dirty="0">
                <a:solidFill>
                  <a:srgbClr val="FF0000"/>
                </a:solidFill>
              </a:rPr>
              <a:t>公有</a:t>
            </a:r>
            <a:r>
              <a:rPr lang="zh-TW" altLang="en-US" sz="1600" dirty="0"/>
              <a:t>成員函數</a:t>
            </a:r>
            <a:r>
              <a:rPr lang="zh-TW" altLang="en-US" sz="1600" b="1" dirty="0"/>
              <a:t>處理</a:t>
            </a:r>
            <a:r>
              <a:rPr lang="zh-TW" altLang="en-US" sz="1600" b="1" dirty="0">
                <a:solidFill>
                  <a:srgbClr val="FF0000"/>
                </a:solidFill>
              </a:rPr>
              <a:t>私有成員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90E19999-853F-484E-9AD9-99138AFCE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57" y="260350"/>
            <a:ext cx="2736032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12.2 </a:t>
            </a:r>
            <a:r>
              <a:rPr lang="zh-TW" altLang="en-US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公有成員與私有成員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FEF81853-AE65-4257-9FCF-C2634F83A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84" y="895611"/>
            <a:ext cx="4299433" cy="5849148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EDC66449-E337-483D-BF62-E124711A60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1900" y="3678941"/>
            <a:ext cx="5368452" cy="2578397"/>
          </a:xfrm>
          <a:prstGeom prst="rect">
            <a:avLst/>
          </a:prstGeom>
          <a:ln>
            <a:solidFill>
              <a:srgbClr val="9900C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DC7ABBC2-C5A1-459C-978B-4E3C685EF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9" y="1234613"/>
            <a:ext cx="5240347" cy="5331033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3E0D6F19-3E4D-40ED-BB7F-3D6F15F1C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1847" y="4963723"/>
            <a:ext cx="4054953" cy="1761897"/>
          </a:xfrm>
          <a:prstGeom prst="rect">
            <a:avLst/>
          </a:prstGeom>
        </p:spPr>
      </p:pic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78AF2152-E681-434F-9713-D3E29FC7D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A8026-6017-4B38-85C2-C9FEE3C4001F}" type="slidenum">
              <a:rPr lang="en-US" altLang="zh-TW"/>
              <a:pPr/>
              <a:t>9</a:t>
            </a:fld>
            <a:endParaRPr lang="en-US" altLang="zh-TW"/>
          </a:p>
        </p:txBody>
      </p:sp>
      <p:sp>
        <p:nvSpPr>
          <p:cNvPr id="693250" name="Rectangle 2">
            <a:extLst>
              <a:ext uri="{FF2B5EF4-FFF2-40B4-BE49-F238E27FC236}">
                <a16:creationId xmlns:a16="http://schemas.microsoft.com/office/drawing/2014/main" id="{30B4608A-0E24-4FBD-94ED-1A3EEB9E3A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973033"/>
          </a:xfrm>
        </p:spPr>
        <p:txBody>
          <a:bodyPr/>
          <a:lstStyle/>
          <a:p>
            <a:r>
              <a:rPr lang="zh-TW" altLang="en-US" dirty="0"/>
              <a:t>私有成員函數</a:t>
            </a:r>
            <a:endParaRPr lang="en-US" altLang="zh-TW" dirty="0"/>
          </a:p>
        </p:txBody>
      </p:sp>
      <p:sp>
        <p:nvSpPr>
          <p:cNvPr id="10" name="AutoShape 4">
            <a:extLst>
              <a:ext uri="{FF2B5EF4-FFF2-40B4-BE49-F238E27FC236}">
                <a16:creationId xmlns:a16="http://schemas.microsoft.com/office/drawing/2014/main" id="{C83D2D10-146E-45DA-9025-BB799F9A4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57" y="260350"/>
            <a:ext cx="2736032" cy="395288"/>
          </a:xfrm>
          <a:prstGeom prst="roundRect">
            <a:avLst>
              <a:gd name="adj" fmla="val 16667"/>
            </a:avLst>
          </a:prstGeom>
          <a:blipFill dpi="0" rotWithShape="1">
            <a:blip r:embed="rId4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12.2 </a:t>
            </a:r>
            <a:r>
              <a:rPr lang="zh-TW" altLang="en-US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公有成員與私有成員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D16B4C26-B7F5-48D9-80D4-716D3DCAD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F36AC-DE0B-4BEC-A213-E5B57B316A8A}" type="slidenum">
              <a:rPr lang="en-US" altLang="zh-TW"/>
              <a:pPr/>
              <a:t>10</a:t>
            </a:fld>
            <a:endParaRPr lang="en-US" altLang="zh-TW"/>
          </a:p>
        </p:txBody>
      </p:sp>
      <p:sp>
        <p:nvSpPr>
          <p:cNvPr id="694274" name="Rectangle 2">
            <a:extLst>
              <a:ext uri="{FF2B5EF4-FFF2-40B4-BE49-F238E27FC236}">
                <a16:creationId xmlns:a16="http://schemas.microsoft.com/office/drawing/2014/main" id="{6746404E-BE9E-4F2D-BA21-1B001F903E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資料封裝的安全性</a:t>
            </a:r>
            <a:endParaRPr lang="en-US" altLang="zh-TW" dirty="0"/>
          </a:p>
        </p:txBody>
      </p:sp>
      <p:sp>
        <p:nvSpPr>
          <p:cNvPr id="694275" name="Rectangle 3">
            <a:extLst>
              <a:ext uri="{FF2B5EF4-FFF2-40B4-BE49-F238E27FC236}">
                <a16:creationId xmlns:a16="http://schemas.microsoft.com/office/drawing/2014/main" id="{BF932FBE-F414-417C-B76F-5394CA8A09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9532" y="1719262"/>
            <a:ext cx="8496944" cy="4410038"/>
          </a:xfrm>
        </p:spPr>
        <p:txBody>
          <a:bodyPr/>
          <a:lstStyle/>
          <a:p>
            <a:r>
              <a:rPr lang="zh-TW" altLang="en-US" sz="2400" dirty="0"/>
              <a:t>封裝（</a:t>
            </a:r>
            <a:r>
              <a:rPr lang="en-US" altLang="zh-TW" sz="2400" dirty="0"/>
              <a:t>Encapsulation</a:t>
            </a:r>
            <a:r>
              <a:rPr lang="zh-TW" altLang="en-US" sz="2400" dirty="0"/>
              <a:t>）的定義</a:t>
            </a:r>
            <a:endParaRPr lang="en-US" altLang="zh-TW" sz="2400" dirty="0"/>
          </a:p>
          <a:p>
            <a:pPr lvl="1"/>
            <a:r>
              <a:rPr lang="zh-TW" altLang="en-US" sz="2000" b="1" dirty="0">
                <a:solidFill>
                  <a:srgbClr val="FF0000"/>
                </a:solidFill>
              </a:rPr>
              <a:t>封裝</a:t>
            </a:r>
            <a:r>
              <a:rPr lang="zh-TW" altLang="en-US" sz="2000" dirty="0"/>
              <a:t>：將資料成員與函數分為「</a:t>
            </a:r>
            <a:r>
              <a:rPr lang="zh-TW" altLang="en-US" sz="2000" b="1" dirty="0">
                <a:solidFill>
                  <a:srgbClr val="FF0000"/>
                </a:solidFill>
              </a:rPr>
              <a:t>私有</a:t>
            </a:r>
            <a:r>
              <a:rPr lang="zh-TW" altLang="en-US" sz="2000" dirty="0"/>
              <a:t>」與「</a:t>
            </a:r>
            <a:r>
              <a:rPr lang="zh-TW" altLang="en-US" sz="2000" b="1" dirty="0">
                <a:solidFill>
                  <a:srgbClr val="FF0000"/>
                </a:solidFill>
              </a:rPr>
              <a:t>公有</a:t>
            </a:r>
            <a:r>
              <a:rPr lang="zh-TW" altLang="en-US" sz="2000" dirty="0"/>
              <a:t>」，包裝於類別中</a:t>
            </a:r>
            <a:endParaRPr lang="en-US" altLang="zh-TW" sz="2000" dirty="0"/>
          </a:p>
          <a:p>
            <a:r>
              <a:rPr lang="zh-TW" altLang="en-US" sz="2400" dirty="0"/>
              <a:t>封裝的優勢</a:t>
            </a:r>
            <a:endParaRPr lang="en-US" altLang="zh-TW" sz="2400" dirty="0"/>
          </a:p>
          <a:p>
            <a:pPr lvl="1"/>
            <a:r>
              <a:rPr lang="zh-TW" altLang="en-US" sz="2000" dirty="0"/>
              <a:t>提升</a:t>
            </a:r>
            <a:r>
              <a:rPr lang="zh-TW" altLang="en-US" sz="2000" b="1" dirty="0">
                <a:solidFill>
                  <a:srgbClr val="FF0000"/>
                </a:solidFill>
              </a:rPr>
              <a:t>安全性</a:t>
            </a:r>
            <a:r>
              <a:rPr lang="zh-TW" altLang="en-US" sz="2000" dirty="0"/>
              <a:t>：保護私有成員不被外部直接存取</a:t>
            </a:r>
            <a:endParaRPr lang="en-US" altLang="zh-TW" sz="2000" dirty="0"/>
          </a:p>
          <a:p>
            <a:pPr lvl="1"/>
            <a:r>
              <a:rPr lang="zh-TW" altLang="en-US" sz="2000" dirty="0"/>
              <a:t>提升</a:t>
            </a:r>
            <a:r>
              <a:rPr lang="zh-TW" altLang="en-US" sz="2000" b="1" dirty="0">
                <a:solidFill>
                  <a:srgbClr val="FF0000"/>
                </a:solidFill>
              </a:rPr>
              <a:t>可維護性</a:t>
            </a:r>
            <a:r>
              <a:rPr lang="zh-TW" altLang="en-US" sz="2000" dirty="0"/>
              <a:t>：程序設計師可專注於功能開發，減少潛在錯誤</a:t>
            </a:r>
            <a:endParaRPr lang="en-US" altLang="zh-TW" sz="2000" dirty="0"/>
          </a:p>
          <a:p>
            <a:r>
              <a:rPr lang="zh-TW" altLang="en-US" sz="2400" dirty="0"/>
              <a:t>安全設計範例</a:t>
            </a:r>
            <a:endParaRPr lang="en-US" altLang="zh-TW" sz="2400" dirty="0"/>
          </a:p>
          <a:p>
            <a:pPr lvl="1"/>
            <a:r>
              <a:rPr lang="en-US" altLang="zh-TW" sz="2000" dirty="0" err="1"/>
              <a:t>set_data</a:t>
            </a:r>
            <a:r>
              <a:rPr lang="en-US" altLang="zh-TW" sz="2000" dirty="0"/>
              <a:t>() </a:t>
            </a:r>
            <a:r>
              <a:rPr lang="zh-TW" altLang="en-US" sz="2000" dirty="0"/>
              <a:t>函數內</a:t>
            </a:r>
            <a:r>
              <a:rPr lang="zh-TW" altLang="en-US" sz="2000" b="1" dirty="0">
                <a:solidFill>
                  <a:srgbClr val="FF0000"/>
                </a:solidFill>
              </a:rPr>
              <a:t>加入檢查邏輯</a:t>
            </a:r>
            <a:r>
              <a:rPr lang="zh-TW" altLang="en-US" sz="2000" dirty="0"/>
              <a:t>，防止負數輸入</a:t>
            </a:r>
            <a:endParaRPr lang="en-US" altLang="zh-TW" sz="2000" dirty="0"/>
          </a:p>
          <a:p>
            <a:pPr lvl="1"/>
            <a:r>
              <a:rPr lang="zh-TW" altLang="en-US" sz="2000" dirty="0"/>
              <a:t>若 </a:t>
            </a:r>
            <a:r>
              <a:rPr lang="en-US" altLang="zh-TW" sz="2000" dirty="0"/>
              <a:t>width </a:t>
            </a:r>
            <a:r>
              <a:rPr lang="zh-TW" altLang="en-US" sz="2000" dirty="0"/>
              <a:t>或 </a:t>
            </a:r>
            <a:r>
              <a:rPr lang="en-US" altLang="zh-TW" sz="2000" dirty="0"/>
              <a:t>height </a:t>
            </a:r>
            <a:r>
              <a:rPr lang="zh-TW" altLang="en-US" sz="2000" dirty="0"/>
              <a:t>為負，則程式</a:t>
            </a:r>
            <a:r>
              <a:rPr lang="zh-TW" altLang="en-US" sz="2000" b="1" dirty="0">
                <a:solidFill>
                  <a:srgbClr val="FF0000"/>
                </a:solidFill>
              </a:rPr>
              <a:t>發出警告訊息</a:t>
            </a: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7B9BC258-3D7F-430F-89D1-857F912FE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57" y="260350"/>
            <a:ext cx="2736032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12.2 </a:t>
            </a:r>
            <a:r>
              <a:rPr lang="zh-TW" altLang="en-US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公有成員與私有成員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FB86269-C8C1-4D5B-946C-F05C71C08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FC665-79BD-4A97-B4E5-CDBDF3FEEB05}" type="slidenum">
              <a:rPr lang="en-US" altLang="zh-TW"/>
              <a:pPr/>
              <a:t>11</a:t>
            </a:fld>
            <a:endParaRPr lang="en-US" altLang="zh-TW"/>
          </a:p>
        </p:txBody>
      </p:sp>
      <p:sp>
        <p:nvSpPr>
          <p:cNvPr id="719874" name="Rectangle 2">
            <a:extLst>
              <a:ext uri="{FF2B5EF4-FFF2-40B4-BE49-F238E27FC236}">
                <a16:creationId xmlns:a16="http://schemas.microsoft.com/office/drawing/2014/main" id="{D1269854-9927-4428-9A4C-BA8A95F164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友誼函數</a:t>
            </a:r>
          </a:p>
        </p:txBody>
      </p:sp>
      <p:sp>
        <p:nvSpPr>
          <p:cNvPr id="719875" name="Rectangle 3">
            <a:extLst>
              <a:ext uri="{FF2B5EF4-FFF2-40B4-BE49-F238E27FC236}">
                <a16:creationId xmlns:a16="http://schemas.microsoft.com/office/drawing/2014/main" id="{EF486F10-D662-4C8B-BC69-AC1506CE7E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543925" cy="4411662"/>
          </a:xfrm>
        </p:spPr>
        <p:txBody>
          <a:bodyPr/>
          <a:lstStyle/>
          <a:p>
            <a:r>
              <a:rPr lang="zh-TW" altLang="en-US" sz="2600"/>
              <a:t>友誼函數不屬於某個類別，但它可存取該類別內的成員</a:t>
            </a:r>
          </a:p>
          <a:p>
            <a:r>
              <a:rPr lang="zh-TW" altLang="en-US" sz="2600"/>
              <a:t>友誼函數以</a:t>
            </a:r>
            <a:r>
              <a:rPr lang="en-US" altLang="zh-TW" sz="2600"/>
              <a:t>friend</a:t>
            </a:r>
            <a:r>
              <a:rPr lang="zh-TW" altLang="en-US" sz="2600"/>
              <a:t>做宣告，放置位置可以有下列兩種：</a:t>
            </a:r>
          </a:p>
          <a:p>
            <a:pPr lvl="1"/>
            <a:r>
              <a:rPr lang="zh-TW" altLang="en-US" sz="2200"/>
              <a:t>把友誼函數的原型放在類別的定義內，把定義放在類別外</a:t>
            </a:r>
          </a:p>
          <a:p>
            <a:pPr lvl="1"/>
            <a:r>
              <a:rPr lang="zh-TW" altLang="en-US" sz="2200"/>
              <a:t>把友誼函數直接定義在類別內</a:t>
            </a:r>
          </a:p>
          <a:p>
            <a:r>
              <a:rPr lang="zh-TW" altLang="en-US" sz="2600"/>
              <a:t> 友誼函數不會太複雜的話，編譯器會自動把它當成</a:t>
            </a:r>
            <a:r>
              <a:rPr lang="en-US" altLang="zh-TW" sz="2600"/>
              <a:t>inline</a:t>
            </a:r>
            <a:r>
              <a:rPr lang="zh-TW" altLang="en-US" sz="2600"/>
              <a:t>函數</a:t>
            </a:r>
          </a:p>
        </p:txBody>
      </p:sp>
      <p:sp>
        <p:nvSpPr>
          <p:cNvPr id="719876" name="AutoShape 4">
            <a:extLst>
              <a:ext uri="{FF2B5EF4-FFF2-40B4-BE49-F238E27FC236}">
                <a16:creationId xmlns:a16="http://schemas.microsoft.com/office/drawing/2014/main" id="{2D5D0A8B-39D3-4718-90C8-41A3830AF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2475" y="260350"/>
            <a:ext cx="197961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12.3 </a:t>
            </a:r>
            <a:r>
              <a:rPr lang="zh-TW" altLang="en-US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友誼函數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6742C467-EF86-4D86-971D-E6193B808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43678"/>
            <a:ext cx="4324567" cy="5792084"/>
          </a:xfrm>
          <a:prstGeom prst="rect">
            <a:avLst/>
          </a:prstGeom>
        </p:spPr>
      </p:pic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8F565335-670F-4A08-A981-36BB2271F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369AF-67ED-4308-9127-AB9211598C4C}" type="slidenum">
              <a:rPr lang="en-US" altLang="zh-TW"/>
              <a:pPr/>
              <a:t>12</a:t>
            </a:fld>
            <a:endParaRPr lang="en-US" altLang="zh-TW"/>
          </a:p>
        </p:txBody>
      </p:sp>
      <p:sp>
        <p:nvSpPr>
          <p:cNvPr id="720898" name="Rectangle 2">
            <a:extLst>
              <a:ext uri="{FF2B5EF4-FFF2-40B4-BE49-F238E27FC236}">
                <a16:creationId xmlns:a16="http://schemas.microsoft.com/office/drawing/2014/main" id="{D583C95D-7C80-4AFA-B53B-61B201BC55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678470"/>
          </a:xfrm>
        </p:spPr>
        <p:txBody>
          <a:bodyPr/>
          <a:lstStyle/>
          <a:p>
            <a:r>
              <a:rPr lang="zh-TW" altLang="en-US" sz="3500"/>
              <a:t>使用友誼函數 </a:t>
            </a:r>
            <a:r>
              <a:rPr lang="en-US" altLang="zh-TW" sz="3500"/>
              <a:t>(1/3)</a:t>
            </a:r>
          </a:p>
        </p:txBody>
      </p:sp>
      <p:sp>
        <p:nvSpPr>
          <p:cNvPr id="720899" name="Rectangle 3">
            <a:extLst>
              <a:ext uri="{FF2B5EF4-FFF2-40B4-BE49-F238E27FC236}">
                <a16:creationId xmlns:a16="http://schemas.microsoft.com/office/drawing/2014/main" id="{0E0F7076-A540-4052-B990-88B4D61808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68347" y="1088740"/>
            <a:ext cx="3536950" cy="576064"/>
          </a:xfrm>
        </p:spPr>
        <p:txBody>
          <a:bodyPr/>
          <a:lstStyle/>
          <a:p>
            <a:r>
              <a:rPr lang="zh-TW" altLang="en-US" sz="2600" dirty="0"/>
              <a:t>使用友誼函數的範例 </a:t>
            </a:r>
          </a:p>
        </p:txBody>
      </p:sp>
      <p:sp>
        <p:nvSpPr>
          <p:cNvPr id="720900" name="AutoShape 4">
            <a:extLst>
              <a:ext uri="{FF2B5EF4-FFF2-40B4-BE49-F238E27FC236}">
                <a16:creationId xmlns:a16="http://schemas.microsoft.com/office/drawing/2014/main" id="{A884DDBF-2B57-484F-9A9D-2D8508A789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2475" y="260350"/>
            <a:ext cx="1979613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12.3 </a:t>
            </a:r>
            <a:r>
              <a:rPr lang="zh-TW" altLang="en-US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友誼函數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4E257E8-3C29-41E5-91E2-0C167A04F6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032" y="2099890"/>
            <a:ext cx="4174108" cy="2472594"/>
          </a:xfrm>
          <a:prstGeom prst="rect">
            <a:avLst/>
          </a:prstGeom>
          <a:ln>
            <a:solidFill>
              <a:srgbClr val="9900C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AE52AF8-117F-49BC-8C96-2CAD314C3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06C78-C335-4850-8AFE-55A270107A76}" type="slidenum">
              <a:rPr lang="en-US" altLang="zh-TW"/>
              <a:pPr/>
              <a:t>13</a:t>
            </a:fld>
            <a:endParaRPr lang="en-US" altLang="zh-TW"/>
          </a:p>
        </p:txBody>
      </p:sp>
      <p:sp>
        <p:nvSpPr>
          <p:cNvPr id="723970" name="Rectangle 2">
            <a:extLst>
              <a:ext uri="{FF2B5EF4-FFF2-40B4-BE49-F238E27FC236}">
                <a16:creationId xmlns:a16="http://schemas.microsoft.com/office/drawing/2014/main" id="{66BF49E2-A848-4436-B856-68FF9C4293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友誼函數的注意事項 </a:t>
            </a:r>
          </a:p>
        </p:txBody>
      </p:sp>
      <p:sp>
        <p:nvSpPr>
          <p:cNvPr id="723971" name="Rectangle 3">
            <a:extLst>
              <a:ext uri="{FF2B5EF4-FFF2-40B4-BE49-F238E27FC236}">
                <a16:creationId xmlns:a16="http://schemas.microsoft.com/office/drawing/2014/main" id="{43ADE287-C34A-42F8-968A-60E4AC1EFA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543925" cy="2141785"/>
          </a:xfrm>
        </p:spPr>
        <p:txBody>
          <a:bodyPr/>
          <a:lstStyle/>
          <a:p>
            <a:r>
              <a:rPr lang="zh-TW" altLang="en-US" sz="2600" dirty="0"/>
              <a:t>您可以在類別內定義完整的友誼函數，或只定義它的原型，而將其完整的定義放置在類別外</a:t>
            </a:r>
            <a:endParaRPr lang="en-US" altLang="zh-TW" sz="2600" dirty="0"/>
          </a:p>
          <a:p>
            <a:r>
              <a:rPr lang="zh-TW" altLang="en-US" sz="2600" dirty="0"/>
              <a:t>雖然友誼函數的原型或定義是放在類別內，但它並不屬於類別的成員，自然也就不具有公有或私有的特性</a:t>
            </a:r>
          </a:p>
        </p:txBody>
      </p:sp>
      <p:sp>
        <p:nvSpPr>
          <p:cNvPr id="723972" name="AutoShape 4">
            <a:extLst>
              <a:ext uri="{FF2B5EF4-FFF2-40B4-BE49-F238E27FC236}">
                <a16:creationId xmlns:a16="http://schemas.microsoft.com/office/drawing/2014/main" id="{C1EF3681-7CC4-4172-B279-4B38FA907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2475" y="260350"/>
            <a:ext cx="197961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12.3 </a:t>
            </a:r>
            <a:r>
              <a:rPr lang="zh-TW" altLang="en-US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友誼函數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AE52AF8-117F-49BC-8C96-2CAD314C3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06C78-C335-4850-8AFE-55A270107A76}" type="slidenum">
              <a:rPr lang="en-US" altLang="zh-TW"/>
              <a:pPr/>
              <a:t>14</a:t>
            </a:fld>
            <a:endParaRPr lang="en-US" altLang="zh-TW"/>
          </a:p>
        </p:txBody>
      </p:sp>
      <p:sp>
        <p:nvSpPr>
          <p:cNvPr id="723970" name="Rectangle 2">
            <a:extLst>
              <a:ext uri="{FF2B5EF4-FFF2-40B4-BE49-F238E27FC236}">
                <a16:creationId xmlns:a16="http://schemas.microsoft.com/office/drawing/2014/main" id="{66BF49E2-A848-4436-B856-68FF9C4293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Dev C++</a:t>
            </a:r>
            <a:r>
              <a:rPr lang="zh-TW" altLang="en-US" dirty="0"/>
              <a:t>裡的類別瀏覽視窗</a:t>
            </a:r>
          </a:p>
        </p:txBody>
      </p:sp>
      <p:sp>
        <p:nvSpPr>
          <p:cNvPr id="723972" name="AutoShape 4">
            <a:extLst>
              <a:ext uri="{FF2B5EF4-FFF2-40B4-BE49-F238E27FC236}">
                <a16:creationId xmlns:a16="http://schemas.microsoft.com/office/drawing/2014/main" id="{C1EF3681-7CC4-4172-B279-4B38FA907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2475" y="260350"/>
            <a:ext cx="197961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12.3 </a:t>
            </a:r>
            <a:r>
              <a:rPr lang="zh-TW" altLang="en-US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友誼函數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5D47D65-CE61-4C4B-94FF-1540D2EF5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86" y="1990781"/>
            <a:ext cx="5944286" cy="344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587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643A615-0B77-41FE-B5D6-0A6044EBB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70470-99A0-428E-A681-47402695B144}" type="slidenum">
              <a:rPr lang="en-US" altLang="zh-TW"/>
              <a:pPr/>
              <a:t>15</a:t>
            </a:fld>
            <a:endParaRPr lang="en-US" altLang="zh-TW"/>
          </a:p>
        </p:txBody>
      </p:sp>
      <p:sp>
        <p:nvSpPr>
          <p:cNvPr id="387076" name="WordArt 4">
            <a:extLst>
              <a:ext uri="{FF2B5EF4-FFF2-40B4-BE49-F238E27FC236}">
                <a16:creationId xmlns:a16="http://schemas.microsoft.com/office/drawing/2014/main" id="{78D911AA-A165-4BEE-9530-E9580298AA3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79613" y="2924175"/>
            <a:ext cx="4321175" cy="10810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Font typeface="Wingdings" panose="05000000000000000000" pitchFamily="2" charset="2"/>
              <a:buNone/>
            </a:pPr>
            <a:r>
              <a:rPr lang="en-US" altLang="zh-TW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Comic Sans MS" panose="030F0702030302020204" pitchFamily="66" charset="0"/>
              </a:rPr>
              <a:t>-The End-</a:t>
            </a:r>
            <a:endParaRPr lang="zh-TW" altLang="en-US" sz="3600" kern="10">
              <a:ln w="12700">
                <a:solidFill>
                  <a:srgbClr val="EAEAEA"/>
                </a:solidFill>
                <a:round/>
                <a:headEnd/>
                <a:tailEnd/>
              </a:ln>
              <a:gradFill rotWithShape="0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default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default">
      <a:majorFont>
        <a:latin typeface="Times New Roman"/>
        <a:ea typeface="華康細圓體"/>
        <a:cs typeface=""/>
      </a:majorFont>
      <a:minorFont>
        <a:latin typeface="Times New Roman"/>
        <a:ea typeface="華康細圓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Dag name="">
              <a:cont type="tree" name="">
                <a:effect ref="fillLine"/>
                <a:outerShdw dist="38100" dir="13500000" algn="br">
                  <a:schemeClr val="bg1">
                    <a:lumMod val="200000"/>
                    <a:satMod val="200000"/>
                  </a:schemeClr>
                </a:outerShdw>
              </a:cont>
              <a:cont type="tree" name="">
                <a:effect ref="fillLine"/>
                <a:outerShdw dist="38100" dir="2700000" algn="tl">
                  <a:schemeClr val="bg1">
                    <a:lumMod val="60000"/>
                    <a:satMod val="60000"/>
                  </a:schemeClr>
                </a:outerShdw>
              </a:cont>
              <a:effect ref="fillLine"/>
            </a:effectDag>
            <a:latin typeface="Times New Roman" panose="02020603050405020304" pitchFamily="18" charset="0"/>
            <a:ea typeface="華康細圓體" panose="020F0309000000000000" pitchFamily="49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Dag name="">
              <a:cont type="tree" name="">
                <a:effect ref="fillLine"/>
                <a:outerShdw dist="38100" dir="13500000" algn="br">
                  <a:schemeClr val="bg1">
                    <a:lumMod val="200000"/>
                    <a:satMod val="200000"/>
                  </a:schemeClr>
                </a:outerShdw>
              </a:cont>
              <a:cont type="tree" name="">
                <a:effect ref="fillLine"/>
                <a:outerShdw dist="38100" dir="2700000" algn="tl">
                  <a:schemeClr val="bg1">
                    <a:lumMod val="60000"/>
                    <a:satMod val="60000"/>
                  </a:schemeClr>
                </a:outerShdw>
              </a:cont>
              <a:effect ref="fillLine"/>
            </a:effectDag>
            <a:latin typeface="Times New Roman" panose="02020603050405020304" pitchFamily="18" charset="0"/>
            <a:ea typeface="華康細圓體" panose="020F0309000000000000" pitchFamily="49" charset="-120"/>
          </a:defRPr>
        </a:defPPr>
      </a:lstStyle>
    </a:lnDef>
  </a:objectDefaults>
  <a:extraClrSchemeLst>
    <a:extraClrScheme>
      <a:clrScheme name="default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</Template>
  <TotalTime>5629</TotalTime>
  <Words>482</Words>
  <Application>Microsoft Office PowerPoint</Application>
  <PresentationFormat>如螢幕大小 (4:3)</PresentationFormat>
  <Paragraphs>79</Paragraphs>
  <Slides>15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0" baseType="lpstr">
      <vt:lpstr>Arial</vt:lpstr>
      <vt:lpstr>Times New Roman</vt:lpstr>
      <vt:lpstr>Wingdings</vt:lpstr>
      <vt:lpstr>Comic Sans MS</vt:lpstr>
      <vt:lpstr>default</vt:lpstr>
      <vt:lpstr>第十二章 類別的基本架構</vt:lpstr>
      <vt:lpstr>用結構建立視窗物件 </vt:lpstr>
      <vt:lpstr>用類別建立視窗物件 </vt:lpstr>
      <vt:lpstr>函數的位置</vt:lpstr>
      <vt:lpstr>類別的潛在危險</vt:lpstr>
      <vt:lpstr>建立私有成員</vt:lpstr>
      <vt:lpstr>使用私有成員</vt:lpstr>
      <vt:lpstr>建立公有成員函數</vt:lpstr>
      <vt:lpstr>私有成員函數</vt:lpstr>
      <vt:lpstr>資料封裝的安全性</vt:lpstr>
      <vt:lpstr>友誼函數</vt:lpstr>
      <vt:lpstr>使用友誼函數 (1/3)</vt:lpstr>
      <vt:lpstr>友誼函數的注意事項 </vt:lpstr>
      <vt:lpstr>Dev C++裡的類別瀏覽視窗</vt:lpstr>
      <vt:lpstr>PowerPoint 簡報</vt:lpstr>
    </vt:vector>
  </TitlesOfParts>
  <Company>My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認識C語言</dc:title>
  <dc:creator>Customer</dc:creator>
  <cp:lastModifiedBy>Eclair Chen</cp:lastModifiedBy>
  <cp:revision>150</cp:revision>
  <cp:lastPrinted>1601-01-01T00:00:00Z</cp:lastPrinted>
  <dcterms:created xsi:type="dcterms:W3CDTF">2007-03-13T09:49:44Z</dcterms:created>
  <dcterms:modified xsi:type="dcterms:W3CDTF">2024-12-25T07:27:32Z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3</vt:i4>
  </property>
</Properties>
</file>