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32"/>
  </p:notesMasterIdLst>
  <p:handoutMasterIdLst>
    <p:handoutMasterId r:id="rId33"/>
  </p:handoutMasterIdLst>
  <p:sldIdLst>
    <p:sldId id="256" r:id="rId2"/>
    <p:sldId id="304" r:id="rId3"/>
    <p:sldId id="308" r:id="rId4"/>
    <p:sldId id="342" r:id="rId5"/>
    <p:sldId id="374" r:id="rId6"/>
    <p:sldId id="309" r:id="rId7"/>
    <p:sldId id="310" r:id="rId8"/>
    <p:sldId id="311" r:id="rId9"/>
    <p:sldId id="312" r:id="rId10"/>
    <p:sldId id="343" r:id="rId11"/>
    <p:sldId id="345" r:id="rId12"/>
    <p:sldId id="347" r:id="rId13"/>
    <p:sldId id="349" r:id="rId14"/>
    <p:sldId id="353" r:id="rId15"/>
    <p:sldId id="355" r:id="rId16"/>
    <p:sldId id="356" r:id="rId17"/>
    <p:sldId id="375" r:id="rId18"/>
    <p:sldId id="357" r:id="rId19"/>
    <p:sldId id="358" r:id="rId20"/>
    <p:sldId id="373" r:id="rId21"/>
    <p:sldId id="360" r:id="rId22"/>
    <p:sldId id="371" r:id="rId23"/>
    <p:sldId id="372" r:id="rId24"/>
    <p:sldId id="361" r:id="rId25"/>
    <p:sldId id="363" r:id="rId26"/>
    <p:sldId id="365" r:id="rId27"/>
    <p:sldId id="366" r:id="rId28"/>
    <p:sldId id="367" r:id="rId29"/>
    <p:sldId id="368" r:id="rId30"/>
    <p:sldId id="272" r:id="rId31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34"/>
      <p:bold r:id="rId35"/>
      <p:italic r:id="rId36"/>
      <p:boldItalic r:id="rId37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008000"/>
    <a:srgbClr val="66FF33"/>
    <a:srgbClr val="CC0000"/>
    <a:srgbClr val="CCFF99"/>
    <a:srgbClr val="FFCCCC"/>
    <a:srgbClr val="99CCFF"/>
    <a:srgbClr val="333399"/>
    <a:srgbClr val="FFFFCC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 varScale="1">
        <p:scale>
          <a:sx n="69" d="100"/>
          <a:sy n="69" d="100"/>
        </p:scale>
        <p:origin x="77" y="82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0669E903-625B-429F-81CF-4EBC8CB89A82}"/>
    <pc:docChg chg="undo custSel addSld modSld">
      <pc:chgData name="Eclair Chen" userId="bee3a08289d85a0e" providerId="LiveId" clId="{0669E903-625B-429F-81CF-4EBC8CB89A82}" dt="2024-11-03T15:36:54.343" v="899" actId="14100"/>
      <pc:docMkLst>
        <pc:docMk/>
      </pc:docMkLst>
      <pc:sldChg chg="modSp mod">
        <pc:chgData name="Eclair Chen" userId="bee3a08289d85a0e" providerId="LiveId" clId="{0669E903-625B-429F-81CF-4EBC8CB89A82}" dt="2024-11-03T14:19:54.705" v="3" actId="14100"/>
        <pc:sldMkLst>
          <pc:docMk/>
          <pc:sldMk cId="0" sldId="308"/>
        </pc:sldMkLst>
        <pc:spChg chg="mod">
          <ac:chgData name="Eclair Chen" userId="bee3a08289d85a0e" providerId="LiveId" clId="{0669E903-625B-429F-81CF-4EBC8CB89A82}" dt="2024-11-03T14:19:54.705" v="3" actId="14100"/>
          <ac:spMkLst>
            <pc:docMk/>
            <pc:sldMk cId="0" sldId="308"/>
            <ac:spMk id="11" creationId="{12C5371D-D256-46CD-A234-BA5CE0A93FFA}"/>
          </ac:spMkLst>
        </pc:spChg>
      </pc:sldChg>
      <pc:sldChg chg="modSp mod">
        <pc:chgData name="Eclair Chen" userId="bee3a08289d85a0e" providerId="LiveId" clId="{0669E903-625B-429F-81CF-4EBC8CB89A82}" dt="2024-11-03T14:20:52.075" v="5" actId="207"/>
        <pc:sldMkLst>
          <pc:docMk/>
          <pc:sldMk cId="0" sldId="309"/>
        </pc:sldMkLst>
        <pc:spChg chg="mod">
          <ac:chgData name="Eclair Chen" userId="bee3a08289d85a0e" providerId="LiveId" clId="{0669E903-625B-429F-81CF-4EBC8CB89A82}" dt="2024-11-03T14:20:52.075" v="5" actId="207"/>
          <ac:spMkLst>
            <pc:docMk/>
            <pc:sldMk cId="0" sldId="309"/>
            <ac:spMk id="583685" creationId="{8026D9EC-96E8-44DA-8F6C-5FD80A07F53A}"/>
          </ac:spMkLst>
        </pc:spChg>
      </pc:sldChg>
      <pc:sldChg chg="modSp">
        <pc:chgData name="Eclair Chen" userId="bee3a08289d85a0e" providerId="LiveId" clId="{0669E903-625B-429F-81CF-4EBC8CB89A82}" dt="2024-11-03T14:35:22.917" v="252" actId="1076"/>
        <pc:sldMkLst>
          <pc:docMk/>
          <pc:sldMk cId="0" sldId="311"/>
        </pc:sldMkLst>
        <pc:spChg chg="mod">
          <ac:chgData name="Eclair Chen" userId="bee3a08289d85a0e" providerId="LiveId" clId="{0669E903-625B-429F-81CF-4EBC8CB89A82}" dt="2024-11-03T14:35:22.917" v="252" actId="1076"/>
          <ac:spMkLst>
            <pc:docMk/>
            <pc:sldMk cId="0" sldId="311"/>
            <ac:spMk id="585733" creationId="{6F9AF8BA-3E1D-494E-8197-D00465D0D737}"/>
          </ac:spMkLst>
        </pc:spChg>
      </pc:sldChg>
      <pc:sldChg chg="addSp modSp mod">
        <pc:chgData name="Eclair Chen" userId="bee3a08289d85a0e" providerId="LiveId" clId="{0669E903-625B-429F-81CF-4EBC8CB89A82}" dt="2024-11-03T14:28:35.250" v="86" actId="207"/>
        <pc:sldMkLst>
          <pc:docMk/>
          <pc:sldMk cId="0" sldId="342"/>
        </pc:sldMkLst>
        <pc:spChg chg="add mod">
          <ac:chgData name="Eclair Chen" userId="bee3a08289d85a0e" providerId="LiveId" clId="{0669E903-625B-429F-81CF-4EBC8CB89A82}" dt="2024-11-03T14:28:35.250" v="86" actId="207"/>
          <ac:spMkLst>
            <pc:docMk/>
            <pc:sldMk cId="0" sldId="342"/>
            <ac:spMk id="7" creationId="{21009820-2671-406E-8738-FDA94BF19A30}"/>
          </ac:spMkLst>
        </pc:spChg>
        <pc:spChg chg="mod">
          <ac:chgData name="Eclair Chen" userId="bee3a08289d85a0e" providerId="LiveId" clId="{0669E903-625B-429F-81CF-4EBC8CB89A82}" dt="2024-11-03T14:28:14.602" v="82" actId="6549"/>
          <ac:spMkLst>
            <pc:docMk/>
            <pc:sldMk cId="0" sldId="342"/>
            <ac:spMk id="679939" creationId="{4D3B59D9-647C-434D-B43A-EBB21EC9B25C}"/>
          </ac:spMkLst>
        </pc:spChg>
        <pc:picChg chg="mod">
          <ac:chgData name="Eclair Chen" userId="bee3a08289d85a0e" providerId="LiveId" clId="{0669E903-625B-429F-81CF-4EBC8CB89A82}" dt="2024-11-03T14:27:58.481" v="80" actId="1076"/>
          <ac:picMkLst>
            <pc:docMk/>
            <pc:sldMk cId="0" sldId="342"/>
            <ac:picMk id="2" creationId="{B5BB18E5-8579-4632-ABCA-39186A24A371}"/>
          </ac:picMkLst>
        </pc:picChg>
      </pc:sldChg>
      <pc:sldChg chg="modSp mod">
        <pc:chgData name="Eclair Chen" userId="bee3a08289d85a0e" providerId="LiveId" clId="{0669E903-625B-429F-81CF-4EBC8CB89A82}" dt="2024-11-03T14:38:17.908" v="313" actId="14100"/>
        <pc:sldMkLst>
          <pc:docMk/>
          <pc:sldMk cId="0" sldId="345"/>
        </pc:sldMkLst>
        <pc:spChg chg="mod">
          <ac:chgData name="Eclair Chen" userId="bee3a08289d85a0e" providerId="LiveId" clId="{0669E903-625B-429F-81CF-4EBC8CB89A82}" dt="2024-11-03T14:36:44.781" v="276"/>
          <ac:spMkLst>
            <pc:docMk/>
            <pc:sldMk cId="0" sldId="345"/>
            <ac:spMk id="683010" creationId="{F444804F-E7B9-4166-BEEB-1F169C338373}"/>
          </ac:spMkLst>
        </pc:spChg>
        <pc:spChg chg="mod">
          <ac:chgData name="Eclair Chen" userId="bee3a08289d85a0e" providerId="LiveId" clId="{0669E903-625B-429F-81CF-4EBC8CB89A82}" dt="2024-11-03T14:38:17.908" v="313" actId="14100"/>
          <ac:spMkLst>
            <pc:docMk/>
            <pc:sldMk cId="0" sldId="345"/>
            <ac:spMk id="683011" creationId="{24FE00FE-928B-473E-B0D9-5143777A54C3}"/>
          </ac:spMkLst>
        </pc:spChg>
      </pc:sldChg>
      <pc:sldChg chg="addSp delSp modSp mod">
        <pc:chgData name="Eclair Chen" userId="bee3a08289d85a0e" providerId="LiveId" clId="{0669E903-625B-429F-81CF-4EBC8CB89A82}" dt="2024-11-03T14:43:46.155" v="343" actId="1076"/>
        <pc:sldMkLst>
          <pc:docMk/>
          <pc:sldMk cId="0" sldId="347"/>
        </pc:sldMkLst>
        <pc:spChg chg="mod">
          <ac:chgData name="Eclair Chen" userId="bee3a08289d85a0e" providerId="LiveId" clId="{0669E903-625B-429F-81CF-4EBC8CB89A82}" dt="2024-11-03T14:42:15.214" v="328" actId="166"/>
          <ac:spMkLst>
            <pc:docMk/>
            <pc:sldMk cId="0" sldId="347"/>
            <ac:spMk id="8" creationId="{081D4869-5D2C-418D-8AC0-EB5DE8120FDC}"/>
          </ac:spMkLst>
        </pc:spChg>
        <pc:spChg chg="mod">
          <ac:chgData name="Eclair Chen" userId="bee3a08289d85a0e" providerId="LiveId" clId="{0669E903-625B-429F-81CF-4EBC8CB89A82}" dt="2024-11-03T14:43:46.155" v="343" actId="1076"/>
          <ac:spMkLst>
            <pc:docMk/>
            <pc:sldMk cId="0" sldId="347"/>
            <ac:spMk id="685059" creationId="{1A8385C4-2609-4C66-A375-9A3BE84A1100}"/>
          </ac:spMkLst>
        </pc:spChg>
        <pc:picChg chg="del">
          <ac:chgData name="Eclair Chen" userId="bee3a08289d85a0e" providerId="LiveId" clId="{0669E903-625B-429F-81CF-4EBC8CB89A82}" dt="2024-11-03T14:40:49.103" v="314" actId="478"/>
          <ac:picMkLst>
            <pc:docMk/>
            <pc:sldMk cId="0" sldId="347"/>
            <ac:picMk id="2" creationId="{0D7BBCA3-579C-4A1A-89EC-518AF89F3F32}"/>
          </ac:picMkLst>
        </pc:picChg>
        <pc:picChg chg="del">
          <ac:chgData name="Eclair Chen" userId="bee3a08289d85a0e" providerId="LiveId" clId="{0669E903-625B-429F-81CF-4EBC8CB89A82}" dt="2024-11-03T14:41:55.144" v="322" actId="478"/>
          <ac:picMkLst>
            <pc:docMk/>
            <pc:sldMk cId="0" sldId="347"/>
            <ac:picMk id="3" creationId="{B4B154FA-11C6-478A-901A-C03B5E4101A6}"/>
          </ac:picMkLst>
        </pc:picChg>
        <pc:picChg chg="add mod ord">
          <ac:chgData name="Eclair Chen" userId="bee3a08289d85a0e" providerId="LiveId" clId="{0669E903-625B-429F-81CF-4EBC8CB89A82}" dt="2024-11-03T14:41:19.525" v="321" actId="692"/>
          <ac:picMkLst>
            <pc:docMk/>
            <pc:sldMk cId="0" sldId="347"/>
            <ac:picMk id="4" creationId="{005727A3-402F-4EE0-8ADF-EDB972F0E94C}"/>
          </ac:picMkLst>
        </pc:picChg>
        <pc:picChg chg="add mod">
          <ac:chgData name="Eclair Chen" userId="bee3a08289d85a0e" providerId="LiveId" clId="{0669E903-625B-429F-81CF-4EBC8CB89A82}" dt="2024-11-03T14:43:14.037" v="337" actId="1076"/>
          <ac:picMkLst>
            <pc:docMk/>
            <pc:sldMk cId="0" sldId="347"/>
            <ac:picMk id="5" creationId="{100663D4-35D5-45A9-8B1E-3F7DDEDABCBA}"/>
          </ac:picMkLst>
        </pc:picChg>
      </pc:sldChg>
      <pc:sldChg chg="modSp mod">
        <pc:chgData name="Eclair Chen" userId="bee3a08289d85a0e" providerId="LiveId" clId="{0669E903-625B-429F-81CF-4EBC8CB89A82}" dt="2024-11-03T14:45:05.401" v="349" actId="14861"/>
        <pc:sldMkLst>
          <pc:docMk/>
          <pc:sldMk cId="0" sldId="349"/>
        </pc:sldMkLst>
        <pc:spChg chg="mod">
          <ac:chgData name="Eclair Chen" userId="bee3a08289d85a0e" providerId="LiveId" clId="{0669E903-625B-429F-81CF-4EBC8CB89A82}" dt="2024-11-03T14:44:37.884" v="347" actId="207"/>
          <ac:spMkLst>
            <pc:docMk/>
            <pc:sldMk cId="0" sldId="349"/>
            <ac:spMk id="687107" creationId="{DD6CAEE1-A12C-4C39-9900-4BF877A2A99E}"/>
          </ac:spMkLst>
        </pc:spChg>
        <pc:picChg chg="mod">
          <ac:chgData name="Eclair Chen" userId="bee3a08289d85a0e" providerId="LiveId" clId="{0669E903-625B-429F-81CF-4EBC8CB89A82}" dt="2024-11-03T14:44:57.656" v="348" actId="14861"/>
          <ac:picMkLst>
            <pc:docMk/>
            <pc:sldMk cId="0" sldId="349"/>
            <ac:picMk id="3" creationId="{57416C16-6985-4DCD-8883-5BA7FB61A168}"/>
          </ac:picMkLst>
        </pc:picChg>
        <pc:picChg chg="mod">
          <ac:chgData name="Eclair Chen" userId="bee3a08289d85a0e" providerId="LiveId" clId="{0669E903-625B-429F-81CF-4EBC8CB89A82}" dt="2024-11-03T14:45:05.401" v="349" actId="14861"/>
          <ac:picMkLst>
            <pc:docMk/>
            <pc:sldMk cId="0" sldId="349"/>
            <ac:picMk id="5" creationId="{478A0DE8-306F-4506-AC0D-A177F770C091}"/>
          </ac:picMkLst>
        </pc:picChg>
      </pc:sldChg>
      <pc:sldChg chg="addSp modSp mod">
        <pc:chgData name="Eclair Chen" userId="bee3a08289d85a0e" providerId="LiveId" clId="{0669E903-625B-429F-81CF-4EBC8CB89A82}" dt="2024-11-03T14:46:20.965" v="352" actId="1076"/>
        <pc:sldMkLst>
          <pc:docMk/>
          <pc:sldMk cId="0" sldId="353"/>
        </pc:sldMkLst>
        <pc:picChg chg="add mod">
          <ac:chgData name="Eclair Chen" userId="bee3a08289d85a0e" providerId="LiveId" clId="{0669E903-625B-429F-81CF-4EBC8CB89A82}" dt="2024-11-03T14:46:20.965" v="352" actId="1076"/>
          <ac:picMkLst>
            <pc:docMk/>
            <pc:sldMk cId="0" sldId="353"/>
            <ac:picMk id="3" creationId="{A33CDBD6-0A5A-4D6A-820C-CE078BC1AC79}"/>
          </ac:picMkLst>
        </pc:picChg>
      </pc:sldChg>
      <pc:sldChg chg="addSp delSp modSp mod">
        <pc:chgData name="Eclair Chen" userId="bee3a08289d85a0e" providerId="LiveId" clId="{0669E903-625B-429F-81CF-4EBC8CB89A82}" dt="2024-11-03T14:52:16.358" v="408" actId="1076"/>
        <pc:sldMkLst>
          <pc:docMk/>
          <pc:sldMk cId="0" sldId="355"/>
        </pc:sldMkLst>
        <pc:spChg chg="add del mod">
          <ac:chgData name="Eclair Chen" userId="bee3a08289d85a0e" providerId="LiveId" clId="{0669E903-625B-429F-81CF-4EBC8CB89A82}" dt="2024-11-03T14:49:03.181" v="366" actId="478"/>
          <ac:spMkLst>
            <pc:docMk/>
            <pc:sldMk cId="0" sldId="355"/>
            <ac:spMk id="4" creationId="{4C660A57-B9D2-428D-BA1E-BC1A39F0714E}"/>
          </ac:spMkLst>
        </pc:spChg>
        <pc:spChg chg="add mod">
          <ac:chgData name="Eclair Chen" userId="bee3a08289d85a0e" providerId="LiveId" clId="{0669E903-625B-429F-81CF-4EBC8CB89A82}" dt="2024-11-03T14:52:13.534" v="407" actId="14100"/>
          <ac:spMkLst>
            <pc:docMk/>
            <pc:sldMk cId="0" sldId="355"/>
            <ac:spMk id="10" creationId="{1EE24596-82EF-48EE-8B9F-70C7DE7B9487}"/>
          </ac:spMkLst>
        </pc:spChg>
        <pc:picChg chg="add mod">
          <ac:chgData name="Eclair Chen" userId="bee3a08289d85a0e" providerId="LiveId" clId="{0669E903-625B-429F-81CF-4EBC8CB89A82}" dt="2024-11-03T14:46:44.026" v="355" actId="1076"/>
          <ac:picMkLst>
            <pc:docMk/>
            <pc:sldMk cId="0" sldId="355"/>
            <ac:picMk id="3" creationId="{760B3184-2466-4CFE-86AF-47E04EDA8C9A}"/>
          </ac:picMkLst>
        </pc:picChg>
        <pc:picChg chg="add mod">
          <ac:chgData name="Eclair Chen" userId="bee3a08289d85a0e" providerId="LiveId" clId="{0669E903-625B-429F-81CF-4EBC8CB89A82}" dt="2024-11-03T14:52:16.358" v="408" actId="1076"/>
          <ac:picMkLst>
            <pc:docMk/>
            <pc:sldMk cId="0" sldId="355"/>
            <ac:picMk id="5" creationId="{A10B5E74-DD98-438D-8800-732093828F69}"/>
          </ac:picMkLst>
        </pc:picChg>
      </pc:sldChg>
      <pc:sldChg chg="delSp modSp mod">
        <pc:chgData name="Eclair Chen" userId="bee3a08289d85a0e" providerId="LiveId" clId="{0669E903-625B-429F-81CF-4EBC8CB89A82}" dt="2024-11-03T15:03:29.863" v="569" actId="207"/>
        <pc:sldMkLst>
          <pc:docMk/>
          <pc:sldMk cId="0" sldId="356"/>
        </pc:sldMkLst>
        <pc:spChg chg="mod">
          <ac:chgData name="Eclair Chen" userId="bee3a08289d85a0e" providerId="LiveId" clId="{0669E903-625B-429F-81CF-4EBC8CB89A82}" dt="2024-11-03T15:00:42.881" v="523" actId="14100"/>
          <ac:spMkLst>
            <pc:docMk/>
            <pc:sldMk cId="0" sldId="356"/>
            <ac:spMk id="694274" creationId="{EA0F1217-6652-4B51-80C9-FC35F7769635}"/>
          </ac:spMkLst>
        </pc:spChg>
        <pc:spChg chg="mod">
          <ac:chgData name="Eclair Chen" userId="bee3a08289d85a0e" providerId="LiveId" clId="{0669E903-625B-429F-81CF-4EBC8CB89A82}" dt="2024-11-03T15:03:29.863" v="569" actId="207"/>
          <ac:spMkLst>
            <pc:docMk/>
            <pc:sldMk cId="0" sldId="356"/>
            <ac:spMk id="694275" creationId="{D7349786-2EBA-424D-810F-793C5F5B2975}"/>
          </ac:spMkLst>
        </pc:spChg>
        <pc:picChg chg="del">
          <ac:chgData name="Eclair Chen" userId="bee3a08289d85a0e" providerId="LiveId" clId="{0669E903-625B-429F-81CF-4EBC8CB89A82}" dt="2024-11-03T14:54:10.769" v="410" actId="478"/>
          <ac:picMkLst>
            <pc:docMk/>
            <pc:sldMk cId="0" sldId="356"/>
            <ac:picMk id="2" creationId="{7F28C4FB-AD3B-46B5-B983-11D9BC227050}"/>
          </ac:picMkLst>
        </pc:picChg>
        <pc:picChg chg="del">
          <ac:chgData name="Eclair Chen" userId="bee3a08289d85a0e" providerId="LiveId" clId="{0669E903-625B-429F-81CF-4EBC8CB89A82}" dt="2024-11-03T14:54:12.654" v="412" actId="478"/>
          <ac:picMkLst>
            <pc:docMk/>
            <pc:sldMk cId="0" sldId="356"/>
            <ac:picMk id="3" creationId="{DB1F8288-96A2-4551-8AF8-94CE85F17747}"/>
          </ac:picMkLst>
        </pc:picChg>
        <pc:picChg chg="del">
          <ac:chgData name="Eclair Chen" userId="bee3a08289d85a0e" providerId="LiveId" clId="{0669E903-625B-429F-81CF-4EBC8CB89A82}" dt="2024-11-03T14:54:11.862" v="411" actId="478"/>
          <ac:picMkLst>
            <pc:docMk/>
            <pc:sldMk cId="0" sldId="356"/>
            <ac:picMk id="4" creationId="{4E6F9473-D7C8-4782-9626-5F6F29BCBDE3}"/>
          </ac:picMkLst>
        </pc:picChg>
      </pc:sldChg>
      <pc:sldChg chg="addSp delSp modSp mod">
        <pc:chgData name="Eclair Chen" userId="bee3a08289d85a0e" providerId="LiveId" clId="{0669E903-625B-429F-81CF-4EBC8CB89A82}" dt="2024-11-03T15:08:13.169" v="596" actId="1076"/>
        <pc:sldMkLst>
          <pc:docMk/>
          <pc:sldMk cId="0" sldId="357"/>
        </pc:sldMkLst>
        <pc:spChg chg="mod">
          <ac:chgData name="Eclair Chen" userId="bee3a08289d85a0e" providerId="LiveId" clId="{0669E903-625B-429F-81CF-4EBC8CB89A82}" dt="2024-11-03T14:54:33.642" v="417" actId="20577"/>
          <ac:spMkLst>
            <pc:docMk/>
            <pc:sldMk cId="0" sldId="357"/>
            <ac:spMk id="695298" creationId="{EAAAD9FF-5E86-45EA-9A94-B382A4D24B28}"/>
          </ac:spMkLst>
        </pc:spChg>
        <pc:picChg chg="add del">
          <ac:chgData name="Eclair Chen" userId="bee3a08289d85a0e" providerId="LiveId" clId="{0669E903-625B-429F-81CF-4EBC8CB89A82}" dt="2024-11-03T15:07:59.772" v="591" actId="478"/>
          <ac:picMkLst>
            <pc:docMk/>
            <pc:sldMk cId="0" sldId="357"/>
            <ac:picMk id="3" creationId="{1FE2B102-0E40-4675-94D9-DC12A1E823D4}"/>
          </ac:picMkLst>
        </pc:picChg>
        <pc:picChg chg="add del mod">
          <ac:chgData name="Eclair Chen" userId="bee3a08289d85a0e" providerId="LiveId" clId="{0669E903-625B-429F-81CF-4EBC8CB89A82}" dt="2024-11-03T15:07:59.159" v="590"/>
          <ac:picMkLst>
            <pc:docMk/>
            <pc:sldMk cId="0" sldId="357"/>
            <ac:picMk id="4" creationId="{0DAE45F0-3F61-4FC6-B733-3EE9AA3D2671}"/>
          </ac:picMkLst>
        </pc:picChg>
        <pc:picChg chg="add mod">
          <ac:chgData name="Eclair Chen" userId="bee3a08289d85a0e" providerId="LiveId" clId="{0669E903-625B-429F-81CF-4EBC8CB89A82}" dt="2024-11-03T15:08:13.169" v="596" actId="1076"/>
          <ac:picMkLst>
            <pc:docMk/>
            <pc:sldMk cId="0" sldId="357"/>
            <ac:picMk id="5" creationId="{E82E1FD2-11D8-4A3B-BDDC-DFF1FD2536A8}"/>
          </ac:picMkLst>
        </pc:picChg>
      </pc:sldChg>
      <pc:sldChg chg="addSp delSp modSp mod">
        <pc:chgData name="Eclair Chen" userId="bee3a08289d85a0e" providerId="LiveId" clId="{0669E903-625B-429F-81CF-4EBC8CB89A82}" dt="2024-11-03T15:14:57.838" v="629" actId="1076"/>
        <pc:sldMkLst>
          <pc:docMk/>
          <pc:sldMk cId="0" sldId="358"/>
        </pc:sldMkLst>
        <pc:picChg chg="del">
          <ac:chgData name="Eclair Chen" userId="bee3a08289d85a0e" providerId="LiveId" clId="{0669E903-625B-429F-81CF-4EBC8CB89A82}" dt="2024-11-03T15:14:36.478" v="623" actId="478"/>
          <ac:picMkLst>
            <pc:docMk/>
            <pc:sldMk cId="0" sldId="358"/>
            <ac:picMk id="2" creationId="{98356819-A80A-484A-A12C-D4C2A08FE7EC}"/>
          </ac:picMkLst>
        </pc:picChg>
        <pc:picChg chg="del">
          <ac:chgData name="Eclair Chen" userId="bee3a08289d85a0e" providerId="LiveId" clId="{0669E903-625B-429F-81CF-4EBC8CB89A82}" dt="2024-11-03T15:10:32.408" v="597" actId="478"/>
          <ac:picMkLst>
            <pc:docMk/>
            <pc:sldMk cId="0" sldId="358"/>
            <ac:picMk id="3" creationId="{0F0AF73E-C798-4E05-A3B9-6380BBC3ABEB}"/>
          </ac:picMkLst>
        </pc:picChg>
        <pc:picChg chg="add mod modCrop">
          <ac:chgData name="Eclair Chen" userId="bee3a08289d85a0e" providerId="LiveId" clId="{0669E903-625B-429F-81CF-4EBC8CB89A82}" dt="2024-11-03T15:13:21.158" v="620" actId="1076"/>
          <ac:picMkLst>
            <pc:docMk/>
            <pc:sldMk cId="0" sldId="358"/>
            <ac:picMk id="5" creationId="{F6221EEB-F46E-4B48-84E0-008D2EEA301F}"/>
          </ac:picMkLst>
        </pc:picChg>
        <pc:picChg chg="add mod">
          <ac:chgData name="Eclair Chen" userId="bee3a08289d85a0e" providerId="LiveId" clId="{0669E903-625B-429F-81CF-4EBC8CB89A82}" dt="2024-11-03T15:14:01.377" v="622" actId="692"/>
          <ac:picMkLst>
            <pc:docMk/>
            <pc:sldMk cId="0" sldId="358"/>
            <ac:picMk id="8" creationId="{6734DE22-2CDE-4187-9164-85A2210C1AB7}"/>
          </ac:picMkLst>
        </pc:picChg>
        <pc:picChg chg="add mod">
          <ac:chgData name="Eclair Chen" userId="bee3a08289d85a0e" providerId="LiveId" clId="{0669E903-625B-429F-81CF-4EBC8CB89A82}" dt="2024-11-03T15:14:57.838" v="629" actId="1076"/>
          <ac:picMkLst>
            <pc:docMk/>
            <pc:sldMk cId="0" sldId="358"/>
            <ac:picMk id="9" creationId="{F9883D08-4B98-4BC3-8F03-09A5ADFA6979}"/>
          </ac:picMkLst>
        </pc:picChg>
      </pc:sldChg>
      <pc:sldChg chg="addSp delSp modSp mod">
        <pc:chgData name="Eclair Chen" userId="bee3a08289d85a0e" providerId="LiveId" clId="{0669E903-625B-429F-81CF-4EBC8CB89A82}" dt="2024-11-03T15:17:32.532" v="634" actId="21"/>
        <pc:sldMkLst>
          <pc:docMk/>
          <pc:sldMk cId="0" sldId="360"/>
        </pc:sldMkLst>
        <pc:picChg chg="add del mod">
          <ac:chgData name="Eclair Chen" userId="bee3a08289d85a0e" providerId="LiveId" clId="{0669E903-625B-429F-81CF-4EBC8CB89A82}" dt="2024-11-03T15:17:32.532" v="634" actId="21"/>
          <ac:picMkLst>
            <pc:docMk/>
            <pc:sldMk cId="0" sldId="360"/>
            <ac:picMk id="3" creationId="{9D381C8F-7E48-4D14-A513-DFEE06A837DA}"/>
          </ac:picMkLst>
        </pc:picChg>
      </pc:sldChg>
      <pc:sldChg chg="addSp delSp modSp mod">
        <pc:chgData name="Eclair Chen" userId="bee3a08289d85a0e" providerId="LiveId" clId="{0669E903-625B-429F-81CF-4EBC8CB89A82}" dt="2024-11-03T15:22:08.328" v="662" actId="1076"/>
        <pc:sldMkLst>
          <pc:docMk/>
          <pc:sldMk cId="0" sldId="363"/>
        </pc:sldMkLst>
        <pc:picChg chg="del">
          <ac:chgData name="Eclair Chen" userId="bee3a08289d85a0e" providerId="LiveId" clId="{0669E903-625B-429F-81CF-4EBC8CB89A82}" dt="2024-11-03T15:21:39.193" v="652" actId="478"/>
          <ac:picMkLst>
            <pc:docMk/>
            <pc:sldMk cId="0" sldId="363"/>
            <ac:picMk id="2" creationId="{E1FB2BF6-ABE7-448A-8CD9-2F12EA6ACF52}"/>
          </ac:picMkLst>
        </pc:picChg>
        <pc:picChg chg="add mod">
          <ac:chgData name="Eclair Chen" userId="bee3a08289d85a0e" providerId="LiveId" clId="{0669E903-625B-429F-81CF-4EBC8CB89A82}" dt="2024-11-03T15:22:08.328" v="662" actId="1076"/>
          <ac:picMkLst>
            <pc:docMk/>
            <pc:sldMk cId="0" sldId="363"/>
            <ac:picMk id="4" creationId="{3A2B93C8-7FD6-47FB-A9F9-4D06A0D1F186}"/>
          </ac:picMkLst>
        </pc:picChg>
      </pc:sldChg>
      <pc:sldChg chg="addSp delSp modSp mod">
        <pc:chgData name="Eclair Chen" userId="bee3a08289d85a0e" providerId="LiveId" clId="{0669E903-625B-429F-81CF-4EBC8CB89A82}" dt="2024-11-03T15:35:12.003" v="892" actId="207"/>
        <pc:sldMkLst>
          <pc:docMk/>
          <pc:sldMk cId="0" sldId="365"/>
        </pc:sldMkLst>
        <pc:spChg chg="add del">
          <ac:chgData name="Eclair Chen" userId="bee3a08289d85a0e" providerId="LiveId" clId="{0669E903-625B-429F-81CF-4EBC8CB89A82}" dt="2024-11-03T15:27:50.335" v="668"/>
          <ac:spMkLst>
            <pc:docMk/>
            <pc:sldMk cId="0" sldId="365"/>
            <ac:spMk id="3" creationId="{48DE987B-03D9-45BC-8ACC-5BB00BBA817D}"/>
          </ac:spMkLst>
        </pc:spChg>
        <pc:spChg chg="mod">
          <ac:chgData name="Eclair Chen" userId="bee3a08289d85a0e" providerId="LiveId" clId="{0669E903-625B-429F-81CF-4EBC8CB89A82}" dt="2024-11-03T15:29:20.468" v="727" actId="14100"/>
          <ac:spMkLst>
            <pc:docMk/>
            <pc:sldMk cId="0" sldId="365"/>
            <ac:spMk id="703490" creationId="{269A36F8-9BA1-46D9-B4B3-B45AB4AA43B0}"/>
          </ac:spMkLst>
        </pc:spChg>
        <pc:spChg chg="mod">
          <ac:chgData name="Eclair Chen" userId="bee3a08289d85a0e" providerId="LiveId" clId="{0669E903-625B-429F-81CF-4EBC8CB89A82}" dt="2024-11-03T15:35:12.003" v="892" actId="207"/>
          <ac:spMkLst>
            <pc:docMk/>
            <pc:sldMk cId="0" sldId="365"/>
            <ac:spMk id="703491" creationId="{F7352F49-F578-419C-A224-842D0BB14706}"/>
          </ac:spMkLst>
        </pc:spChg>
        <pc:picChg chg="mod">
          <ac:chgData name="Eclair Chen" userId="bee3a08289d85a0e" providerId="LiveId" clId="{0669E903-625B-429F-81CF-4EBC8CB89A82}" dt="2024-11-03T15:34:15.134" v="879" actId="1076"/>
          <ac:picMkLst>
            <pc:docMk/>
            <pc:sldMk cId="0" sldId="365"/>
            <ac:picMk id="2" creationId="{C4E72D85-69A2-4942-946E-ECE300B9BEB7}"/>
          </ac:picMkLst>
        </pc:picChg>
        <pc:picChg chg="mod">
          <ac:chgData name="Eclair Chen" userId="bee3a08289d85a0e" providerId="LiveId" clId="{0669E903-625B-429F-81CF-4EBC8CB89A82}" dt="2024-11-03T15:34:19.016" v="880" actId="1076"/>
          <ac:picMkLst>
            <pc:docMk/>
            <pc:sldMk cId="0" sldId="365"/>
            <ac:picMk id="703494" creationId="{F5DB8464-FCC3-44E9-83FB-8BC18EAA866A}"/>
          </ac:picMkLst>
        </pc:picChg>
      </pc:sldChg>
      <pc:sldChg chg="addSp delSp modSp mod">
        <pc:chgData name="Eclair Chen" userId="bee3a08289d85a0e" providerId="LiveId" clId="{0669E903-625B-429F-81CF-4EBC8CB89A82}" dt="2024-11-03T15:36:54.343" v="899" actId="14100"/>
        <pc:sldMkLst>
          <pc:docMk/>
          <pc:sldMk cId="0" sldId="368"/>
        </pc:sldMkLst>
        <pc:spChg chg="mod">
          <ac:chgData name="Eclair Chen" userId="bee3a08289d85a0e" providerId="LiveId" clId="{0669E903-625B-429F-81CF-4EBC8CB89A82}" dt="2024-11-03T15:36:19.333" v="895" actId="14100"/>
          <ac:spMkLst>
            <pc:docMk/>
            <pc:sldMk cId="0" sldId="368"/>
            <ac:spMk id="706562" creationId="{2751B091-0EFB-41D7-9A17-329CBA677801}"/>
          </ac:spMkLst>
        </pc:spChg>
        <pc:picChg chg="del">
          <ac:chgData name="Eclair Chen" userId="bee3a08289d85a0e" providerId="LiveId" clId="{0669E903-625B-429F-81CF-4EBC8CB89A82}" dt="2024-11-03T15:36:12.183" v="894" actId="478"/>
          <ac:picMkLst>
            <pc:docMk/>
            <pc:sldMk cId="0" sldId="368"/>
            <ac:picMk id="2" creationId="{7661BA96-D8FE-4BC0-B1F3-1A35A0BEB3A7}"/>
          </ac:picMkLst>
        </pc:picChg>
        <pc:picChg chg="del">
          <ac:chgData name="Eclair Chen" userId="bee3a08289d85a0e" providerId="LiveId" clId="{0669E903-625B-429F-81CF-4EBC8CB89A82}" dt="2024-11-03T15:36:11.620" v="893" actId="478"/>
          <ac:picMkLst>
            <pc:docMk/>
            <pc:sldMk cId="0" sldId="368"/>
            <ac:picMk id="3" creationId="{5466E198-68FE-46CE-844B-63AEE31F237C}"/>
          </ac:picMkLst>
        </pc:picChg>
        <pc:picChg chg="add mod">
          <ac:chgData name="Eclair Chen" userId="bee3a08289d85a0e" providerId="LiveId" clId="{0669E903-625B-429F-81CF-4EBC8CB89A82}" dt="2024-11-03T15:36:54.343" v="899" actId="14100"/>
          <ac:picMkLst>
            <pc:docMk/>
            <pc:sldMk cId="0" sldId="368"/>
            <ac:picMk id="4" creationId="{18C1512A-4810-4ECE-9F66-3F1D7A9FB5CC}"/>
          </ac:picMkLst>
        </pc:picChg>
      </pc:sldChg>
      <pc:sldChg chg="addSp delSp modSp mod">
        <pc:chgData name="Eclair Chen" userId="bee3a08289d85a0e" providerId="LiveId" clId="{0669E903-625B-429F-81CF-4EBC8CB89A82}" dt="2024-11-03T15:19:58.907" v="651" actId="167"/>
        <pc:sldMkLst>
          <pc:docMk/>
          <pc:sldMk cId="0" sldId="371"/>
        </pc:sldMkLst>
        <pc:picChg chg="del">
          <ac:chgData name="Eclair Chen" userId="bee3a08289d85a0e" providerId="LiveId" clId="{0669E903-625B-429F-81CF-4EBC8CB89A82}" dt="2024-11-03T15:19:50.570" v="647" actId="478"/>
          <ac:picMkLst>
            <pc:docMk/>
            <pc:sldMk cId="0" sldId="371"/>
            <ac:picMk id="2" creationId="{5B3F4641-0D8E-4C29-B807-EAFD2477C747}"/>
          </ac:picMkLst>
        </pc:picChg>
        <pc:picChg chg="add mod ord">
          <ac:chgData name="Eclair Chen" userId="bee3a08289d85a0e" providerId="LiveId" clId="{0669E903-625B-429F-81CF-4EBC8CB89A82}" dt="2024-11-03T15:19:58.907" v="651" actId="167"/>
          <ac:picMkLst>
            <pc:docMk/>
            <pc:sldMk cId="0" sldId="371"/>
            <ac:picMk id="3" creationId="{E40A98CF-AA11-4F3A-8712-F16D9E84CC08}"/>
          </ac:picMkLst>
        </pc:picChg>
      </pc:sldChg>
      <pc:sldChg chg="addSp delSp modSp mod">
        <pc:chgData name="Eclair Chen" userId="bee3a08289d85a0e" providerId="LiveId" clId="{0669E903-625B-429F-81CF-4EBC8CB89A82}" dt="2024-11-03T15:18:24.389" v="646" actId="1076"/>
        <pc:sldMkLst>
          <pc:docMk/>
          <pc:sldMk cId="0" sldId="373"/>
        </pc:sldMkLst>
        <pc:picChg chg="del">
          <ac:chgData name="Eclair Chen" userId="bee3a08289d85a0e" providerId="LiveId" clId="{0669E903-625B-429F-81CF-4EBC8CB89A82}" dt="2024-11-03T15:17:29.014" v="633" actId="478"/>
          <ac:picMkLst>
            <pc:docMk/>
            <pc:sldMk cId="0" sldId="373"/>
            <ac:picMk id="2" creationId="{929DEAEA-22FB-4861-ACF3-391C74C4108A}"/>
          </ac:picMkLst>
        </pc:picChg>
        <pc:picChg chg="add mod">
          <ac:chgData name="Eclair Chen" userId="bee3a08289d85a0e" providerId="LiveId" clId="{0669E903-625B-429F-81CF-4EBC8CB89A82}" dt="2024-11-03T15:18:24.389" v="646" actId="1076"/>
          <ac:picMkLst>
            <pc:docMk/>
            <pc:sldMk cId="0" sldId="373"/>
            <ac:picMk id="3" creationId="{91E19855-AA4E-434B-BF93-7BCD4751B2FE}"/>
          </ac:picMkLst>
        </pc:picChg>
        <pc:picChg chg="add mod">
          <ac:chgData name="Eclair Chen" userId="bee3a08289d85a0e" providerId="LiveId" clId="{0669E903-625B-429F-81CF-4EBC8CB89A82}" dt="2024-11-03T15:17:39.516" v="638" actId="1076"/>
          <ac:picMkLst>
            <pc:docMk/>
            <pc:sldMk cId="0" sldId="373"/>
            <ac:picMk id="9" creationId="{A0CB80D6-24FF-4481-9A71-3B9C0EBA071B}"/>
          </ac:picMkLst>
        </pc:picChg>
        <pc:picChg chg="mod">
          <ac:chgData name="Eclair Chen" userId="bee3a08289d85a0e" providerId="LiveId" clId="{0669E903-625B-429F-81CF-4EBC8CB89A82}" dt="2024-11-03T15:11:21.215" v="605" actId="14100"/>
          <ac:picMkLst>
            <pc:docMk/>
            <pc:sldMk cId="0" sldId="373"/>
            <ac:picMk id="711686" creationId="{3C4341E6-8BE4-45AC-8CA5-45128F1095BE}"/>
          </ac:picMkLst>
        </pc:picChg>
      </pc:sldChg>
      <pc:sldChg chg="delSp modSp add mod">
        <pc:chgData name="Eclair Chen" userId="bee3a08289d85a0e" providerId="LiveId" clId="{0669E903-625B-429F-81CF-4EBC8CB89A82}" dt="2024-11-03T14:34:36.434" v="249" actId="207"/>
        <pc:sldMkLst>
          <pc:docMk/>
          <pc:sldMk cId="444673011" sldId="374"/>
        </pc:sldMkLst>
        <pc:spChg chg="del">
          <ac:chgData name="Eclair Chen" userId="bee3a08289d85a0e" providerId="LiveId" clId="{0669E903-625B-429F-81CF-4EBC8CB89A82}" dt="2024-11-03T14:29:31.540" v="152" actId="478"/>
          <ac:spMkLst>
            <pc:docMk/>
            <pc:sldMk cId="444673011" sldId="374"/>
            <ac:spMk id="7" creationId="{21009820-2671-406E-8738-FDA94BF19A30}"/>
          </ac:spMkLst>
        </pc:spChg>
        <pc:spChg chg="mod">
          <ac:chgData name="Eclair Chen" userId="bee3a08289d85a0e" providerId="LiveId" clId="{0669E903-625B-429F-81CF-4EBC8CB89A82}" dt="2024-11-03T14:30:18.985" v="177"/>
          <ac:spMkLst>
            <pc:docMk/>
            <pc:sldMk cId="444673011" sldId="374"/>
            <ac:spMk id="679938" creationId="{2705C0EE-1794-43AE-B402-41545C69593C}"/>
          </ac:spMkLst>
        </pc:spChg>
        <pc:spChg chg="mod">
          <ac:chgData name="Eclair Chen" userId="bee3a08289d85a0e" providerId="LiveId" clId="{0669E903-625B-429F-81CF-4EBC8CB89A82}" dt="2024-11-03T14:34:36.434" v="249" actId="207"/>
          <ac:spMkLst>
            <pc:docMk/>
            <pc:sldMk cId="444673011" sldId="374"/>
            <ac:spMk id="679939" creationId="{4D3B59D9-647C-434D-B43A-EBB21EC9B25C}"/>
          </ac:spMkLst>
        </pc:spChg>
        <pc:picChg chg="del">
          <ac:chgData name="Eclair Chen" userId="bee3a08289d85a0e" providerId="LiveId" clId="{0669E903-625B-429F-81CF-4EBC8CB89A82}" dt="2024-11-03T14:29:29.628" v="151" actId="478"/>
          <ac:picMkLst>
            <pc:docMk/>
            <pc:sldMk cId="444673011" sldId="374"/>
            <ac:picMk id="2" creationId="{B5BB18E5-8579-4632-ABCA-39186A24A371}"/>
          </ac:picMkLst>
        </pc:picChg>
      </pc:sldChg>
      <pc:sldChg chg="addSp delSp modSp add mod">
        <pc:chgData name="Eclair Chen" userId="bee3a08289d85a0e" providerId="LiveId" clId="{0669E903-625B-429F-81CF-4EBC8CB89A82}" dt="2024-11-03T15:06:51.048" v="583" actId="1076"/>
        <pc:sldMkLst>
          <pc:docMk/>
          <pc:sldMk cId="2654279112" sldId="375"/>
        </pc:sldMkLst>
        <pc:spChg chg="mod">
          <ac:chgData name="Eclair Chen" userId="bee3a08289d85a0e" providerId="LiveId" clId="{0669E903-625B-429F-81CF-4EBC8CB89A82}" dt="2024-11-03T14:54:30.410" v="415" actId="20577"/>
          <ac:spMkLst>
            <pc:docMk/>
            <pc:sldMk cId="2654279112" sldId="375"/>
            <ac:spMk id="694274" creationId="{EA0F1217-6652-4B51-80C9-FC35F7769635}"/>
          </ac:spMkLst>
        </pc:spChg>
        <pc:picChg chg="del">
          <ac:chgData name="Eclair Chen" userId="bee3a08289d85a0e" providerId="LiveId" clId="{0669E903-625B-429F-81CF-4EBC8CB89A82}" dt="2024-11-03T15:06:38.633" v="578" actId="478"/>
          <ac:picMkLst>
            <pc:docMk/>
            <pc:sldMk cId="2654279112" sldId="375"/>
            <ac:picMk id="2" creationId="{7F28C4FB-AD3B-46B5-B983-11D9BC227050}"/>
          </ac:picMkLst>
        </pc:picChg>
        <pc:picChg chg="del">
          <ac:chgData name="Eclair Chen" userId="bee3a08289d85a0e" providerId="LiveId" clId="{0669E903-625B-429F-81CF-4EBC8CB89A82}" dt="2024-11-03T15:05:24.999" v="570" actId="478"/>
          <ac:picMkLst>
            <pc:docMk/>
            <pc:sldMk cId="2654279112" sldId="375"/>
            <ac:picMk id="3" creationId="{DB1F8288-96A2-4551-8AF8-94CE85F17747}"/>
          </ac:picMkLst>
        </pc:picChg>
        <pc:picChg chg="del">
          <ac:chgData name="Eclair Chen" userId="bee3a08289d85a0e" providerId="LiveId" clId="{0669E903-625B-429F-81CF-4EBC8CB89A82}" dt="2024-11-03T15:05:52.504" v="574" actId="478"/>
          <ac:picMkLst>
            <pc:docMk/>
            <pc:sldMk cId="2654279112" sldId="375"/>
            <ac:picMk id="4" creationId="{4E6F9473-D7C8-4782-9626-5F6F29BCBDE3}"/>
          </ac:picMkLst>
        </pc:picChg>
        <pc:picChg chg="add mod">
          <ac:chgData name="Eclair Chen" userId="bee3a08289d85a0e" providerId="LiveId" clId="{0669E903-625B-429F-81CF-4EBC8CB89A82}" dt="2024-11-03T15:05:35.259" v="573" actId="1076"/>
          <ac:picMkLst>
            <pc:docMk/>
            <pc:sldMk cId="2654279112" sldId="375"/>
            <ac:picMk id="5" creationId="{285F0912-6FCE-4F04-8B7C-B6E96E74761E}"/>
          </ac:picMkLst>
        </pc:picChg>
        <pc:picChg chg="add mod">
          <ac:chgData name="Eclair Chen" userId="bee3a08289d85a0e" providerId="LiveId" clId="{0669E903-625B-429F-81CF-4EBC8CB89A82}" dt="2024-11-03T15:06:07.831" v="577" actId="1076"/>
          <ac:picMkLst>
            <pc:docMk/>
            <pc:sldMk cId="2654279112" sldId="375"/>
            <ac:picMk id="6" creationId="{2A1F36AB-0BC4-464C-9C8F-94C9107147DC}"/>
          </ac:picMkLst>
        </pc:picChg>
        <pc:picChg chg="add mod ord">
          <ac:chgData name="Eclair Chen" userId="bee3a08289d85a0e" providerId="LiveId" clId="{0669E903-625B-429F-81CF-4EBC8CB89A82}" dt="2024-11-03T15:06:51.048" v="583" actId="1076"/>
          <ac:picMkLst>
            <pc:docMk/>
            <pc:sldMk cId="2654279112" sldId="375"/>
            <ac:picMk id="7" creationId="{25533BF9-3460-4D13-8482-6F9DB4FD9EB7}"/>
          </ac:picMkLst>
        </pc:picChg>
      </pc:sldChg>
    </pc:docChg>
  </pc:docChgLst>
  <pc:docChgLst>
    <pc:chgData name="Eclair Chen" userId="bee3a08289d85a0e" providerId="LiveId" clId="{F056BE51-4703-4888-91BA-0AE6D33AB5AF}"/>
    <pc:docChg chg="custSel modSld">
      <pc:chgData name="Eclair Chen" userId="bee3a08289d85a0e" providerId="LiveId" clId="{F056BE51-4703-4888-91BA-0AE6D33AB5AF}" dt="2024-12-25T07:41:17.799" v="52" actId="1076"/>
      <pc:docMkLst>
        <pc:docMk/>
      </pc:docMkLst>
      <pc:sldChg chg="addSp delSp modSp mod">
        <pc:chgData name="Eclair Chen" userId="bee3a08289d85a0e" providerId="LiveId" clId="{F056BE51-4703-4888-91BA-0AE6D33AB5AF}" dt="2024-12-25T07:31:20.155" v="14" actId="1076"/>
        <pc:sldMkLst>
          <pc:docMk/>
          <pc:sldMk cId="0" sldId="304"/>
        </pc:sldMkLst>
        <pc:picChg chg="del">
          <ac:chgData name="Eclair Chen" userId="bee3a08289d85a0e" providerId="LiveId" clId="{F056BE51-4703-4888-91BA-0AE6D33AB5AF}" dt="2024-12-25T07:29:52.885" v="0" actId="478"/>
          <ac:picMkLst>
            <pc:docMk/>
            <pc:sldMk cId="0" sldId="304"/>
            <ac:picMk id="2" creationId="{0E6F6B50-98F2-42D1-981C-30EC3D835413}"/>
          </ac:picMkLst>
        </pc:picChg>
        <pc:picChg chg="del">
          <ac:chgData name="Eclair Chen" userId="bee3a08289d85a0e" providerId="LiveId" clId="{F056BE51-4703-4888-91BA-0AE6D33AB5AF}" dt="2024-12-25T07:30:34.684" v="5" actId="478"/>
          <ac:picMkLst>
            <pc:docMk/>
            <pc:sldMk cId="0" sldId="304"/>
            <ac:picMk id="3" creationId="{E3ACE891-3600-446E-A07E-CB6909B34609}"/>
          </ac:picMkLst>
        </pc:picChg>
        <pc:picChg chg="mod">
          <ac:chgData name="Eclair Chen" userId="bee3a08289d85a0e" providerId="LiveId" clId="{F056BE51-4703-4888-91BA-0AE6D33AB5AF}" dt="2024-12-25T07:31:20.155" v="14" actId="1076"/>
          <ac:picMkLst>
            <pc:docMk/>
            <pc:sldMk cId="0" sldId="304"/>
            <ac:picMk id="4" creationId="{D83546F6-B84C-4168-B7DF-CF727238694E}"/>
          </ac:picMkLst>
        </pc:picChg>
        <pc:picChg chg="add mod">
          <ac:chgData name="Eclair Chen" userId="bee3a08289d85a0e" providerId="LiveId" clId="{F056BE51-4703-4888-91BA-0AE6D33AB5AF}" dt="2024-12-25T07:30:01.697" v="4" actId="1076"/>
          <ac:picMkLst>
            <pc:docMk/>
            <pc:sldMk cId="0" sldId="304"/>
            <ac:picMk id="7" creationId="{521F11D6-22FE-4B8E-8F18-4C154128934F}"/>
          </ac:picMkLst>
        </pc:picChg>
        <pc:picChg chg="add mod">
          <ac:chgData name="Eclair Chen" userId="bee3a08289d85a0e" providerId="LiveId" clId="{F056BE51-4703-4888-91BA-0AE6D33AB5AF}" dt="2024-12-25T07:31:12.956" v="13" actId="692"/>
          <ac:picMkLst>
            <pc:docMk/>
            <pc:sldMk cId="0" sldId="304"/>
            <ac:picMk id="10" creationId="{9B831B06-EC4A-4D95-B685-923720E26851}"/>
          </ac:picMkLst>
        </pc:picChg>
      </pc:sldChg>
      <pc:sldChg chg="addSp delSp modSp mod">
        <pc:chgData name="Eclair Chen" userId="bee3a08289d85a0e" providerId="LiveId" clId="{F056BE51-4703-4888-91BA-0AE6D33AB5AF}" dt="2024-12-25T07:32:56.947" v="18" actId="1076"/>
        <pc:sldMkLst>
          <pc:docMk/>
          <pc:sldMk cId="0" sldId="309"/>
        </pc:sldMkLst>
        <pc:picChg chg="del">
          <ac:chgData name="Eclair Chen" userId="bee3a08289d85a0e" providerId="LiveId" clId="{F056BE51-4703-4888-91BA-0AE6D33AB5AF}" dt="2024-12-25T07:32:36.331" v="15" actId="478"/>
          <ac:picMkLst>
            <pc:docMk/>
            <pc:sldMk cId="0" sldId="309"/>
            <ac:picMk id="2" creationId="{49CE1D95-6205-4002-800E-9E66E7E72AC4}"/>
          </ac:picMkLst>
        </pc:picChg>
        <pc:picChg chg="add mod">
          <ac:chgData name="Eclair Chen" userId="bee3a08289d85a0e" providerId="LiveId" clId="{F056BE51-4703-4888-91BA-0AE6D33AB5AF}" dt="2024-12-25T07:32:56.947" v="18" actId="1076"/>
          <ac:picMkLst>
            <pc:docMk/>
            <pc:sldMk cId="0" sldId="309"/>
            <ac:picMk id="5" creationId="{81A47E7A-4988-4148-A727-01B06D6BAF09}"/>
          </ac:picMkLst>
        </pc:picChg>
      </pc:sldChg>
      <pc:sldChg chg="addSp delSp modSp mod">
        <pc:chgData name="Eclair Chen" userId="bee3a08289d85a0e" providerId="LiveId" clId="{F056BE51-4703-4888-91BA-0AE6D33AB5AF}" dt="2024-12-25T07:33:56.274" v="24" actId="167"/>
        <pc:sldMkLst>
          <pc:docMk/>
          <pc:sldMk cId="0" sldId="311"/>
        </pc:sldMkLst>
        <pc:picChg chg="del">
          <ac:chgData name="Eclair Chen" userId="bee3a08289d85a0e" providerId="LiveId" clId="{F056BE51-4703-4888-91BA-0AE6D33AB5AF}" dt="2024-12-25T07:33:44.929" v="19" actId="478"/>
          <ac:picMkLst>
            <pc:docMk/>
            <pc:sldMk cId="0" sldId="311"/>
            <ac:picMk id="2" creationId="{9CEAAC17-F8DD-4FE5-AF03-1DAF1590335D}"/>
          </ac:picMkLst>
        </pc:picChg>
        <pc:picChg chg="add mod ord">
          <ac:chgData name="Eclair Chen" userId="bee3a08289d85a0e" providerId="LiveId" clId="{F056BE51-4703-4888-91BA-0AE6D33AB5AF}" dt="2024-12-25T07:33:56.274" v="24" actId="167"/>
          <ac:picMkLst>
            <pc:docMk/>
            <pc:sldMk cId="0" sldId="311"/>
            <ac:picMk id="4" creationId="{79A7178D-BE42-46EC-B4B8-12454A0837F1}"/>
          </ac:picMkLst>
        </pc:picChg>
      </pc:sldChg>
      <pc:sldChg chg="addSp delSp modSp mod">
        <pc:chgData name="Eclair Chen" userId="bee3a08289d85a0e" providerId="LiveId" clId="{F056BE51-4703-4888-91BA-0AE6D33AB5AF}" dt="2024-12-25T07:37:06.782" v="30" actId="1076"/>
        <pc:sldMkLst>
          <pc:docMk/>
          <pc:sldMk cId="0" sldId="343"/>
        </pc:sldMkLst>
        <pc:picChg chg="del">
          <ac:chgData name="Eclair Chen" userId="bee3a08289d85a0e" providerId="LiveId" clId="{F056BE51-4703-4888-91BA-0AE6D33AB5AF}" dt="2024-12-25T07:36:56.196" v="25" actId="478"/>
          <ac:picMkLst>
            <pc:docMk/>
            <pc:sldMk cId="0" sldId="343"/>
            <ac:picMk id="3" creationId="{97FA0D07-E83D-4B99-BA1F-77D125EF83AE}"/>
          </ac:picMkLst>
        </pc:picChg>
        <pc:picChg chg="add mod">
          <ac:chgData name="Eclair Chen" userId="bee3a08289d85a0e" providerId="LiveId" clId="{F056BE51-4703-4888-91BA-0AE6D33AB5AF}" dt="2024-12-25T07:37:06.782" v="30" actId="1076"/>
          <ac:picMkLst>
            <pc:docMk/>
            <pc:sldMk cId="0" sldId="343"/>
            <ac:picMk id="4" creationId="{5044ACA0-506D-4D00-A29D-24F2D4B66F59}"/>
          </ac:picMkLst>
        </pc:picChg>
      </pc:sldChg>
      <pc:sldChg chg="addSp delSp modSp mod">
        <pc:chgData name="Eclair Chen" userId="bee3a08289d85a0e" providerId="LiveId" clId="{F056BE51-4703-4888-91BA-0AE6D33AB5AF}" dt="2024-12-25T07:38:41.342" v="36" actId="1076"/>
        <pc:sldMkLst>
          <pc:docMk/>
          <pc:sldMk cId="0" sldId="345"/>
        </pc:sldMkLst>
        <pc:spChg chg="mod">
          <ac:chgData name="Eclair Chen" userId="bee3a08289d85a0e" providerId="LiveId" clId="{F056BE51-4703-4888-91BA-0AE6D33AB5AF}" dt="2024-12-25T07:38:41.342" v="36" actId="1076"/>
          <ac:spMkLst>
            <pc:docMk/>
            <pc:sldMk cId="0" sldId="345"/>
            <ac:spMk id="683011" creationId="{24FE00FE-928B-473E-B0D9-5143777A54C3}"/>
          </ac:spMkLst>
        </pc:spChg>
        <pc:picChg chg="del">
          <ac:chgData name="Eclair Chen" userId="bee3a08289d85a0e" providerId="LiveId" clId="{F056BE51-4703-4888-91BA-0AE6D33AB5AF}" dt="2024-12-25T07:38:27.859" v="31" actId="478"/>
          <ac:picMkLst>
            <pc:docMk/>
            <pc:sldMk cId="0" sldId="345"/>
            <ac:picMk id="2" creationId="{89CF777B-BAB7-4945-8AE9-3EA494C18F53}"/>
          </ac:picMkLst>
        </pc:picChg>
        <pc:picChg chg="add mod ord">
          <ac:chgData name="Eclair Chen" userId="bee3a08289d85a0e" providerId="LiveId" clId="{F056BE51-4703-4888-91BA-0AE6D33AB5AF}" dt="2024-12-25T07:38:35.445" v="35" actId="167"/>
          <ac:picMkLst>
            <pc:docMk/>
            <pc:sldMk cId="0" sldId="345"/>
            <ac:picMk id="4" creationId="{79B11460-A270-45DC-9882-75C06AD2303F}"/>
          </ac:picMkLst>
        </pc:picChg>
      </pc:sldChg>
      <pc:sldChg chg="addSp delSp modSp mod">
        <pc:chgData name="Eclair Chen" userId="bee3a08289d85a0e" providerId="LiveId" clId="{F056BE51-4703-4888-91BA-0AE6D33AB5AF}" dt="2024-12-25T07:40:39.449" v="51" actId="1076"/>
        <pc:sldMkLst>
          <pc:docMk/>
          <pc:sldMk cId="0" sldId="349"/>
        </pc:sldMkLst>
        <pc:picChg chg="del">
          <ac:chgData name="Eclair Chen" userId="bee3a08289d85a0e" providerId="LiveId" clId="{F056BE51-4703-4888-91BA-0AE6D33AB5AF}" dt="2024-12-25T07:39:29.390" v="37" actId="478"/>
          <ac:picMkLst>
            <pc:docMk/>
            <pc:sldMk cId="0" sldId="349"/>
            <ac:picMk id="2" creationId="{8AEFEE9B-6F23-4DD3-AA19-B82541006D1F}"/>
          </ac:picMkLst>
        </pc:picChg>
        <pc:picChg chg="del">
          <ac:chgData name="Eclair Chen" userId="bee3a08289d85a0e" providerId="LiveId" clId="{F056BE51-4703-4888-91BA-0AE6D33AB5AF}" dt="2024-12-25T07:40:14.554" v="43" actId="478"/>
          <ac:picMkLst>
            <pc:docMk/>
            <pc:sldMk cId="0" sldId="349"/>
            <ac:picMk id="3" creationId="{57416C16-6985-4DCD-8883-5BA7FB61A168}"/>
          </ac:picMkLst>
        </pc:picChg>
        <pc:picChg chg="add mod">
          <ac:chgData name="Eclair Chen" userId="bee3a08289d85a0e" providerId="LiveId" clId="{F056BE51-4703-4888-91BA-0AE6D33AB5AF}" dt="2024-12-25T07:39:42.413" v="42" actId="1076"/>
          <ac:picMkLst>
            <pc:docMk/>
            <pc:sldMk cId="0" sldId="349"/>
            <ac:picMk id="8" creationId="{C80F59C9-AEB7-4AF6-964C-21A66ECFBD3F}"/>
          </ac:picMkLst>
        </pc:picChg>
        <pc:picChg chg="add mod">
          <ac:chgData name="Eclair Chen" userId="bee3a08289d85a0e" providerId="LiveId" clId="{F056BE51-4703-4888-91BA-0AE6D33AB5AF}" dt="2024-12-25T07:40:39.449" v="51" actId="1076"/>
          <ac:picMkLst>
            <pc:docMk/>
            <pc:sldMk cId="0" sldId="349"/>
            <ac:picMk id="10" creationId="{777D2382-AC03-4FA9-B1DB-333A6999E716}"/>
          </ac:picMkLst>
        </pc:picChg>
      </pc:sldChg>
      <pc:sldChg chg="modSp">
        <pc:chgData name="Eclair Chen" userId="bee3a08289d85a0e" providerId="LiveId" clId="{F056BE51-4703-4888-91BA-0AE6D33AB5AF}" dt="2024-12-25T07:41:17.799" v="52" actId="1076"/>
        <pc:sldMkLst>
          <pc:docMk/>
          <pc:sldMk cId="0" sldId="355"/>
        </pc:sldMkLst>
        <pc:spChg chg="mod">
          <ac:chgData name="Eclair Chen" userId="bee3a08289d85a0e" providerId="LiveId" clId="{F056BE51-4703-4888-91BA-0AE6D33AB5AF}" dt="2024-12-25T07:41:17.799" v="52" actId="1076"/>
          <ac:spMkLst>
            <pc:docMk/>
            <pc:sldMk cId="0" sldId="355"/>
            <ac:spMk id="10" creationId="{1EE24596-82EF-48EE-8B9F-70C7DE7B9487}"/>
          </ac:spMkLst>
        </pc:spChg>
      </pc:sldChg>
    </pc:docChg>
  </pc:docChgLst>
  <pc:docChgLst>
    <pc:chgData name="Eclair Chen" userId="bee3a08289d85a0e" providerId="LiveId" clId="{030EED1F-881D-4938-95B5-A006EF637422}"/>
    <pc:docChg chg="delSld modSld">
      <pc:chgData name="Eclair Chen" userId="bee3a08289d85a0e" providerId="LiveId" clId="{030EED1F-881D-4938-95B5-A006EF637422}" dt="2024-07-03T16:37:49.460" v="503" actId="2696"/>
      <pc:docMkLst>
        <pc:docMk/>
      </pc:docMkLst>
      <pc:sldChg chg="addSp delSp modSp mod">
        <pc:chgData name="Eclair Chen" userId="bee3a08289d85a0e" providerId="LiveId" clId="{030EED1F-881D-4938-95B5-A006EF637422}" dt="2024-07-03T15:24:02.906" v="54" actId="14100"/>
        <pc:sldMkLst>
          <pc:docMk/>
          <pc:sldMk cId="0" sldId="304"/>
        </pc:sldMkLst>
        <pc:spChg chg="mod">
          <ac:chgData name="Eclair Chen" userId="bee3a08289d85a0e" providerId="LiveId" clId="{030EED1F-881D-4938-95B5-A006EF637422}" dt="2024-07-03T15:24:02.906" v="54" actId="14100"/>
          <ac:spMkLst>
            <pc:docMk/>
            <pc:sldMk cId="0" sldId="304"/>
            <ac:spMk id="578564" creationId="{4CB7DB32-2CC1-434E-9D79-00FF7FAD9624}"/>
          </ac:spMkLst>
        </pc:spChg>
        <pc:spChg chg="mod">
          <ac:chgData name="Eclair Chen" userId="bee3a08289d85a0e" providerId="LiveId" clId="{030EED1F-881D-4938-95B5-A006EF637422}" dt="2024-07-03T15:20:56.006" v="17" actId="1076"/>
          <ac:spMkLst>
            <pc:docMk/>
            <pc:sldMk cId="0" sldId="304"/>
            <ac:spMk id="578565" creationId="{0C354C89-D08F-4F8E-967C-EE8F71D91E73}"/>
          </ac:spMkLst>
        </pc:spChg>
        <pc:spChg chg="mod">
          <ac:chgData name="Eclair Chen" userId="bee3a08289d85a0e" providerId="LiveId" clId="{030EED1F-881D-4938-95B5-A006EF637422}" dt="2024-07-03T15:21:36.726" v="29" actId="14100"/>
          <ac:spMkLst>
            <pc:docMk/>
            <pc:sldMk cId="0" sldId="304"/>
            <ac:spMk id="578574" creationId="{FFA62F01-5F92-4936-A3E2-304E1063B237}"/>
          </ac:spMkLst>
        </pc:spChg>
        <pc:picChg chg="add mod">
          <ac:chgData name="Eclair Chen" userId="bee3a08289d85a0e" providerId="LiveId" clId="{030EED1F-881D-4938-95B5-A006EF637422}" dt="2024-07-03T15:20:58.817" v="18" actId="1076"/>
          <ac:picMkLst>
            <pc:docMk/>
            <pc:sldMk cId="0" sldId="304"/>
            <ac:picMk id="2" creationId="{0E6F6B50-98F2-42D1-981C-30EC3D835413}"/>
          </ac:picMkLst>
        </pc:picChg>
        <pc:picChg chg="add mod">
          <ac:chgData name="Eclair Chen" userId="bee3a08289d85a0e" providerId="LiveId" clId="{030EED1F-881D-4938-95B5-A006EF637422}" dt="2024-07-03T15:23:46.787" v="44" actId="1076"/>
          <ac:picMkLst>
            <pc:docMk/>
            <pc:sldMk cId="0" sldId="304"/>
            <ac:picMk id="3" creationId="{E3ACE891-3600-446E-A07E-CB6909B34609}"/>
          </ac:picMkLst>
        </pc:picChg>
        <pc:picChg chg="add mod">
          <ac:chgData name="Eclair Chen" userId="bee3a08289d85a0e" providerId="LiveId" clId="{030EED1F-881D-4938-95B5-A006EF637422}" dt="2024-07-03T15:23:51.696" v="46" actId="1076"/>
          <ac:picMkLst>
            <pc:docMk/>
            <pc:sldMk cId="0" sldId="304"/>
            <ac:picMk id="4" creationId="{D83546F6-B84C-4168-B7DF-CF727238694E}"/>
          </ac:picMkLst>
        </pc:picChg>
        <pc:picChg chg="add mod">
          <ac:chgData name="Eclair Chen" userId="bee3a08289d85a0e" providerId="LiveId" clId="{030EED1F-881D-4938-95B5-A006EF637422}" dt="2024-07-03T15:23:53.957" v="47" actId="1076"/>
          <ac:picMkLst>
            <pc:docMk/>
            <pc:sldMk cId="0" sldId="304"/>
            <ac:picMk id="5" creationId="{EAEB45D6-60E5-445A-86A5-1169B4E2EC18}"/>
          </ac:picMkLst>
        </pc:picChg>
        <pc:picChg chg="add mod">
          <ac:chgData name="Eclair Chen" userId="bee3a08289d85a0e" providerId="LiveId" clId="{030EED1F-881D-4938-95B5-A006EF637422}" dt="2024-07-03T15:21:13.524" v="21" actId="1076"/>
          <ac:picMkLst>
            <pc:docMk/>
            <pc:sldMk cId="0" sldId="304"/>
            <ac:picMk id="11" creationId="{80625BAC-04D9-4A4E-9150-CDA08AB6DA4F}"/>
          </ac:picMkLst>
        </pc:picChg>
        <pc:picChg chg="del">
          <ac:chgData name="Eclair Chen" userId="bee3a08289d85a0e" providerId="LiveId" clId="{030EED1F-881D-4938-95B5-A006EF637422}" dt="2024-07-03T15:18:30.557" v="0" actId="478"/>
          <ac:picMkLst>
            <pc:docMk/>
            <pc:sldMk cId="0" sldId="304"/>
            <ac:picMk id="578569" creationId="{D4A9B271-B597-48E9-BFE4-BBCE6640F018}"/>
          </ac:picMkLst>
        </pc:picChg>
        <pc:picChg chg="del">
          <ac:chgData name="Eclair Chen" userId="bee3a08289d85a0e" providerId="LiveId" clId="{030EED1F-881D-4938-95B5-A006EF637422}" dt="2024-07-03T15:19:15.495" v="7" actId="478"/>
          <ac:picMkLst>
            <pc:docMk/>
            <pc:sldMk cId="0" sldId="304"/>
            <ac:picMk id="578572" creationId="{9FEBAA44-9F75-4ADC-AD7A-D98E0A62229D}"/>
          </ac:picMkLst>
        </pc:picChg>
      </pc:sldChg>
      <pc:sldChg chg="addSp delSp modSp del mod">
        <pc:chgData name="Eclair Chen" userId="bee3a08289d85a0e" providerId="LiveId" clId="{030EED1F-881D-4938-95B5-A006EF637422}" dt="2024-07-03T15:24:09.076" v="55" actId="2696"/>
        <pc:sldMkLst>
          <pc:docMk/>
          <pc:sldMk cId="0" sldId="305"/>
        </pc:sldMkLst>
        <pc:picChg chg="add mod">
          <ac:chgData name="Eclair Chen" userId="bee3a08289d85a0e" providerId="LiveId" clId="{030EED1F-881D-4938-95B5-A006EF637422}" dt="2024-07-03T15:19:54.235" v="13" actId="1076"/>
          <ac:picMkLst>
            <pc:docMk/>
            <pc:sldMk cId="0" sldId="305"/>
            <ac:picMk id="2" creationId="{10003012-F114-432A-B359-A1D83C79674D}"/>
          </ac:picMkLst>
        </pc:picChg>
        <pc:picChg chg="del">
          <ac:chgData name="Eclair Chen" userId="bee3a08289d85a0e" providerId="LiveId" clId="{030EED1F-881D-4938-95B5-A006EF637422}" dt="2024-07-03T15:19:47.357" v="10" actId="478"/>
          <ac:picMkLst>
            <pc:docMk/>
            <pc:sldMk cId="0" sldId="305"/>
            <ac:picMk id="579623" creationId="{3818A60A-EF71-4EE1-B957-9D7D559DF2DD}"/>
          </ac:picMkLst>
        </pc:picChg>
      </pc:sldChg>
      <pc:sldChg chg="addSp delSp modSp del mod">
        <pc:chgData name="Eclair Chen" userId="bee3a08289d85a0e" providerId="LiveId" clId="{030EED1F-881D-4938-95B5-A006EF637422}" dt="2024-07-03T15:32:09.643" v="94" actId="2696"/>
        <pc:sldMkLst>
          <pc:docMk/>
          <pc:sldMk cId="0" sldId="307"/>
        </pc:sldMkLst>
        <pc:spChg chg="mod">
          <ac:chgData name="Eclair Chen" userId="bee3a08289d85a0e" providerId="LiveId" clId="{030EED1F-881D-4938-95B5-A006EF637422}" dt="2024-07-03T15:30:45.725" v="80" actId="14100"/>
          <ac:spMkLst>
            <pc:docMk/>
            <pc:sldMk cId="0" sldId="307"/>
            <ac:spMk id="581651" creationId="{94DA7D51-3BD6-4880-A160-1D83FF41970F}"/>
          </ac:spMkLst>
        </pc:spChg>
        <pc:picChg chg="add mod">
          <ac:chgData name="Eclair Chen" userId="bee3a08289d85a0e" providerId="LiveId" clId="{030EED1F-881D-4938-95B5-A006EF637422}" dt="2024-07-03T15:28:29.590" v="58" actId="1076"/>
          <ac:picMkLst>
            <pc:docMk/>
            <pc:sldMk cId="0" sldId="307"/>
            <ac:picMk id="2" creationId="{6AB52CA3-20F0-4BA5-9904-B69F60637CA2}"/>
          </ac:picMkLst>
        </pc:picChg>
        <pc:picChg chg="del">
          <ac:chgData name="Eclair Chen" userId="bee3a08289d85a0e" providerId="LiveId" clId="{030EED1F-881D-4938-95B5-A006EF637422}" dt="2024-07-03T15:28:26.737" v="56" actId="478"/>
          <ac:picMkLst>
            <pc:docMk/>
            <pc:sldMk cId="0" sldId="307"/>
            <ac:picMk id="581652" creationId="{BA61C034-FA56-4FA7-B22F-C8386AD6B3F2}"/>
          </ac:picMkLst>
        </pc:picChg>
      </pc:sldChg>
      <pc:sldChg chg="addSp delSp modSp mod">
        <pc:chgData name="Eclair Chen" userId="bee3a08289d85a0e" providerId="LiveId" clId="{030EED1F-881D-4938-95B5-A006EF637422}" dt="2024-07-03T15:31:59.708" v="93" actId="207"/>
        <pc:sldMkLst>
          <pc:docMk/>
          <pc:sldMk cId="0" sldId="308"/>
        </pc:sldMkLst>
        <pc:spChg chg="add del mod">
          <ac:chgData name="Eclair Chen" userId="bee3a08289d85a0e" providerId="LiveId" clId="{030EED1F-881D-4938-95B5-A006EF637422}" dt="2024-07-03T15:29:42.682" v="62" actId="478"/>
          <ac:spMkLst>
            <pc:docMk/>
            <pc:sldMk cId="0" sldId="308"/>
            <ac:spMk id="2" creationId="{4CFE5C50-C7B1-4BBF-A2B8-73CE93B37C36}"/>
          </ac:spMkLst>
        </pc:spChg>
        <pc:spChg chg="add mod">
          <ac:chgData name="Eclair Chen" userId="bee3a08289d85a0e" providerId="LiveId" clId="{030EED1F-881D-4938-95B5-A006EF637422}" dt="2024-07-03T15:31:59.708" v="93" actId="207"/>
          <ac:spMkLst>
            <pc:docMk/>
            <pc:sldMk cId="0" sldId="308"/>
            <ac:spMk id="11" creationId="{12C5371D-D256-46CD-A234-BA5CE0A93FFA}"/>
          </ac:spMkLst>
        </pc:spChg>
        <pc:spChg chg="del">
          <ac:chgData name="Eclair Chen" userId="bee3a08289d85a0e" providerId="LiveId" clId="{030EED1F-881D-4938-95B5-A006EF637422}" dt="2024-07-03T15:29:39.620" v="61" actId="478"/>
          <ac:spMkLst>
            <pc:docMk/>
            <pc:sldMk cId="0" sldId="308"/>
            <ac:spMk id="582682" creationId="{A5817C65-9DD1-44B4-8004-4AE477C59EAD}"/>
          </ac:spMkLst>
        </pc:spChg>
        <pc:picChg chg="add mod">
          <ac:chgData name="Eclair Chen" userId="bee3a08289d85a0e" providerId="LiveId" clId="{030EED1F-881D-4938-95B5-A006EF637422}" dt="2024-07-03T15:30:18.286" v="71" actId="1076"/>
          <ac:picMkLst>
            <pc:docMk/>
            <pc:sldMk cId="0" sldId="308"/>
            <ac:picMk id="3" creationId="{F659FE55-FCF3-4884-A6E0-DC7356B6D29C}"/>
          </ac:picMkLst>
        </pc:picChg>
        <pc:picChg chg="add mod">
          <ac:chgData name="Eclair Chen" userId="bee3a08289d85a0e" providerId="LiveId" clId="{030EED1F-881D-4938-95B5-A006EF637422}" dt="2024-07-03T15:31:36.539" v="91" actId="1076"/>
          <ac:picMkLst>
            <pc:docMk/>
            <pc:sldMk cId="0" sldId="308"/>
            <ac:picMk id="10" creationId="{9A9DFF07-BC1E-434E-806E-C4B6B7871946}"/>
          </ac:picMkLst>
        </pc:picChg>
        <pc:picChg chg="del">
          <ac:chgData name="Eclair Chen" userId="bee3a08289d85a0e" providerId="LiveId" clId="{030EED1F-881D-4938-95B5-A006EF637422}" dt="2024-07-03T15:29:35.746" v="59" actId="478"/>
          <ac:picMkLst>
            <pc:docMk/>
            <pc:sldMk cId="0" sldId="308"/>
            <ac:picMk id="582691" creationId="{924EBE6D-7EE6-4F4D-8530-22CB3264DED9}"/>
          </ac:picMkLst>
        </pc:picChg>
        <pc:picChg chg="del">
          <ac:chgData name="Eclair Chen" userId="bee3a08289d85a0e" providerId="LiveId" clId="{030EED1F-881D-4938-95B5-A006EF637422}" dt="2024-07-03T15:29:37.170" v="60" actId="478"/>
          <ac:picMkLst>
            <pc:docMk/>
            <pc:sldMk cId="0" sldId="308"/>
            <ac:picMk id="582692" creationId="{F570F371-ECF8-4181-AE84-EA0D74552124}"/>
          </ac:picMkLst>
        </pc:picChg>
      </pc:sldChg>
      <pc:sldChg chg="addSp delSp modSp mod">
        <pc:chgData name="Eclair Chen" userId="bee3a08289d85a0e" providerId="LiveId" clId="{030EED1F-881D-4938-95B5-A006EF637422}" dt="2024-07-03T15:35:39.088" v="106" actId="1076"/>
        <pc:sldMkLst>
          <pc:docMk/>
          <pc:sldMk cId="0" sldId="309"/>
        </pc:sldMkLst>
        <pc:picChg chg="add mod">
          <ac:chgData name="Eclair Chen" userId="bee3a08289d85a0e" providerId="LiveId" clId="{030EED1F-881D-4938-95B5-A006EF637422}" dt="2024-07-03T15:35:00.781" v="103" actId="1076"/>
          <ac:picMkLst>
            <pc:docMk/>
            <pc:sldMk cId="0" sldId="309"/>
            <ac:picMk id="2" creationId="{49CE1D95-6205-4002-800E-9E66E7E72AC4}"/>
          </ac:picMkLst>
        </pc:picChg>
        <pc:picChg chg="add mod">
          <ac:chgData name="Eclair Chen" userId="bee3a08289d85a0e" providerId="LiveId" clId="{030EED1F-881D-4938-95B5-A006EF637422}" dt="2024-07-03T15:35:39.088" v="106" actId="1076"/>
          <ac:picMkLst>
            <pc:docMk/>
            <pc:sldMk cId="0" sldId="309"/>
            <ac:picMk id="3" creationId="{47566B06-C024-45A4-A964-C7DEC22AF6BD}"/>
          </ac:picMkLst>
        </pc:picChg>
        <pc:picChg chg="del">
          <ac:chgData name="Eclair Chen" userId="bee3a08289d85a0e" providerId="LiveId" clId="{030EED1F-881D-4938-95B5-A006EF637422}" dt="2024-07-03T15:34:56.657" v="101" actId="478"/>
          <ac:picMkLst>
            <pc:docMk/>
            <pc:sldMk cId="0" sldId="309"/>
            <ac:picMk id="583829" creationId="{7454B05A-DACD-439C-A8AA-4FC4B71C93D2}"/>
          </ac:picMkLst>
        </pc:picChg>
        <pc:picChg chg="del">
          <ac:chgData name="Eclair Chen" userId="bee3a08289d85a0e" providerId="LiveId" clId="{030EED1F-881D-4938-95B5-A006EF637422}" dt="2024-07-03T15:35:34.876" v="104" actId="478"/>
          <ac:picMkLst>
            <pc:docMk/>
            <pc:sldMk cId="0" sldId="309"/>
            <ac:picMk id="583830" creationId="{A973843D-238F-48CA-BF28-94A1268C48B2}"/>
          </ac:picMkLst>
        </pc:picChg>
      </pc:sldChg>
      <pc:sldChg chg="addSp delSp modSp mod">
        <pc:chgData name="Eclair Chen" userId="bee3a08289d85a0e" providerId="LiveId" clId="{030EED1F-881D-4938-95B5-A006EF637422}" dt="2024-07-03T15:36:29.722" v="111" actId="1076"/>
        <pc:sldMkLst>
          <pc:docMk/>
          <pc:sldMk cId="0" sldId="310"/>
        </pc:sldMkLst>
        <pc:picChg chg="add mod">
          <ac:chgData name="Eclair Chen" userId="bee3a08289d85a0e" providerId="LiveId" clId="{030EED1F-881D-4938-95B5-A006EF637422}" dt="2024-07-03T15:36:29.722" v="111" actId="1076"/>
          <ac:picMkLst>
            <pc:docMk/>
            <pc:sldMk cId="0" sldId="310"/>
            <ac:picMk id="2" creationId="{097FED92-AFB3-4719-8200-0CE2F13DE281}"/>
          </ac:picMkLst>
        </pc:picChg>
        <pc:picChg chg="del">
          <ac:chgData name="Eclair Chen" userId="bee3a08289d85a0e" providerId="LiveId" clId="{030EED1F-881D-4938-95B5-A006EF637422}" dt="2024-07-03T15:36:21.115" v="107" actId="478"/>
          <ac:picMkLst>
            <pc:docMk/>
            <pc:sldMk cId="0" sldId="310"/>
            <ac:picMk id="584724" creationId="{AC68F4D3-7E0E-4C8A-8AC8-486C3DFD9B94}"/>
          </ac:picMkLst>
        </pc:picChg>
        <pc:picChg chg="del">
          <ac:chgData name="Eclair Chen" userId="bee3a08289d85a0e" providerId="LiveId" clId="{030EED1F-881D-4938-95B5-A006EF637422}" dt="2024-07-03T15:36:23.187" v="108" actId="478"/>
          <ac:picMkLst>
            <pc:docMk/>
            <pc:sldMk cId="0" sldId="310"/>
            <ac:picMk id="584725" creationId="{96048075-7879-43D0-A2A2-86071D65B405}"/>
          </ac:picMkLst>
        </pc:picChg>
      </pc:sldChg>
      <pc:sldChg chg="addSp delSp modSp mod">
        <pc:chgData name="Eclair Chen" userId="bee3a08289d85a0e" providerId="LiveId" clId="{030EED1F-881D-4938-95B5-A006EF637422}" dt="2024-07-03T15:50:09.655" v="136" actId="1076"/>
        <pc:sldMkLst>
          <pc:docMk/>
          <pc:sldMk cId="0" sldId="311"/>
        </pc:sldMkLst>
        <pc:spChg chg="mod">
          <ac:chgData name="Eclair Chen" userId="bee3a08289d85a0e" providerId="LiveId" clId="{030EED1F-881D-4938-95B5-A006EF637422}" dt="2024-07-03T15:50:09.655" v="136" actId="1076"/>
          <ac:spMkLst>
            <pc:docMk/>
            <pc:sldMk cId="0" sldId="311"/>
            <ac:spMk id="585733" creationId="{6F9AF8BA-3E1D-494E-8197-D00465D0D737}"/>
          </ac:spMkLst>
        </pc:spChg>
        <pc:picChg chg="add mod ord">
          <ac:chgData name="Eclair Chen" userId="bee3a08289d85a0e" providerId="LiveId" clId="{030EED1F-881D-4938-95B5-A006EF637422}" dt="2024-07-03T15:49:04.620" v="121" actId="1076"/>
          <ac:picMkLst>
            <pc:docMk/>
            <pc:sldMk cId="0" sldId="311"/>
            <ac:picMk id="2" creationId="{9CEAAC17-F8DD-4FE5-AF03-1DAF1590335D}"/>
          </ac:picMkLst>
        </pc:picChg>
        <pc:picChg chg="del">
          <ac:chgData name="Eclair Chen" userId="bee3a08289d85a0e" providerId="LiveId" clId="{030EED1F-881D-4938-95B5-A006EF637422}" dt="2024-07-03T15:37:28.756" v="112" actId="478"/>
          <ac:picMkLst>
            <pc:docMk/>
            <pc:sldMk cId="0" sldId="311"/>
            <ac:picMk id="585746" creationId="{4B1677C9-CB07-458D-AB7B-E8CC37C9FD91}"/>
          </ac:picMkLst>
        </pc:picChg>
        <pc:picChg chg="del">
          <ac:chgData name="Eclair Chen" userId="bee3a08289d85a0e" providerId="LiveId" clId="{030EED1F-881D-4938-95B5-A006EF637422}" dt="2024-07-03T15:37:30.657" v="113" actId="478"/>
          <ac:picMkLst>
            <pc:docMk/>
            <pc:sldMk cId="0" sldId="311"/>
            <ac:picMk id="585747" creationId="{26F67945-E3E7-4275-89BA-BB3904376166}"/>
          </ac:picMkLst>
        </pc:picChg>
      </pc:sldChg>
      <pc:sldChg chg="addSp delSp modSp mod">
        <pc:chgData name="Eclair Chen" userId="bee3a08289d85a0e" providerId="LiveId" clId="{030EED1F-881D-4938-95B5-A006EF637422}" dt="2024-07-03T15:51:53.968" v="146" actId="20577"/>
        <pc:sldMkLst>
          <pc:docMk/>
          <pc:sldMk cId="0" sldId="312"/>
        </pc:sldMkLst>
        <pc:spChg chg="mod">
          <ac:chgData name="Eclair Chen" userId="bee3a08289d85a0e" providerId="LiveId" clId="{030EED1F-881D-4938-95B5-A006EF637422}" dt="2024-07-03T15:51:53.968" v="146" actId="20577"/>
          <ac:spMkLst>
            <pc:docMk/>
            <pc:sldMk cId="0" sldId="312"/>
            <ac:spMk id="586756" creationId="{00AE2201-E9C9-4734-9233-60D81D457222}"/>
          </ac:spMkLst>
        </pc:spChg>
        <pc:picChg chg="add mod">
          <ac:chgData name="Eclair Chen" userId="bee3a08289d85a0e" providerId="LiveId" clId="{030EED1F-881D-4938-95B5-A006EF637422}" dt="2024-07-03T15:50:49.266" v="140" actId="1076"/>
          <ac:picMkLst>
            <pc:docMk/>
            <pc:sldMk cId="0" sldId="312"/>
            <ac:picMk id="2" creationId="{CB555945-E40E-4D71-9F58-9E8907AA5A80}"/>
          </ac:picMkLst>
        </pc:picChg>
        <pc:picChg chg="del">
          <ac:chgData name="Eclair Chen" userId="bee3a08289d85a0e" providerId="LiveId" clId="{030EED1F-881D-4938-95B5-A006EF637422}" dt="2024-07-03T15:50:44.347" v="137" actId="478"/>
          <ac:picMkLst>
            <pc:docMk/>
            <pc:sldMk cId="0" sldId="312"/>
            <ac:picMk id="586789" creationId="{0F80286C-E6D3-4C48-9181-15742171F93C}"/>
          </ac:picMkLst>
        </pc:picChg>
      </pc:sldChg>
      <pc:sldChg chg="addSp delSp modSp mod">
        <pc:chgData name="Eclair Chen" userId="bee3a08289d85a0e" providerId="LiveId" clId="{030EED1F-881D-4938-95B5-A006EF637422}" dt="2024-07-03T15:33:04.862" v="100" actId="14100"/>
        <pc:sldMkLst>
          <pc:docMk/>
          <pc:sldMk cId="0" sldId="342"/>
        </pc:sldMkLst>
        <pc:picChg chg="add mod">
          <ac:chgData name="Eclair Chen" userId="bee3a08289d85a0e" providerId="LiveId" clId="{030EED1F-881D-4938-95B5-A006EF637422}" dt="2024-07-03T15:33:04.862" v="100" actId="14100"/>
          <ac:picMkLst>
            <pc:docMk/>
            <pc:sldMk cId="0" sldId="342"/>
            <ac:picMk id="2" creationId="{B5BB18E5-8579-4632-ABCA-39186A24A371}"/>
          </ac:picMkLst>
        </pc:picChg>
        <pc:picChg chg="del">
          <ac:chgData name="Eclair Chen" userId="bee3a08289d85a0e" providerId="LiveId" clId="{030EED1F-881D-4938-95B5-A006EF637422}" dt="2024-07-03T15:32:49.388" v="95" actId="478"/>
          <ac:picMkLst>
            <pc:docMk/>
            <pc:sldMk cId="0" sldId="342"/>
            <ac:picMk id="679946" creationId="{BEC9EF41-C185-4208-8009-4E1BE93EC77D}"/>
          </ac:picMkLst>
        </pc:picChg>
        <pc:picChg chg="del">
          <ac:chgData name="Eclair Chen" userId="bee3a08289d85a0e" providerId="LiveId" clId="{030EED1F-881D-4938-95B5-A006EF637422}" dt="2024-07-03T15:32:51.043" v="96" actId="478"/>
          <ac:picMkLst>
            <pc:docMk/>
            <pc:sldMk cId="0" sldId="342"/>
            <ac:picMk id="679947" creationId="{8D175CDD-BC93-44AA-9169-0860CD8147ED}"/>
          </ac:picMkLst>
        </pc:picChg>
      </pc:sldChg>
      <pc:sldChg chg="addSp delSp modSp mod">
        <pc:chgData name="Eclair Chen" userId="bee3a08289d85a0e" providerId="LiveId" clId="{030EED1F-881D-4938-95B5-A006EF637422}" dt="2024-07-03T15:52:28.607" v="155" actId="14100"/>
        <pc:sldMkLst>
          <pc:docMk/>
          <pc:sldMk cId="0" sldId="343"/>
        </pc:sldMkLst>
        <pc:spChg chg="add del mod">
          <ac:chgData name="Eclair Chen" userId="bee3a08289d85a0e" providerId="LiveId" clId="{030EED1F-881D-4938-95B5-A006EF637422}" dt="2024-07-03T15:52:00.615" v="148" actId="478"/>
          <ac:spMkLst>
            <pc:docMk/>
            <pc:sldMk cId="0" sldId="343"/>
            <ac:spMk id="2" creationId="{2570E18F-8140-4B69-B975-603AFC174F6F}"/>
          </ac:spMkLst>
        </pc:spChg>
        <pc:spChg chg="mod">
          <ac:chgData name="Eclair Chen" userId="bee3a08289d85a0e" providerId="LiveId" clId="{030EED1F-881D-4938-95B5-A006EF637422}" dt="2024-07-03T15:52:11.828" v="152" actId="14100"/>
          <ac:spMkLst>
            <pc:docMk/>
            <pc:sldMk cId="0" sldId="343"/>
            <ac:spMk id="680962" creationId="{AB70CF24-2737-44C5-8E83-4AC4A74343D1}"/>
          </ac:spMkLst>
        </pc:spChg>
        <pc:spChg chg="del">
          <ac:chgData name="Eclair Chen" userId="bee3a08289d85a0e" providerId="LiveId" clId="{030EED1F-881D-4938-95B5-A006EF637422}" dt="2024-07-03T15:51:58.218" v="147" actId="478"/>
          <ac:spMkLst>
            <pc:docMk/>
            <pc:sldMk cId="0" sldId="343"/>
            <ac:spMk id="680963" creationId="{64836F1E-59C3-466B-B820-88A410365DFE}"/>
          </ac:spMkLst>
        </pc:spChg>
        <pc:picChg chg="add mod">
          <ac:chgData name="Eclair Chen" userId="bee3a08289d85a0e" providerId="LiveId" clId="{030EED1F-881D-4938-95B5-A006EF637422}" dt="2024-07-03T15:52:28.607" v="155" actId="14100"/>
          <ac:picMkLst>
            <pc:docMk/>
            <pc:sldMk cId="0" sldId="343"/>
            <ac:picMk id="3" creationId="{97FA0D07-E83D-4B99-BA1F-77D125EF83AE}"/>
          </ac:picMkLst>
        </pc:picChg>
        <pc:picChg chg="del">
          <ac:chgData name="Eclair Chen" userId="bee3a08289d85a0e" providerId="LiveId" clId="{030EED1F-881D-4938-95B5-A006EF637422}" dt="2024-07-03T15:51:38.221" v="141" actId="478"/>
          <ac:picMkLst>
            <pc:docMk/>
            <pc:sldMk cId="0" sldId="343"/>
            <ac:picMk id="680964" creationId="{B3155A42-47DE-40F7-99AB-7F562830262F}"/>
          </ac:picMkLst>
        </pc:picChg>
        <pc:picChg chg="del">
          <ac:chgData name="Eclair Chen" userId="bee3a08289d85a0e" providerId="LiveId" clId="{030EED1F-881D-4938-95B5-A006EF637422}" dt="2024-07-03T15:51:40.243" v="142" actId="478"/>
          <ac:picMkLst>
            <pc:docMk/>
            <pc:sldMk cId="0" sldId="343"/>
            <ac:picMk id="680966" creationId="{379A386D-46A6-49AF-8CE4-DD37FFD258B3}"/>
          </ac:picMkLst>
        </pc:picChg>
      </pc:sldChg>
      <pc:sldChg chg="delSp del">
        <pc:chgData name="Eclair Chen" userId="bee3a08289d85a0e" providerId="LiveId" clId="{030EED1F-881D-4938-95B5-A006EF637422}" dt="2024-07-03T15:52:38.026" v="156" actId="2696"/>
        <pc:sldMkLst>
          <pc:docMk/>
          <pc:sldMk cId="0" sldId="344"/>
        </pc:sldMkLst>
        <pc:picChg chg="del">
          <ac:chgData name="Eclair Chen" userId="bee3a08289d85a0e" providerId="LiveId" clId="{030EED1F-881D-4938-95B5-A006EF637422}" dt="2024-07-03T15:51:43.505" v="143" actId="478"/>
          <ac:picMkLst>
            <pc:docMk/>
            <pc:sldMk cId="0" sldId="344"/>
            <ac:picMk id="681989" creationId="{697E6CA8-4432-4A0B-B98D-BABA86402141}"/>
          </ac:picMkLst>
        </pc:picChg>
        <pc:picChg chg="del">
          <ac:chgData name="Eclair Chen" userId="bee3a08289d85a0e" providerId="LiveId" clId="{030EED1F-881D-4938-95B5-A006EF637422}" dt="2024-07-03T15:51:44.495" v="144" actId="478"/>
          <ac:picMkLst>
            <pc:docMk/>
            <pc:sldMk cId="0" sldId="344"/>
            <ac:picMk id="681990" creationId="{E849D2F4-C7F5-4A67-84AC-C410F45F9864}"/>
          </ac:picMkLst>
        </pc:picChg>
      </pc:sldChg>
      <pc:sldChg chg="addSp delSp modSp mod">
        <pc:chgData name="Eclair Chen" userId="bee3a08289d85a0e" providerId="LiveId" clId="{030EED1F-881D-4938-95B5-A006EF637422}" dt="2024-07-03T15:54:10.095" v="172" actId="207"/>
        <pc:sldMkLst>
          <pc:docMk/>
          <pc:sldMk cId="0" sldId="345"/>
        </pc:sldMkLst>
        <pc:spChg chg="mod">
          <ac:chgData name="Eclair Chen" userId="bee3a08289d85a0e" providerId="LiveId" clId="{030EED1F-881D-4938-95B5-A006EF637422}" dt="2024-07-03T15:54:10.095" v="172" actId="207"/>
          <ac:spMkLst>
            <pc:docMk/>
            <pc:sldMk cId="0" sldId="345"/>
            <ac:spMk id="683011" creationId="{24FE00FE-928B-473E-B0D9-5143777A54C3}"/>
          </ac:spMkLst>
        </pc:spChg>
        <pc:picChg chg="add mod ord">
          <ac:chgData name="Eclair Chen" userId="bee3a08289d85a0e" providerId="LiveId" clId="{030EED1F-881D-4938-95B5-A006EF637422}" dt="2024-07-03T15:53:57.906" v="169" actId="167"/>
          <ac:picMkLst>
            <pc:docMk/>
            <pc:sldMk cId="0" sldId="345"/>
            <ac:picMk id="2" creationId="{89CF777B-BAB7-4945-8AE9-3EA494C18F53}"/>
          </ac:picMkLst>
        </pc:picChg>
        <pc:picChg chg="del">
          <ac:chgData name="Eclair Chen" userId="bee3a08289d85a0e" providerId="LiveId" clId="{030EED1F-881D-4938-95B5-A006EF637422}" dt="2024-07-03T15:53:25.370" v="157" actId="478"/>
          <ac:picMkLst>
            <pc:docMk/>
            <pc:sldMk cId="0" sldId="345"/>
            <ac:picMk id="683013" creationId="{4E47BB30-6EDF-4EBA-9B3D-F4FA8F91FBAE}"/>
          </ac:picMkLst>
        </pc:picChg>
        <pc:picChg chg="del">
          <ac:chgData name="Eclair Chen" userId="bee3a08289d85a0e" providerId="LiveId" clId="{030EED1F-881D-4938-95B5-A006EF637422}" dt="2024-07-03T15:53:27.437" v="158" actId="478"/>
          <ac:picMkLst>
            <pc:docMk/>
            <pc:sldMk cId="0" sldId="345"/>
            <ac:picMk id="683014" creationId="{1EAC8A91-6DAC-40E8-8048-0AA6A4216AE1}"/>
          </ac:picMkLst>
        </pc:picChg>
        <pc:picChg chg="del">
          <ac:chgData name="Eclair Chen" userId="bee3a08289d85a0e" providerId="LiveId" clId="{030EED1F-881D-4938-95B5-A006EF637422}" dt="2024-07-03T15:53:29.253" v="159" actId="478"/>
          <ac:picMkLst>
            <pc:docMk/>
            <pc:sldMk cId="0" sldId="345"/>
            <ac:picMk id="683015" creationId="{B4F4D4A6-F502-4969-B472-D5BAA3801411}"/>
          </ac:picMkLst>
        </pc:picChg>
      </pc:sldChg>
      <pc:sldChg chg="addSp delSp modSp mod">
        <pc:chgData name="Eclair Chen" userId="bee3a08289d85a0e" providerId="LiveId" clId="{030EED1F-881D-4938-95B5-A006EF637422}" dt="2024-07-03T15:59:11.088" v="218" actId="14100"/>
        <pc:sldMkLst>
          <pc:docMk/>
          <pc:sldMk cId="0" sldId="347"/>
        </pc:sldMkLst>
        <pc:spChg chg="mod">
          <ac:chgData name="Eclair Chen" userId="bee3a08289d85a0e" providerId="LiveId" clId="{030EED1F-881D-4938-95B5-A006EF637422}" dt="2024-07-03T15:57:23.025" v="201" actId="14100"/>
          <ac:spMkLst>
            <pc:docMk/>
            <pc:sldMk cId="0" sldId="347"/>
            <ac:spMk id="685058" creationId="{CDA2EFE4-8208-4F9F-BA3C-6A75F1CBC294}"/>
          </ac:spMkLst>
        </pc:spChg>
        <pc:spChg chg="mod">
          <ac:chgData name="Eclair Chen" userId="bee3a08289d85a0e" providerId="LiveId" clId="{030EED1F-881D-4938-95B5-A006EF637422}" dt="2024-07-03T15:59:11.088" v="218" actId="14100"/>
          <ac:spMkLst>
            <pc:docMk/>
            <pc:sldMk cId="0" sldId="347"/>
            <ac:spMk id="685059" creationId="{1A8385C4-2609-4C66-A375-9A3BE84A1100}"/>
          </ac:spMkLst>
        </pc:spChg>
        <pc:picChg chg="add mod ord">
          <ac:chgData name="Eclair Chen" userId="bee3a08289d85a0e" providerId="LiveId" clId="{030EED1F-881D-4938-95B5-A006EF637422}" dt="2024-07-03T15:58:14.494" v="207" actId="692"/>
          <ac:picMkLst>
            <pc:docMk/>
            <pc:sldMk cId="0" sldId="347"/>
            <ac:picMk id="2" creationId="{0D7BBCA3-579C-4A1A-89EC-518AF89F3F32}"/>
          </ac:picMkLst>
        </pc:picChg>
        <pc:picChg chg="add mod ord">
          <ac:chgData name="Eclair Chen" userId="bee3a08289d85a0e" providerId="LiveId" clId="{030EED1F-881D-4938-95B5-A006EF637422}" dt="2024-07-03T15:57:53.064" v="205" actId="692"/>
          <ac:picMkLst>
            <pc:docMk/>
            <pc:sldMk cId="0" sldId="347"/>
            <ac:picMk id="3" creationId="{B4B154FA-11C6-478A-901A-C03B5E4101A6}"/>
          </ac:picMkLst>
        </pc:picChg>
        <pc:picChg chg="del">
          <ac:chgData name="Eclair Chen" userId="bee3a08289d85a0e" providerId="LiveId" clId="{030EED1F-881D-4938-95B5-A006EF637422}" dt="2024-07-03T15:55:17.777" v="173" actId="478"/>
          <ac:picMkLst>
            <pc:docMk/>
            <pc:sldMk cId="0" sldId="347"/>
            <ac:picMk id="685061" creationId="{C5D3F942-7BC3-4F87-AEC1-4CEF813164A6}"/>
          </ac:picMkLst>
        </pc:picChg>
        <pc:picChg chg="del">
          <ac:chgData name="Eclair Chen" userId="bee3a08289d85a0e" providerId="LiveId" clId="{030EED1F-881D-4938-95B5-A006EF637422}" dt="2024-07-03T15:55:18.997" v="174" actId="478"/>
          <ac:picMkLst>
            <pc:docMk/>
            <pc:sldMk cId="0" sldId="347"/>
            <ac:picMk id="685062" creationId="{BB551F80-04B5-4BB6-8096-98C4622ADE74}"/>
          </ac:picMkLst>
        </pc:picChg>
      </pc:sldChg>
      <pc:sldChg chg="del">
        <pc:chgData name="Eclair Chen" userId="bee3a08289d85a0e" providerId="LiveId" clId="{030EED1F-881D-4938-95B5-A006EF637422}" dt="2024-07-03T15:57:05.395" v="198" actId="2696"/>
        <pc:sldMkLst>
          <pc:docMk/>
          <pc:sldMk cId="0" sldId="348"/>
        </pc:sldMkLst>
      </pc:sldChg>
      <pc:sldChg chg="addSp modSp mod">
        <pc:chgData name="Eclair Chen" userId="bee3a08289d85a0e" providerId="LiveId" clId="{030EED1F-881D-4938-95B5-A006EF637422}" dt="2024-07-03T16:02:37.736" v="247" actId="1076"/>
        <pc:sldMkLst>
          <pc:docMk/>
          <pc:sldMk cId="0" sldId="349"/>
        </pc:sldMkLst>
        <pc:picChg chg="add mod">
          <ac:chgData name="Eclair Chen" userId="bee3a08289d85a0e" providerId="LiveId" clId="{030EED1F-881D-4938-95B5-A006EF637422}" dt="2024-07-03T16:01:26.490" v="233" actId="1076"/>
          <ac:picMkLst>
            <pc:docMk/>
            <pc:sldMk cId="0" sldId="349"/>
            <ac:picMk id="2" creationId="{8AEFEE9B-6F23-4DD3-AA19-B82541006D1F}"/>
          </ac:picMkLst>
        </pc:picChg>
        <pc:picChg chg="add mod">
          <ac:chgData name="Eclair Chen" userId="bee3a08289d85a0e" providerId="LiveId" clId="{030EED1F-881D-4938-95B5-A006EF637422}" dt="2024-07-03T16:02:37.736" v="247" actId="1076"/>
          <ac:picMkLst>
            <pc:docMk/>
            <pc:sldMk cId="0" sldId="349"/>
            <ac:picMk id="3" creationId="{57416C16-6985-4DCD-8883-5BA7FB61A168}"/>
          </ac:picMkLst>
        </pc:picChg>
        <pc:picChg chg="add mod">
          <ac:chgData name="Eclair Chen" userId="bee3a08289d85a0e" providerId="LiveId" clId="{030EED1F-881D-4938-95B5-A006EF637422}" dt="2024-07-03T16:01:45.885" v="239" actId="14100"/>
          <ac:picMkLst>
            <pc:docMk/>
            <pc:sldMk cId="0" sldId="349"/>
            <ac:picMk id="4" creationId="{2A9AC6B2-B8A6-42A0-905A-22501EB1F2C6}"/>
          </ac:picMkLst>
        </pc:picChg>
        <pc:picChg chg="add mod">
          <ac:chgData name="Eclair Chen" userId="bee3a08289d85a0e" providerId="LiveId" clId="{030EED1F-881D-4938-95B5-A006EF637422}" dt="2024-07-03T16:02:32.201" v="246" actId="1076"/>
          <ac:picMkLst>
            <pc:docMk/>
            <pc:sldMk cId="0" sldId="349"/>
            <ac:picMk id="5" creationId="{478A0DE8-306F-4506-AC0D-A177F770C091}"/>
          </ac:picMkLst>
        </pc:picChg>
      </pc:sldChg>
      <pc:sldChg chg="del">
        <pc:chgData name="Eclair Chen" userId="bee3a08289d85a0e" providerId="LiveId" clId="{030EED1F-881D-4938-95B5-A006EF637422}" dt="2024-07-03T16:00:57.765" v="231" actId="2696"/>
        <pc:sldMkLst>
          <pc:docMk/>
          <pc:sldMk cId="0" sldId="351"/>
        </pc:sldMkLst>
      </pc:sldChg>
      <pc:sldChg chg="del">
        <pc:chgData name="Eclair Chen" userId="bee3a08289d85a0e" providerId="LiveId" clId="{030EED1F-881D-4938-95B5-A006EF637422}" dt="2024-07-03T16:02:46.579" v="248" actId="2696"/>
        <pc:sldMkLst>
          <pc:docMk/>
          <pc:sldMk cId="0" sldId="352"/>
        </pc:sldMkLst>
      </pc:sldChg>
      <pc:sldChg chg="addSp delSp modSp mod">
        <pc:chgData name="Eclair Chen" userId="bee3a08289d85a0e" providerId="LiveId" clId="{030EED1F-881D-4938-95B5-A006EF637422}" dt="2024-07-03T16:05:28.823" v="268" actId="1076"/>
        <pc:sldMkLst>
          <pc:docMk/>
          <pc:sldMk cId="0" sldId="353"/>
        </pc:sldMkLst>
        <pc:spChg chg="mod">
          <ac:chgData name="Eclair Chen" userId="bee3a08289d85a0e" providerId="LiveId" clId="{030EED1F-881D-4938-95B5-A006EF637422}" dt="2024-07-03T16:04:46.739" v="261" actId="255"/>
          <ac:spMkLst>
            <pc:docMk/>
            <pc:sldMk cId="0" sldId="353"/>
            <ac:spMk id="691202" creationId="{A71F1A50-1180-4649-ADCF-8FF3C87191A2}"/>
          </ac:spMkLst>
        </pc:spChg>
        <pc:spChg chg="mod">
          <ac:chgData name="Eclair Chen" userId="bee3a08289d85a0e" providerId="LiveId" clId="{030EED1F-881D-4938-95B5-A006EF637422}" dt="2024-07-03T16:05:28.823" v="268" actId="1076"/>
          <ac:spMkLst>
            <pc:docMk/>
            <pc:sldMk cId="0" sldId="353"/>
            <ac:spMk id="691203" creationId="{BD7B2E76-37C2-4501-9F84-9BE1F29A31E6}"/>
          </ac:spMkLst>
        </pc:spChg>
        <pc:picChg chg="add mod ord">
          <ac:chgData name="Eclair Chen" userId="bee3a08289d85a0e" providerId="LiveId" clId="{030EED1F-881D-4938-95B5-A006EF637422}" dt="2024-07-03T16:05:01.283" v="263" actId="167"/>
          <ac:picMkLst>
            <pc:docMk/>
            <pc:sldMk cId="0" sldId="353"/>
            <ac:picMk id="2" creationId="{99FC40BB-63C4-4D1E-8A6D-173588C47B08}"/>
          </ac:picMkLst>
        </pc:picChg>
        <pc:picChg chg="del">
          <ac:chgData name="Eclair Chen" userId="bee3a08289d85a0e" providerId="LiveId" clId="{030EED1F-881D-4938-95B5-A006EF637422}" dt="2024-07-03T16:03:37.933" v="249" actId="478"/>
          <ac:picMkLst>
            <pc:docMk/>
            <pc:sldMk cId="0" sldId="353"/>
            <ac:picMk id="691205" creationId="{5A83C379-8A80-479A-A984-CCE9E8C4829D}"/>
          </ac:picMkLst>
        </pc:picChg>
      </pc:sldChg>
      <pc:sldChg chg="del">
        <pc:chgData name="Eclair Chen" userId="bee3a08289d85a0e" providerId="LiveId" clId="{030EED1F-881D-4938-95B5-A006EF637422}" dt="2024-07-03T16:05:36.027" v="269" actId="2696"/>
        <pc:sldMkLst>
          <pc:docMk/>
          <pc:sldMk cId="0" sldId="354"/>
        </pc:sldMkLst>
      </pc:sldChg>
      <pc:sldChg chg="addSp delSp modSp mod">
        <pc:chgData name="Eclair Chen" userId="bee3a08289d85a0e" providerId="LiveId" clId="{030EED1F-881D-4938-95B5-A006EF637422}" dt="2024-07-03T16:08:35.458" v="278" actId="14100"/>
        <pc:sldMkLst>
          <pc:docMk/>
          <pc:sldMk cId="0" sldId="355"/>
        </pc:sldMkLst>
        <pc:spChg chg="mod">
          <ac:chgData name="Eclair Chen" userId="bee3a08289d85a0e" providerId="LiveId" clId="{030EED1F-881D-4938-95B5-A006EF637422}" dt="2024-07-03T16:05:41.347" v="271" actId="20577"/>
          <ac:spMkLst>
            <pc:docMk/>
            <pc:sldMk cId="0" sldId="355"/>
            <ac:spMk id="693250" creationId="{E9BCB03D-00CB-4029-A525-C5E302D0ECC1}"/>
          </ac:spMkLst>
        </pc:spChg>
        <pc:picChg chg="add mod">
          <ac:chgData name="Eclair Chen" userId="bee3a08289d85a0e" providerId="LiveId" clId="{030EED1F-881D-4938-95B5-A006EF637422}" dt="2024-07-03T16:08:35.458" v="278" actId="14100"/>
          <ac:picMkLst>
            <pc:docMk/>
            <pc:sldMk cId="0" sldId="355"/>
            <ac:picMk id="2" creationId="{AE58C773-3650-4EB6-98EE-1CB98E86D11D}"/>
          </ac:picMkLst>
        </pc:picChg>
        <pc:picChg chg="del">
          <ac:chgData name="Eclair Chen" userId="bee3a08289d85a0e" providerId="LiveId" clId="{030EED1F-881D-4938-95B5-A006EF637422}" dt="2024-07-03T16:08:22.944" v="272" actId="478"/>
          <ac:picMkLst>
            <pc:docMk/>
            <pc:sldMk cId="0" sldId="355"/>
            <ac:picMk id="693255" creationId="{F6272877-12E8-4154-935D-C678380EE5E0}"/>
          </ac:picMkLst>
        </pc:picChg>
        <pc:picChg chg="del">
          <ac:chgData name="Eclair Chen" userId="bee3a08289d85a0e" providerId="LiveId" clId="{030EED1F-881D-4938-95B5-A006EF637422}" dt="2024-07-03T16:08:23.799" v="273" actId="478"/>
          <ac:picMkLst>
            <pc:docMk/>
            <pc:sldMk cId="0" sldId="355"/>
            <ac:picMk id="693256" creationId="{10EF029F-E3F6-4758-8CC5-DFE38E404B84}"/>
          </ac:picMkLst>
        </pc:picChg>
      </pc:sldChg>
      <pc:sldChg chg="addSp delSp modSp mod">
        <pc:chgData name="Eclair Chen" userId="bee3a08289d85a0e" providerId="LiveId" clId="{030EED1F-881D-4938-95B5-A006EF637422}" dt="2024-07-03T16:10:59.715" v="303" actId="14100"/>
        <pc:sldMkLst>
          <pc:docMk/>
          <pc:sldMk cId="0" sldId="356"/>
        </pc:sldMkLst>
        <pc:picChg chg="add mod ord">
          <ac:chgData name="Eclair Chen" userId="bee3a08289d85a0e" providerId="LiveId" clId="{030EED1F-881D-4938-95B5-A006EF637422}" dt="2024-07-03T16:10:59.715" v="303" actId="14100"/>
          <ac:picMkLst>
            <pc:docMk/>
            <pc:sldMk cId="0" sldId="356"/>
            <ac:picMk id="2" creationId="{7F28C4FB-AD3B-46B5-B983-11D9BC227050}"/>
          </ac:picMkLst>
        </pc:picChg>
        <pc:picChg chg="add mod">
          <ac:chgData name="Eclair Chen" userId="bee3a08289d85a0e" providerId="LiveId" clId="{030EED1F-881D-4938-95B5-A006EF637422}" dt="2024-07-03T16:10:56.361" v="302" actId="14100"/>
          <ac:picMkLst>
            <pc:docMk/>
            <pc:sldMk cId="0" sldId="356"/>
            <ac:picMk id="3" creationId="{DB1F8288-96A2-4551-8AF8-94CE85F17747}"/>
          </ac:picMkLst>
        </pc:picChg>
        <pc:picChg chg="add mod">
          <ac:chgData name="Eclair Chen" userId="bee3a08289d85a0e" providerId="LiveId" clId="{030EED1F-881D-4938-95B5-A006EF637422}" dt="2024-07-03T16:10:50.647" v="300" actId="1076"/>
          <ac:picMkLst>
            <pc:docMk/>
            <pc:sldMk cId="0" sldId="356"/>
            <ac:picMk id="4" creationId="{4E6F9473-D7C8-4782-9626-5F6F29BCBDE3}"/>
          </ac:picMkLst>
        </pc:picChg>
        <pc:picChg chg="del">
          <ac:chgData name="Eclair Chen" userId="bee3a08289d85a0e" providerId="LiveId" clId="{030EED1F-881D-4938-95B5-A006EF637422}" dt="2024-07-03T16:09:21.566" v="279" actId="478"/>
          <ac:picMkLst>
            <pc:docMk/>
            <pc:sldMk cId="0" sldId="356"/>
            <ac:picMk id="694279" creationId="{8E36FB78-9E3C-4FF2-A63A-8C4423EF3516}"/>
          </ac:picMkLst>
        </pc:picChg>
        <pc:picChg chg="del">
          <ac:chgData name="Eclair Chen" userId="bee3a08289d85a0e" providerId="LiveId" clId="{030EED1F-881D-4938-95B5-A006EF637422}" dt="2024-07-03T16:09:23.764" v="280" actId="478"/>
          <ac:picMkLst>
            <pc:docMk/>
            <pc:sldMk cId="0" sldId="356"/>
            <ac:picMk id="694280" creationId="{263A2098-DF11-4662-87AE-A4293EA75F2F}"/>
          </ac:picMkLst>
        </pc:picChg>
        <pc:picChg chg="del">
          <ac:chgData name="Eclair Chen" userId="bee3a08289d85a0e" providerId="LiveId" clId="{030EED1F-881D-4938-95B5-A006EF637422}" dt="2024-07-03T16:09:55.945" v="286" actId="478"/>
          <ac:picMkLst>
            <pc:docMk/>
            <pc:sldMk cId="0" sldId="356"/>
            <ac:picMk id="694281" creationId="{1A571520-4E5D-4C19-94F9-57D9808A1652}"/>
          </ac:picMkLst>
        </pc:picChg>
        <pc:picChg chg="del">
          <ac:chgData name="Eclair Chen" userId="bee3a08289d85a0e" providerId="LiveId" clId="{030EED1F-881D-4938-95B5-A006EF637422}" dt="2024-07-03T16:10:29.588" v="292" actId="478"/>
          <ac:picMkLst>
            <pc:docMk/>
            <pc:sldMk cId="0" sldId="356"/>
            <ac:picMk id="694282" creationId="{117DF7DF-D75A-4B9C-8D98-9ACA6EED421B}"/>
          </ac:picMkLst>
        </pc:picChg>
      </pc:sldChg>
      <pc:sldChg chg="addSp delSp modSp mod">
        <pc:chgData name="Eclair Chen" userId="bee3a08289d85a0e" providerId="LiveId" clId="{030EED1F-881D-4938-95B5-A006EF637422}" dt="2024-07-03T16:13:11.034" v="321" actId="1076"/>
        <pc:sldMkLst>
          <pc:docMk/>
          <pc:sldMk cId="0" sldId="357"/>
        </pc:sldMkLst>
        <pc:picChg chg="add mod ord">
          <ac:chgData name="Eclair Chen" userId="bee3a08289d85a0e" providerId="LiveId" clId="{030EED1F-881D-4938-95B5-A006EF637422}" dt="2024-07-03T16:13:11.034" v="321" actId="1076"/>
          <ac:picMkLst>
            <pc:docMk/>
            <pc:sldMk cId="0" sldId="357"/>
            <ac:picMk id="2" creationId="{BCA4A52D-4739-41C9-83A5-654A352219E2}"/>
          </ac:picMkLst>
        </pc:picChg>
        <pc:picChg chg="add mod">
          <ac:chgData name="Eclair Chen" userId="bee3a08289d85a0e" providerId="LiveId" clId="{030EED1F-881D-4938-95B5-A006EF637422}" dt="2024-07-03T16:13:03.395" v="319" actId="1076"/>
          <ac:picMkLst>
            <pc:docMk/>
            <pc:sldMk cId="0" sldId="357"/>
            <ac:picMk id="3" creationId="{1FE2B102-0E40-4675-94D9-DC12A1E823D4}"/>
          </ac:picMkLst>
        </pc:picChg>
        <pc:picChg chg="del">
          <ac:chgData name="Eclair Chen" userId="bee3a08289d85a0e" providerId="LiveId" clId="{030EED1F-881D-4938-95B5-A006EF637422}" dt="2024-07-03T16:11:42.585" v="304" actId="478"/>
          <ac:picMkLst>
            <pc:docMk/>
            <pc:sldMk cId="0" sldId="357"/>
            <ac:picMk id="695301" creationId="{CD800ACB-1BDC-468C-8CCB-0B460E2E131F}"/>
          </ac:picMkLst>
        </pc:picChg>
        <pc:picChg chg="del">
          <ac:chgData name="Eclair Chen" userId="bee3a08289d85a0e" providerId="LiveId" clId="{030EED1F-881D-4938-95B5-A006EF637422}" dt="2024-07-03T16:11:43.406" v="305" actId="478"/>
          <ac:picMkLst>
            <pc:docMk/>
            <pc:sldMk cId="0" sldId="357"/>
            <ac:picMk id="695302" creationId="{CA143772-AB2E-437E-9FA2-F0953B0156E9}"/>
          </ac:picMkLst>
        </pc:picChg>
        <pc:picChg chg="del">
          <ac:chgData name="Eclair Chen" userId="bee3a08289d85a0e" providerId="LiveId" clId="{030EED1F-881D-4938-95B5-A006EF637422}" dt="2024-07-03T16:12:20.688" v="312" actId="478"/>
          <ac:picMkLst>
            <pc:docMk/>
            <pc:sldMk cId="0" sldId="357"/>
            <ac:picMk id="695303" creationId="{EFEAF931-F970-441B-98E0-D0E6EFFEE513}"/>
          </ac:picMkLst>
        </pc:picChg>
      </pc:sldChg>
      <pc:sldChg chg="addSp delSp modSp mod">
        <pc:chgData name="Eclair Chen" userId="bee3a08289d85a0e" providerId="LiveId" clId="{030EED1F-881D-4938-95B5-A006EF637422}" dt="2024-07-03T16:19:15.516" v="354"/>
        <pc:sldMkLst>
          <pc:docMk/>
          <pc:sldMk cId="0" sldId="358"/>
        </pc:sldMkLst>
        <pc:spChg chg="mod">
          <ac:chgData name="Eclair Chen" userId="bee3a08289d85a0e" providerId="LiveId" clId="{030EED1F-881D-4938-95B5-A006EF637422}" dt="2024-07-03T16:19:15.516" v="354"/>
          <ac:spMkLst>
            <pc:docMk/>
            <pc:sldMk cId="0" sldId="358"/>
            <ac:spMk id="696322" creationId="{BB0D4FBF-F048-447F-AAE1-E71926230DBA}"/>
          </ac:spMkLst>
        </pc:spChg>
        <pc:picChg chg="add mod">
          <ac:chgData name="Eclair Chen" userId="bee3a08289d85a0e" providerId="LiveId" clId="{030EED1F-881D-4938-95B5-A006EF637422}" dt="2024-07-03T16:16:45.264" v="330" actId="14100"/>
          <ac:picMkLst>
            <pc:docMk/>
            <pc:sldMk cId="0" sldId="358"/>
            <ac:picMk id="2" creationId="{98356819-A80A-484A-A12C-D4C2A08FE7EC}"/>
          </ac:picMkLst>
        </pc:picChg>
        <pc:picChg chg="add mod">
          <ac:chgData name="Eclair Chen" userId="bee3a08289d85a0e" providerId="LiveId" clId="{030EED1F-881D-4938-95B5-A006EF637422}" dt="2024-07-03T16:17:39.945" v="344" actId="692"/>
          <ac:picMkLst>
            <pc:docMk/>
            <pc:sldMk cId="0" sldId="358"/>
            <ac:picMk id="3" creationId="{0F0AF73E-C798-4E05-A3B9-6380BBC3ABEB}"/>
          </ac:picMkLst>
        </pc:picChg>
        <pc:picChg chg="add mod">
          <ac:chgData name="Eclair Chen" userId="bee3a08289d85a0e" providerId="LiveId" clId="{030EED1F-881D-4938-95B5-A006EF637422}" dt="2024-07-03T16:17:00.235" v="334" actId="1076"/>
          <ac:picMkLst>
            <pc:docMk/>
            <pc:sldMk cId="0" sldId="358"/>
            <ac:picMk id="4" creationId="{D6D0CDE0-E29B-4E38-BE19-60A8537F9930}"/>
          </ac:picMkLst>
        </pc:picChg>
        <pc:picChg chg="del">
          <ac:chgData name="Eclair Chen" userId="bee3a08289d85a0e" providerId="LiveId" clId="{030EED1F-881D-4938-95B5-A006EF637422}" dt="2024-07-03T16:15:42.475" v="322" actId="478"/>
          <ac:picMkLst>
            <pc:docMk/>
            <pc:sldMk cId="0" sldId="358"/>
            <ac:picMk id="696325" creationId="{9E0D6C29-AE1E-493E-9D26-2B92D6A24319}"/>
          </ac:picMkLst>
        </pc:picChg>
      </pc:sldChg>
      <pc:sldChg chg="del">
        <pc:chgData name="Eclair Chen" userId="bee3a08289d85a0e" providerId="LiveId" clId="{030EED1F-881D-4938-95B5-A006EF637422}" dt="2024-07-03T16:17:15.241" v="337" actId="2696"/>
        <pc:sldMkLst>
          <pc:docMk/>
          <pc:sldMk cId="0" sldId="359"/>
        </pc:sldMkLst>
      </pc:sldChg>
      <pc:sldChg chg="addSp delSp modSp mod">
        <pc:chgData name="Eclair Chen" userId="bee3a08289d85a0e" providerId="LiveId" clId="{030EED1F-881D-4938-95B5-A006EF637422}" dt="2024-07-03T16:31:51.315" v="466" actId="20577"/>
        <pc:sldMkLst>
          <pc:docMk/>
          <pc:sldMk cId="0" sldId="360"/>
        </pc:sldMkLst>
        <pc:spChg chg="mod">
          <ac:chgData name="Eclair Chen" userId="bee3a08289d85a0e" providerId="LiveId" clId="{030EED1F-881D-4938-95B5-A006EF637422}" dt="2024-07-03T16:31:51.315" v="466" actId="20577"/>
          <ac:spMkLst>
            <pc:docMk/>
            <pc:sldMk cId="0" sldId="360"/>
            <ac:spMk id="698370" creationId="{A13EE880-9C9A-4173-9E33-E082C496D3BA}"/>
          </ac:spMkLst>
        </pc:spChg>
        <pc:spChg chg="mod">
          <ac:chgData name="Eclair Chen" userId="bee3a08289d85a0e" providerId="LiveId" clId="{030EED1F-881D-4938-95B5-A006EF637422}" dt="2024-07-03T16:22:21.916" v="379" actId="1076"/>
          <ac:spMkLst>
            <pc:docMk/>
            <pc:sldMk cId="0" sldId="360"/>
            <ac:spMk id="698371" creationId="{D1980235-B5F9-4117-8638-01F6D89564AC}"/>
          </ac:spMkLst>
        </pc:spChg>
        <pc:picChg chg="add mod ord">
          <ac:chgData name="Eclair Chen" userId="bee3a08289d85a0e" providerId="LiveId" clId="{030EED1F-881D-4938-95B5-A006EF637422}" dt="2024-07-03T16:21:28.216" v="368" actId="167"/>
          <ac:picMkLst>
            <pc:docMk/>
            <pc:sldMk cId="0" sldId="360"/>
            <ac:picMk id="2" creationId="{389B028B-054A-43FF-BEBA-555BC1935362}"/>
          </ac:picMkLst>
        </pc:picChg>
        <pc:picChg chg="del">
          <ac:chgData name="Eclair Chen" userId="bee3a08289d85a0e" providerId="LiveId" clId="{030EED1F-881D-4938-95B5-A006EF637422}" dt="2024-07-03T16:20:57.917" v="360" actId="478"/>
          <ac:picMkLst>
            <pc:docMk/>
            <pc:sldMk cId="0" sldId="360"/>
            <ac:picMk id="698374" creationId="{0375DDFF-62E8-4E57-B549-E9E2223AF1CD}"/>
          </ac:picMkLst>
        </pc:picChg>
        <pc:picChg chg="del">
          <ac:chgData name="Eclair Chen" userId="bee3a08289d85a0e" providerId="LiveId" clId="{030EED1F-881D-4938-95B5-A006EF637422}" dt="2024-07-03T16:20:56.165" v="359" actId="478"/>
          <ac:picMkLst>
            <pc:docMk/>
            <pc:sldMk cId="0" sldId="360"/>
            <ac:picMk id="698375" creationId="{20CA9B46-2880-4803-B606-93F58C0096F9}"/>
          </ac:picMkLst>
        </pc:picChg>
      </pc:sldChg>
      <pc:sldChg chg="addSp delSp modSp mod">
        <pc:chgData name="Eclair Chen" userId="bee3a08289d85a0e" providerId="LiveId" clId="{030EED1F-881D-4938-95B5-A006EF637422}" dt="2024-07-03T16:31:45.216" v="463" actId="20577"/>
        <pc:sldMkLst>
          <pc:docMk/>
          <pc:sldMk cId="0" sldId="361"/>
        </pc:sldMkLst>
        <pc:spChg chg="mod">
          <ac:chgData name="Eclair Chen" userId="bee3a08289d85a0e" providerId="LiveId" clId="{030EED1F-881D-4938-95B5-A006EF637422}" dt="2024-07-03T16:31:45.216" v="463" actId="20577"/>
          <ac:spMkLst>
            <pc:docMk/>
            <pc:sldMk cId="0" sldId="361"/>
            <ac:spMk id="699394" creationId="{75F9EC76-02BD-43EE-BD7A-BDAA24864F94}"/>
          </ac:spMkLst>
        </pc:spChg>
        <pc:spChg chg="mod">
          <ac:chgData name="Eclair Chen" userId="bee3a08289d85a0e" providerId="LiveId" clId="{030EED1F-881D-4938-95B5-A006EF637422}" dt="2024-07-03T16:28:03.416" v="438" actId="14100"/>
          <ac:spMkLst>
            <pc:docMk/>
            <pc:sldMk cId="0" sldId="361"/>
            <ac:spMk id="699395" creationId="{285F7DB2-4333-4BD4-8FB1-590DB11C5B2F}"/>
          </ac:spMkLst>
        </pc:spChg>
        <pc:picChg chg="add mod ord">
          <ac:chgData name="Eclair Chen" userId="bee3a08289d85a0e" providerId="LiveId" clId="{030EED1F-881D-4938-95B5-A006EF637422}" dt="2024-07-03T16:27:07.395" v="427" actId="167"/>
          <ac:picMkLst>
            <pc:docMk/>
            <pc:sldMk cId="0" sldId="361"/>
            <ac:picMk id="2" creationId="{E110FEBB-17C8-4666-9CF7-DAB11B73712D}"/>
          </ac:picMkLst>
        </pc:picChg>
        <pc:picChg chg="del">
          <ac:chgData name="Eclair Chen" userId="bee3a08289d85a0e" providerId="LiveId" clId="{030EED1F-881D-4938-95B5-A006EF637422}" dt="2024-07-03T16:26:56.797" v="422" actId="478"/>
          <ac:picMkLst>
            <pc:docMk/>
            <pc:sldMk cId="0" sldId="361"/>
            <ac:picMk id="699397" creationId="{5790288F-5696-4DBC-B88C-3F63D0675FEC}"/>
          </ac:picMkLst>
        </pc:picChg>
        <pc:picChg chg="del">
          <ac:chgData name="Eclair Chen" userId="bee3a08289d85a0e" providerId="LiveId" clId="{030EED1F-881D-4938-95B5-A006EF637422}" dt="2024-07-03T16:26:57.696" v="423" actId="478"/>
          <ac:picMkLst>
            <pc:docMk/>
            <pc:sldMk cId="0" sldId="361"/>
            <ac:picMk id="699398" creationId="{790F4BE8-0FD5-4D2B-A21D-13FD546EFC09}"/>
          </ac:picMkLst>
        </pc:picChg>
      </pc:sldChg>
      <pc:sldChg chg="del">
        <pc:chgData name="Eclair Chen" userId="bee3a08289d85a0e" providerId="LiveId" clId="{030EED1F-881D-4938-95B5-A006EF637422}" dt="2024-07-03T16:28:12.495" v="439" actId="2696"/>
        <pc:sldMkLst>
          <pc:docMk/>
          <pc:sldMk cId="0" sldId="362"/>
        </pc:sldMkLst>
      </pc:sldChg>
      <pc:sldChg chg="addSp delSp modSp mod">
        <pc:chgData name="Eclair Chen" userId="bee3a08289d85a0e" providerId="LiveId" clId="{030EED1F-881D-4938-95B5-A006EF637422}" dt="2024-07-03T16:31:43.420" v="462" actId="20577"/>
        <pc:sldMkLst>
          <pc:docMk/>
          <pc:sldMk cId="0" sldId="363"/>
        </pc:sldMkLst>
        <pc:spChg chg="add del mod">
          <ac:chgData name="Eclair Chen" userId="bee3a08289d85a0e" providerId="LiveId" clId="{030EED1F-881D-4938-95B5-A006EF637422}" dt="2024-07-03T16:31:16.368" v="459" actId="478"/>
          <ac:spMkLst>
            <pc:docMk/>
            <pc:sldMk cId="0" sldId="363"/>
            <ac:spMk id="4" creationId="{15B630EF-C782-4E2C-8EA6-AEC7238B6C63}"/>
          </ac:spMkLst>
        </pc:spChg>
        <pc:spChg chg="mod">
          <ac:chgData name="Eclair Chen" userId="bee3a08289d85a0e" providerId="LiveId" clId="{030EED1F-881D-4938-95B5-A006EF637422}" dt="2024-07-03T16:31:43.420" v="462" actId="20577"/>
          <ac:spMkLst>
            <pc:docMk/>
            <pc:sldMk cId="0" sldId="363"/>
            <ac:spMk id="701442" creationId="{4115EB39-5FBD-469B-9CAF-D601AFDD62AA}"/>
          </ac:spMkLst>
        </pc:spChg>
        <pc:spChg chg="del mod">
          <ac:chgData name="Eclair Chen" userId="bee3a08289d85a0e" providerId="LiveId" clId="{030EED1F-881D-4938-95B5-A006EF637422}" dt="2024-07-03T16:31:12.915" v="458" actId="478"/>
          <ac:spMkLst>
            <pc:docMk/>
            <pc:sldMk cId="0" sldId="363"/>
            <ac:spMk id="701443" creationId="{4E5F91CF-ED51-4B45-AC90-5540DFAFE1C7}"/>
          </ac:spMkLst>
        </pc:spChg>
        <pc:picChg chg="add mod">
          <ac:chgData name="Eclair Chen" userId="bee3a08289d85a0e" providerId="LiveId" clId="{030EED1F-881D-4938-95B5-A006EF637422}" dt="2024-07-03T16:30:42.797" v="451" actId="692"/>
          <ac:picMkLst>
            <pc:docMk/>
            <pc:sldMk cId="0" sldId="363"/>
            <ac:picMk id="2" creationId="{E1FB2BF6-ABE7-448A-8CD9-2F12EA6ACF52}"/>
          </ac:picMkLst>
        </pc:picChg>
        <pc:picChg chg="add mod ord">
          <ac:chgData name="Eclair Chen" userId="bee3a08289d85a0e" providerId="LiveId" clId="{030EED1F-881D-4938-95B5-A006EF637422}" dt="2024-07-03T16:30:26.705" v="449" actId="14100"/>
          <ac:picMkLst>
            <pc:docMk/>
            <pc:sldMk cId="0" sldId="363"/>
            <ac:picMk id="3" creationId="{7654ED1F-8A19-4DD7-86F9-7AF6D2C675E6}"/>
          </ac:picMkLst>
        </pc:picChg>
        <pc:picChg chg="del">
          <ac:chgData name="Eclair Chen" userId="bee3a08289d85a0e" providerId="LiveId" clId="{030EED1F-881D-4938-95B5-A006EF637422}" dt="2024-07-03T16:29:43.571" v="440" actId="478"/>
          <ac:picMkLst>
            <pc:docMk/>
            <pc:sldMk cId="0" sldId="363"/>
            <ac:picMk id="701445" creationId="{7B3A4446-CBF7-4DCD-9818-E6E75DA2F676}"/>
          </ac:picMkLst>
        </pc:picChg>
        <pc:picChg chg="del">
          <ac:chgData name="Eclair Chen" userId="bee3a08289d85a0e" providerId="LiveId" clId="{030EED1F-881D-4938-95B5-A006EF637422}" dt="2024-07-03T16:30:10.827" v="443" actId="478"/>
          <ac:picMkLst>
            <pc:docMk/>
            <pc:sldMk cId="0" sldId="363"/>
            <ac:picMk id="701446" creationId="{B95E6C43-B4E6-4D17-98CE-2A4D8C0EA81B}"/>
          </ac:picMkLst>
        </pc:picChg>
        <pc:picChg chg="del">
          <ac:chgData name="Eclair Chen" userId="bee3a08289d85a0e" providerId="LiveId" clId="{030EED1F-881D-4938-95B5-A006EF637422}" dt="2024-07-03T16:30:13.105" v="444" actId="478"/>
          <ac:picMkLst>
            <pc:docMk/>
            <pc:sldMk cId="0" sldId="363"/>
            <ac:picMk id="701447" creationId="{7B55CA76-AE15-4164-A8CC-5C6261F497AD}"/>
          </ac:picMkLst>
        </pc:picChg>
      </pc:sldChg>
      <pc:sldChg chg="del">
        <pc:chgData name="Eclair Chen" userId="bee3a08289d85a0e" providerId="LiveId" clId="{030EED1F-881D-4938-95B5-A006EF637422}" dt="2024-07-03T16:31:39.935" v="461" actId="2696"/>
        <pc:sldMkLst>
          <pc:docMk/>
          <pc:sldMk cId="0" sldId="364"/>
        </pc:sldMkLst>
      </pc:sldChg>
      <pc:sldChg chg="addSp delSp modSp mod">
        <pc:chgData name="Eclair Chen" userId="bee3a08289d85a0e" providerId="LiveId" clId="{030EED1F-881D-4938-95B5-A006EF637422}" dt="2024-07-03T16:32:40.205" v="471" actId="1076"/>
        <pc:sldMkLst>
          <pc:docMk/>
          <pc:sldMk cId="0" sldId="365"/>
        </pc:sldMkLst>
        <pc:picChg chg="add mod">
          <ac:chgData name="Eclair Chen" userId="bee3a08289d85a0e" providerId="LiveId" clId="{030EED1F-881D-4938-95B5-A006EF637422}" dt="2024-07-03T16:32:40.205" v="471" actId="1076"/>
          <ac:picMkLst>
            <pc:docMk/>
            <pc:sldMk cId="0" sldId="365"/>
            <ac:picMk id="2" creationId="{C4E72D85-69A2-4942-946E-ECE300B9BEB7}"/>
          </ac:picMkLst>
        </pc:picChg>
        <pc:picChg chg="del">
          <ac:chgData name="Eclair Chen" userId="bee3a08289d85a0e" providerId="LiveId" clId="{030EED1F-881D-4938-95B5-A006EF637422}" dt="2024-07-03T16:32:35.207" v="468" actId="478"/>
          <ac:picMkLst>
            <pc:docMk/>
            <pc:sldMk cId="0" sldId="365"/>
            <ac:picMk id="703493" creationId="{CEB53801-FF70-4512-93CF-189C3E54FAC8}"/>
          </ac:picMkLst>
        </pc:picChg>
      </pc:sldChg>
      <pc:sldChg chg="addSp delSp modSp mod">
        <pc:chgData name="Eclair Chen" userId="bee3a08289d85a0e" providerId="LiveId" clId="{030EED1F-881D-4938-95B5-A006EF637422}" dt="2024-07-03T16:33:30.983" v="476" actId="6549"/>
        <pc:sldMkLst>
          <pc:docMk/>
          <pc:sldMk cId="0" sldId="366"/>
        </pc:sldMkLst>
        <pc:spChg chg="mod">
          <ac:chgData name="Eclair Chen" userId="bee3a08289d85a0e" providerId="LiveId" clId="{030EED1F-881D-4938-95B5-A006EF637422}" dt="2024-07-03T16:33:30.983" v="476" actId="6549"/>
          <ac:spMkLst>
            <pc:docMk/>
            <pc:sldMk cId="0" sldId="366"/>
            <ac:spMk id="704515" creationId="{115B3DA9-6868-457B-B3D7-F4A277FBBB21}"/>
          </ac:spMkLst>
        </pc:spChg>
        <pc:picChg chg="add mod">
          <ac:chgData name="Eclair Chen" userId="bee3a08289d85a0e" providerId="LiveId" clId="{030EED1F-881D-4938-95B5-A006EF637422}" dt="2024-07-03T16:33:26.308" v="475" actId="1076"/>
          <ac:picMkLst>
            <pc:docMk/>
            <pc:sldMk cId="0" sldId="366"/>
            <ac:picMk id="2" creationId="{34E2BDE1-5D78-4587-A698-800BCA3591F4}"/>
          </ac:picMkLst>
        </pc:picChg>
        <pc:picChg chg="del">
          <ac:chgData name="Eclair Chen" userId="bee3a08289d85a0e" providerId="LiveId" clId="{030EED1F-881D-4938-95B5-A006EF637422}" dt="2024-07-03T16:33:20.873" v="472" actId="478"/>
          <ac:picMkLst>
            <pc:docMk/>
            <pc:sldMk cId="0" sldId="366"/>
            <ac:picMk id="704517" creationId="{4A4FBBBD-AD84-4590-92B6-8F9183D73C60}"/>
          </ac:picMkLst>
        </pc:picChg>
      </pc:sldChg>
      <pc:sldChg chg="addSp delSp modSp mod">
        <pc:chgData name="Eclair Chen" userId="bee3a08289d85a0e" providerId="LiveId" clId="{030EED1F-881D-4938-95B5-A006EF637422}" dt="2024-07-03T16:37:41.455" v="502" actId="1076"/>
        <pc:sldMkLst>
          <pc:docMk/>
          <pc:sldMk cId="0" sldId="368"/>
        </pc:sldMkLst>
        <pc:spChg chg="add del mod">
          <ac:chgData name="Eclair Chen" userId="bee3a08289d85a0e" providerId="LiveId" clId="{030EED1F-881D-4938-95B5-A006EF637422}" dt="2024-07-03T16:36:38.255" v="485" actId="478"/>
          <ac:spMkLst>
            <pc:docMk/>
            <pc:sldMk cId="0" sldId="368"/>
            <ac:spMk id="4" creationId="{AC0A25CD-B43E-47DB-B6B4-19DDB6232632}"/>
          </ac:spMkLst>
        </pc:spChg>
        <pc:spChg chg="mod">
          <ac:chgData name="Eclair Chen" userId="bee3a08289d85a0e" providerId="LiveId" clId="{030EED1F-881D-4938-95B5-A006EF637422}" dt="2024-07-03T16:37:02.282" v="494" actId="1076"/>
          <ac:spMkLst>
            <pc:docMk/>
            <pc:sldMk cId="0" sldId="368"/>
            <ac:spMk id="706562" creationId="{2751B091-0EFB-41D7-9A17-329CBA677801}"/>
          </ac:spMkLst>
        </pc:spChg>
        <pc:spChg chg="del">
          <ac:chgData name="Eclair Chen" userId="bee3a08289d85a0e" providerId="LiveId" clId="{030EED1F-881D-4938-95B5-A006EF637422}" dt="2024-07-03T16:36:35.290" v="484" actId="478"/>
          <ac:spMkLst>
            <pc:docMk/>
            <pc:sldMk cId="0" sldId="368"/>
            <ac:spMk id="706563" creationId="{E09868A5-8B5E-4600-9CA3-A0B0AFC7134D}"/>
          </ac:spMkLst>
        </pc:spChg>
        <pc:picChg chg="add mod">
          <ac:chgData name="Eclair Chen" userId="bee3a08289d85a0e" providerId="LiveId" clId="{030EED1F-881D-4938-95B5-A006EF637422}" dt="2024-07-03T16:37:27.465" v="500" actId="1076"/>
          <ac:picMkLst>
            <pc:docMk/>
            <pc:sldMk cId="0" sldId="368"/>
            <ac:picMk id="2" creationId="{7661BA96-D8FE-4BC0-B1F3-1A35A0BEB3A7}"/>
          </ac:picMkLst>
        </pc:picChg>
        <pc:picChg chg="add mod ord modCrop">
          <ac:chgData name="Eclair Chen" userId="bee3a08289d85a0e" providerId="LiveId" clId="{030EED1F-881D-4938-95B5-A006EF637422}" dt="2024-07-03T16:37:41.455" v="502" actId="1076"/>
          <ac:picMkLst>
            <pc:docMk/>
            <pc:sldMk cId="0" sldId="368"/>
            <ac:picMk id="3" creationId="{5466E198-68FE-46CE-844B-63AEE31F237C}"/>
          </ac:picMkLst>
        </pc:picChg>
        <pc:picChg chg="del">
          <ac:chgData name="Eclair Chen" userId="bee3a08289d85a0e" providerId="LiveId" clId="{030EED1F-881D-4938-95B5-A006EF637422}" dt="2024-07-03T16:34:37.277" v="477" actId="478"/>
          <ac:picMkLst>
            <pc:docMk/>
            <pc:sldMk cId="0" sldId="368"/>
            <ac:picMk id="706565" creationId="{4948E190-A916-4B01-BAF4-B4D51EF269DF}"/>
          </ac:picMkLst>
        </pc:picChg>
        <pc:picChg chg="del">
          <ac:chgData name="Eclair Chen" userId="bee3a08289d85a0e" providerId="LiveId" clId="{030EED1F-881D-4938-95B5-A006EF637422}" dt="2024-07-03T16:34:38.407" v="478" actId="478"/>
          <ac:picMkLst>
            <pc:docMk/>
            <pc:sldMk cId="0" sldId="368"/>
            <ac:picMk id="706566" creationId="{2B5677FA-FBF8-4D82-864E-7D3372A4CA44}"/>
          </ac:picMkLst>
        </pc:picChg>
      </pc:sldChg>
      <pc:sldChg chg="del">
        <pc:chgData name="Eclair Chen" userId="bee3a08289d85a0e" providerId="LiveId" clId="{030EED1F-881D-4938-95B5-A006EF637422}" dt="2024-07-03T16:37:49.460" v="503" actId="2696"/>
        <pc:sldMkLst>
          <pc:docMk/>
          <pc:sldMk cId="0" sldId="369"/>
        </pc:sldMkLst>
      </pc:sldChg>
      <pc:sldChg chg="addSp delSp modSp mod">
        <pc:chgData name="Eclair Chen" userId="bee3a08289d85a0e" providerId="LiveId" clId="{030EED1F-881D-4938-95B5-A006EF637422}" dt="2024-07-03T16:31:49.310" v="465" actId="20577"/>
        <pc:sldMkLst>
          <pc:docMk/>
          <pc:sldMk cId="0" sldId="371"/>
        </pc:sldMkLst>
        <pc:spChg chg="mod">
          <ac:chgData name="Eclair Chen" userId="bee3a08289d85a0e" providerId="LiveId" clId="{030EED1F-881D-4938-95B5-A006EF637422}" dt="2024-07-03T16:31:49.310" v="465" actId="20577"/>
          <ac:spMkLst>
            <pc:docMk/>
            <pc:sldMk cId="0" sldId="371"/>
            <ac:spMk id="709634" creationId="{7B01C30B-FF7B-430D-8FC3-8ABD43C8BB0A}"/>
          </ac:spMkLst>
        </pc:spChg>
        <pc:spChg chg="mod">
          <ac:chgData name="Eclair Chen" userId="bee3a08289d85a0e" providerId="LiveId" clId="{030EED1F-881D-4938-95B5-A006EF637422}" dt="2024-07-03T16:24:02.660" v="402" actId="207"/>
          <ac:spMkLst>
            <pc:docMk/>
            <pc:sldMk cId="0" sldId="371"/>
            <ac:spMk id="709635" creationId="{05D55494-5A16-4ED3-9A0A-4615447D41E9}"/>
          </ac:spMkLst>
        </pc:spChg>
        <pc:picChg chg="add mod ord">
          <ac:chgData name="Eclair Chen" userId="bee3a08289d85a0e" providerId="LiveId" clId="{030EED1F-881D-4938-95B5-A006EF637422}" dt="2024-07-03T16:23:14.218" v="386" actId="167"/>
          <ac:picMkLst>
            <pc:docMk/>
            <pc:sldMk cId="0" sldId="371"/>
            <ac:picMk id="2" creationId="{5B3F4641-0D8E-4C29-B807-EAFD2477C747}"/>
          </ac:picMkLst>
        </pc:picChg>
        <pc:picChg chg="del">
          <ac:chgData name="Eclair Chen" userId="bee3a08289d85a0e" providerId="LiveId" clId="{030EED1F-881D-4938-95B5-A006EF637422}" dt="2024-07-03T16:22:54.464" v="380" actId="478"/>
          <ac:picMkLst>
            <pc:docMk/>
            <pc:sldMk cId="0" sldId="371"/>
            <ac:picMk id="709637" creationId="{4647D69D-D4EC-41F0-9CD5-75A27ADF6CF3}"/>
          </ac:picMkLst>
        </pc:picChg>
        <pc:picChg chg="del">
          <ac:chgData name="Eclair Chen" userId="bee3a08289d85a0e" providerId="LiveId" clId="{030EED1F-881D-4938-95B5-A006EF637422}" dt="2024-07-03T16:22:55.216" v="381" actId="478"/>
          <ac:picMkLst>
            <pc:docMk/>
            <pc:sldMk cId="0" sldId="371"/>
            <ac:picMk id="709638" creationId="{F4544489-80BC-4B01-BC43-FC9C4CAB3CAB}"/>
          </ac:picMkLst>
        </pc:picChg>
      </pc:sldChg>
      <pc:sldChg chg="addSp delSp modSp mod">
        <pc:chgData name="Eclair Chen" userId="bee3a08289d85a0e" providerId="LiveId" clId="{030EED1F-881D-4938-95B5-A006EF637422}" dt="2024-07-03T16:31:47.086" v="464" actId="20577"/>
        <pc:sldMkLst>
          <pc:docMk/>
          <pc:sldMk cId="0" sldId="372"/>
        </pc:sldMkLst>
        <pc:spChg chg="mod">
          <ac:chgData name="Eclair Chen" userId="bee3a08289d85a0e" providerId="LiveId" clId="{030EED1F-881D-4938-95B5-A006EF637422}" dt="2024-07-03T16:31:47.086" v="464" actId="20577"/>
          <ac:spMkLst>
            <pc:docMk/>
            <pc:sldMk cId="0" sldId="372"/>
            <ac:spMk id="710658" creationId="{9D805D4C-677F-4C49-9D44-CDCC6C9AFEF5}"/>
          </ac:spMkLst>
        </pc:spChg>
        <pc:spChg chg="mod">
          <ac:chgData name="Eclair Chen" userId="bee3a08289d85a0e" providerId="LiveId" clId="{030EED1F-881D-4938-95B5-A006EF637422}" dt="2024-07-03T16:26:11.489" v="421"/>
          <ac:spMkLst>
            <pc:docMk/>
            <pc:sldMk cId="0" sldId="372"/>
            <ac:spMk id="710659" creationId="{675CEF91-7BD7-4288-AC71-4B4FA817FCE2}"/>
          </ac:spMkLst>
        </pc:spChg>
        <pc:picChg chg="add mod ord">
          <ac:chgData name="Eclair Chen" userId="bee3a08289d85a0e" providerId="LiveId" clId="{030EED1F-881D-4938-95B5-A006EF637422}" dt="2024-07-03T16:25:46.745" v="417" actId="1076"/>
          <ac:picMkLst>
            <pc:docMk/>
            <pc:sldMk cId="0" sldId="372"/>
            <ac:picMk id="2" creationId="{42D4F398-47F1-4B0F-9F29-0003EB7B0322}"/>
          </ac:picMkLst>
        </pc:picChg>
        <pc:picChg chg="del">
          <ac:chgData name="Eclair Chen" userId="bee3a08289d85a0e" providerId="LiveId" clId="{030EED1F-881D-4938-95B5-A006EF637422}" dt="2024-07-03T16:25:18.912" v="403" actId="478"/>
          <ac:picMkLst>
            <pc:docMk/>
            <pc:sldMk cId="0" sldId="372"/>
            <ac:picMk id="710661" creationId="{328C008D-A3AE-4C55-BA96-B44350DA47C5}"/>
          </ac:picMkLst>
        </pc:picChg>
        <pc:picChg chg="del">
          <ac:chgData name="Eclair Chen" userId="bee3a08289d85a0e" providerId="LiveId" clId="{030EED1F-881D-4938-95B5-A006EF637422}" dt="2024-07-03T16:25:19.686" v="404" actId="478"/>
          <ac:picMkLst>
            <pc:docMk/>
            <pc:sldMk cId="0" sldId="372"/>
            <ac:picMk id="710662" creationId="{EB17A62D-E524-49CC-9317-9F44DC2E40B8}"/>
          </ac:picMkLst>
        </pc:picChg>
      </pc:sldChg>
      <pc:sldChg chg="addSp delSp modSp mod">
        <pc:chgData name="Eclair Chen" userId="bee3a08289d85a0e" providerId="LiveId" clId="{030EED1F-881D-4938-95B5-A006EF637422}" dt="2024-07-03T16:31:53.188" v="467" actId="20577"/>
        <pc:sldMkLst>
          <pc:docMk/>
          <pc:sldMk cId="0" sldId="373"/>
        </pc:sldMkLst>
        <pc:spChg chg="mod">
          <ac:chgData name="Eclair Chen" userId="bee3a08289d85a0e" providerId="LiveId" clId="{030EED1F-881D-4938-95B5-A006EF637422}" dt="2024-07-03T16:31:53.188" v="467" actId="20577"/>
          <ac:spMkLst>
            <pc:docMk/>
            <pc:sldMk cId="0" sldId="373"/>
            <ac:spMk id="711682" creationId="{D21BBFDA-8A12-45F3-9D30-F1CDE52DC0D5}"/>
          </ac:spMkLst>
        </pc:spChg>
        <pc:picChg chg="add mod">
          <ac:chgData name="Eclair Chen" userId="bee3a08289d85a0e" providerId="LiveId" clId="{030EED1F-881D-4938-95B5-A006EF637422}" dt="2024-07-03T16:19:56.426" v="358" actId="1076"/>
          <ac:picMkLst>
            <pc:docMk/>
            <pc:sldMk cId="0" sldId="373"/>
            <ac:picMk id="2" creationId="{929DEAEA-22FB-4861-ACF3-391C74C4108A}"/>
          </ac:picMkLst>
        </pc:picChg>
        <pc:picChg chg="del">
          <ac:chgData name="Eclair Chen" userId="bee3a08289d85a0e" providerId="LiveId" clId="{030EED1F-881D-4938-95B5-A006EF637422}" dt="2024-07-03T16:19:50.747" v="355" actId="478"/>
          <ac:picMkLst>
            <pc:docMk/>
            <pc:sldMk cId="0" sldId="373"/>
            <ac:picMk id="711685" creationId="{87529E41-F34C-43DF-980B-A48CB5144E5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E96A99AB-9D66-440F-9912-A83356B7B6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79D5303E-752B-476F-BCA0-C314C669441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960E5772-D8E4-4E80-B9E7-A1EB21A6DC6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0897C3A9-1504-4CF0-B4C0-C15D41524BF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A45E5E3E-F050-4657-9398-3C2CFE1DBFE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6F6DA1AE-FC6E-43C2-8E85-F2F0F1E596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4ACB73C3-B99C-4E44-A2C3-F641FEBA819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ABA3AC1F-64A5-463B-A88D-D5198ECC01E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>
            <a:extLst>
              <a:ext uri="{FF2B5EF4-FFF2-40B4-BE49-F238E27FC236}">
                <a16:creationId xmlns:a16="http://schemas.microsoft.com/office/drawing/2014/main" id="{CE1E5F6A-A405-4107-8FF5-C7F6E291FBA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>
            <a:extLst>
              <a:ext uri="{FF2B5EF4-FFF2-40B4-BE49-F238E27FC236}">
                <a16:creationId xmlns:a16="http://schemas.microsoft.com/office/drawing/2014/main" id="{3B83D441-FF62-44A4-89AD-D377DDD4B89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71" name="Rectangle 7">
            <a:extLst>
              <a:ext uri="{FF2B5EF4-FFF2-40B4-BE49-F238E27FC236}">
                <a16:creationId xmlns:a16="http://schemas.microsoft.com/office/drawing/2014/main" id="{AD265A7A-7717-40D0-9E0E-AB4EB1ECE9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DC547DF8-A02D-4AB7-B7A0-3434844CD612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17A440D-B4C1-4C55-8CA0-ABA82458E9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52989-D149-4D30-8850-58800988486B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29E0DDCC-707E-44CB-8142-700155986C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83C26CEE-6D43-4622-A945-BF390FDE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>
            <a:extLst>
              <a:ext uri="{FF2B5EF4-FFF2-40B4-BE49-F238E27FC236}">
                <a16:creationId xmlns:a16="http://schemas.microsoft.com/office/drawing/2014/main" id="{C24BFAA3-3FBC-4191-BF85-C8D554AF6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2DE187CC-0417-4D32-A5BF-5B689A893AE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E315C924-C645-40DF-8673-21C48FFA49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FDCF7666-F45C-4D31-924F-B88AB7FCC2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>
            <a:extLst>
              <a:ext uri="{FF2B5EF4-FFF2-40B4-BE49-F238E27FC236}">
                <a16:creationId xmlns:a16="http://schemas.microsoft.com/office/drawing/2014/main" id="{595B5DF2-7CF9-4FEC-9C6F-329CA132D23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EF1E94A2-542C-43FB-A21B-7726313559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6C9D06F-1021-4AC1-9129-00AC5CB583DF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>
            <a:extLst>
              <a:ext uri="{FF2B5EF4-FFF2-40B4-BE49-F238E27FC236}">
                <a16:creationId xmlns:a16="http://schemas.microsoft.com/office/drawing/2014/main" id="{AD2222F0-2FF1-4E25-BD93-8ABC565344C9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>
              <a:extLst>
                <a:ext uri="{FF2B5EF4-FFF2-40B4-BE49-F238E27FC236}">
                  <a16:creationId xmlns:a16="http://schemas.microsoft.com/office/drawing/2014/main" id="{EAAA4671-FD93-49F8-8E50-76A2285DD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>
              <a:extLst>
                <a:ext uri="{FF2B5EF4-FFF2-40B4-BE49-F238E27FC236}">
                  <a16:creationId xmlns:a16="http://schemas.microsoft.com/office/drawing/2014/main" id="{2369BCC0-C801-4254-9373-E437F3A39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>
              <a:extLst>
                <a:ext uri="{FF2B5EF4-FFF2-40B4-BE49-F238E27FC236}">
                  <a16:creationId xmlns:a16="http://schemas.microsoft.com/office/drawing/2014/main" id="{B9A06087-8AC6-435D-8E17-81C177BBA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>
              <a:extLst>
                <a:ext uri="{FF2B5EF4-FFF2-40B4-BE49-F238E27FC236}">
                  <a16:creationId xmlns:a16="http://schemas.microsoft.com/office/drawing/2014/main" id="{AABD7988-649D-4EBE-B8ED-58C60A7BF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>
              <a:extLst>
                <a:ext uri="{FF2B5EF4-FFF2-40B4-BE49-F238E27FC236}">
                  <a16:creationId xmlns:a16="http://schemas.microsoft.com/office/drawing/2014/main" id="{2D798DA2-EEF9-4238-BE2E-A417FB8B0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>
              <a:extLst>
                <a:ext uri="{FF2B5EF4-FFF2-40B4-BE49-F238E27FC236}">
                  <a16:creationId xmlns:a16="http://schemas.microsoft.com/office/drawing/2014/main" id="{E126607F-8F14-4736-9B5B-2F20A5E69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>
              <a:extLst>
                <a:ext uri="{FF2B5EF4-FFF2-40B4-BE49-F238E27FC236}">
                  <a16:creationId xmlns:a16="http://schemas.microsoft.com/office/drawing/2014/main" id="{214D8A96-07F9-45AE-B9D2-2124EAE0F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>
              <a:extLst>
                <a:ext uri="{FF2B5EF4-FFF2-40B4-BE49-F238E27FC236}">
                  <a16:creationId xmlns:a16="http://schemas.microsoft.com/office/drawing/2014/main" id="{B5CCFF47-0439-41ED-8FB9-B42E83721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>
              <a:extLst>
                <a:ext uri="{FF2B5EF4-FFF2-40B4-BE49-F238E27FC236}">
                  <a16:creationId xmlns:a16="http://schemas.microsoft.com/office/drawing/2014/main" id="{B101B540-8D59-4372-A3AA-462F1425E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>
              <a:extLst>
                <a:ext uri="{FF2B5EF4-FFF2-40B4-BE49-F238E27FC236}">
                  <a16:creationId xmlns:a16="http://schemas.microsoft.com/office/drawing/2014/main" id="{873529B0-750F-44A3-9869-C18A4F41F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>
              <a:extLst>
                <a:ext uri="{FF2B5EF4-FFF2-40B4-BE49-F238E27FC236}">
                  <a16:creationId xmlns:a16="http://schemas.microsoft.com/office/drawing/2014/main" id="{CC4BA2B3-A9D6-4D64-A82C-D2B6DA59C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>
              <a:extLst>
                <a:ext uri="{FF2B5EF4-FFF2-40B4-BE49-F238E27FC236}">
                  <a16:creationId xmlns:a16="http://schemas.microsoft.com/office/drawing/2014/main" id="{1475C814-5FD8-4EE2-B1EA-6B405AF2B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>
              <a:extLst>
                <a:ext uri="{FF2B5EF4-FFF2-40B4-BE49-F238E27FC236}">
                  <a16:creationId xmlns:a16="http://schemas.microsoft.com/office/drawing/2014/main" id="{9973CB31-D3A6-4EDF-B381-D3FE0F804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>
              <a:extLst>
                <a:ext uri="{FF2B5EF4-FFF2-40B4-BE49-F238E27FC236}">
                  <a16:creationId xmlns:a16="http://schemas.microsoft.com/office/drawing/2014/main" id="{1663DECC-8092-46C4-BB8D-6CE087BD3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>
              <a:extLst>
                <a:ext uri="{FF2B5EF4-FFF2-40B4-BE49-F238E27FC236}">
                  <a16:creationId xmlns:a16="http://schemas.microsoft.com/office/drawing/2014/main" id="{05A53437-DF45-440C-9948-5105A3031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>
              <a:extLst>
                <a:ext uri="{FF2B5EF4-FFF2-40B4-BE49-F238E27FC236}">
                  <a16:creationId xmlns:a16="http://schemas.microsoft.com/office/drawing/2014/main" id="{DA57EECC-FF8E-46B5-A570-A29859729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>
              <a:extLst>
                <a:ext uri="{FF2B5EF4-FFF2-40B4-BE49-F238E27FC236}">
                  <a16:creationId xmlns:a16="http://schemas.microsoft.com/office/drawing/2014/main" id="{09E42012-60C1-4FB7-8A25-B49687FA9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>
              <a:extLst>
                <a:ext uri="{FF2B5EF4-FFF2-40B4-BE49-F238E27FC236}">
                  <a16:creationId xmlns:a16="http://schemas.microsoft.com/office/drawing/2014/main" id="{07B14B3B-E2C0-4AC2-A46E-74B7285E3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>
              <a:extLst>
                <a:ext uri="{FF2B5EF4-FFF2-40B4-BE49-F238E27FC236}">
                  <a16:creationId xmlns:a16="http://schemas.microsoft.com/office/drawing/2014/main" id="{023904D2-8262-4CEA-8130-45627904C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>
              <a:extLst>
                <a:ext uri="{FF2B5EF4-FFF2-40B4-BE49-F238E27FC236}">
                  <a16:creationId xmlns:a16="http://schemas.microsoft.com/office/drawing/2014/main" id="{E43BF08D-56F3-410D-93F7-5EE495FDD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>
              <a:extLst>
                <a:ext uri="{FF2B5EF4-FFF2-40B4-BE49-F238E27FC236}">
                  <a16:creationId xmlns:a16="http://schemas.microsoft.com/office/drawing/2014/main" id="{65D150A6-12BB-4944-AF3C-4449B2978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>
              <a:extLst>
                <a:ext uri="{FF2B5EF4-FFF2-40B4-BE49-F238E27FC236}">
                  <a16:creationId xmlns:a16="http://schemas.microsoft.com/office/drawing/2014/main" id="{76ACE60E-28C2-446B-8670-C4FC6B2C6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>
              <a:extLst>
                <a:ext uri="{FF2B5EF4-FFF2-40B4-BE49-F238E27FC236}">
                  <a16:creationId xmlns:a16="http://schemas.microsoft.com/office/drawing/2014/main" id="{B1BE2662-30B2-42AC-AE2D-D658CD81F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>
              <a:extLst>
                <a:ext uri="{FF2B5EF4-FFF2-40B4-BE49-F238E27FC236}">
                  <a16:creationId xmlns:a16="http://schemas.microsoft.com/office/drawing/2014/main" id="{4EB65F9D-9D2B-49FF-9387-5D923B722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>
              <a:extLst>
                <a:ext uri="{FF2B5EF4-FFF2-40B4-BE49-F238E27FC236}">
                  <a16:creationId xmlns:a16="http://schemas.microsoft.com/office/drawing/2014/main" id="{237FECED-82B3-4E29-8A96-328F6BACF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>
              <a:extLst>
                <a:ext uri="{FF2B5EF4-FFF2-40B4-BE49-F238E27FC236}">
                  <a16:creationId xmlns:a16="http://schemas.microsoft.com/office/drawing/2014/main" id="{4938D929-77B5-4642-98E8-CFF2DE5B2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>
              <a:extLst>
                <a:ext uri="{FF2B5EF4-FFF2-40B4-BE49-F238E27FC236}">
                  <a16:creationId xmlns:a16="http://schemas.microsoft.com/office/drawing/2014/main" id="{A3CF304B-E9F6-470B-8BFE-85C3A6AC6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>
              <a:extLst>
                <a:ext uri="{FF2B5EF4-FFF2-40B4-BE49-F238E27FC236}">
                  <a16:creationId xmlns:a16="http://schemas.microsoft.com/office/drawing/2014/main" id="{D5C7D26A-C919-41E7-A6C4-8577B5DDF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>
              <a:extLst>
                <a:ext uri="{FF2B5EF4-FFF2-40B4-BE49-F238E27FC236}">
                  <a16:creationId xmlns:a16="http://schemas.microsoft.com/office/drawing/2014/main" id="{91889227-738E-44B0-93F3-B099DDCA8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>
              <a:extLst>
                <a:ext uri="{FF2B5EF4-FFF2-40B4-BE49-F238E27FC236}">
                  <a16:creationId xmlns:a16="http://schemas.microsoft.com/office/drawing/2014/main" id="{7C27E4E5-6FBC-489C-93EB-CE818CBC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>
              <a:extLst>
                <a:ext uri="{FF2B5EF4-FFF2-40B4-BE49-F238E27FC236}">
                  <a16:creationId xmlns:a16="http://schemas.microsoft.com/office/drawing/2014/main" id="{BF62F037-4A4C-424B-8E29-B9DA04D92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>
            <a:extLst>
              <a:ext uri="{FF2B5EF4-FFF2-40B4-BE49-F238E27FC236}">
                <a16:creationId xmlns:a16="http://schemas.microsoft.com/office/drawing/2014/main" id="{9A7EC56E-20B8-4502-A52E-FEF48EBE6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223D33-D0E3-4DF5-8741-46950049C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170B8-C04A-4FD9-BE9C-4CD85B89F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C45F49-A4E9-4A1C-9AE6-48AC5E0D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F05F0A-2EBB-4E9E-8DB7-AFB7FF58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DF0A91-38BA-464F-B7BA-23A68EFD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1B8B70-66AF-4482-AEEE-6EB9CACF5D2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75622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5B3BC8-498E-4C83-AD9A-48E300EBE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798E0D-B35E-413A-BAF2-486D6AEA8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B1909D-28AE-44D7-BB5B-EA97BF96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23F839-447D-41B5-94F8-2F47B363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968D9C-B71A-46D9-8C2C-93776E3A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43B2BF-5340-4CF8-9DC8-F1CACE9CD5F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6650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B9681C-1441-4A03-A822-07D19344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156DEA-7427-49A9-ABCC-4FDA3C376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1AC905-012C-4085-B94B-61B20E656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B02049-D4F6-4030-B620-D8BA6115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A9A479-02A8-4C2B-93FE-C9602D37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FC8517-E36B-4A6A-9BF6-C0574E42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9452D4-06C4-4F45-8C9C-5C8A616E0A2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45044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80D0E-4749-41FF-B4CE-0F0944F68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AC20CAC-B64D-445D-8E65-014D44A38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A7AFE6-AA17-4D5B-BEFC-DBB9B1E54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F30A440-2730-49B2-B606-B325A2E33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3A5A0D5-0EE0-4267-ABDD-CAC026930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50E7D1-00A3-4D21-84D6-27289675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40EFD43-6D6C-481B-A9CC-64FC50F7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49B3D56-913F-42CB-85A8-7B2FB8DDC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C4B437-1A60-4941-9E09-71D4351B365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7769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457E3-2D50-4113-89D8-CDD8C645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BD8186E-4EDD-4510-AA8E-DA3C3D4D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895524C-A1EF-4353-B17B-D47B2FD5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6DBE4C-BAF1-4A37-BE7D-62950DDE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25810A-FEA3-4068-B966-9A13A9AACB8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0394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90929D3-84B1-4DB1-A48C-E6AD0F57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2B5A99-1EB9-4634-8BE4-E2D611863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0AD229-6224-449C-9893-3F2E6AFB2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7A457D-E41F-4A9C-BBB7-0B183344380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2663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A24B06-56A5-470A-A925-B3A7626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A91978-AFDB-45C4-9321-C077AAB28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6DF7D0-33E7-4507-B84D-C2E6CBFE3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1F1994-3915-4FD9-AB09-77B1A1DE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F03D36-B49D-4401-AB76-1B2C67DE4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C5DB0D-9979-4820-8EB5-A03DF9EB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BECD1-A039-40B5-A7A8-06C00E1865F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6889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52010A-60E1-49B3-9573-A8D7BC04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5363062-BB4F-49E1-8294-073CBF9D8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2C0C925-5064-496E-8B67-E7B5F1E02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202105-43E7-483B-B8CC-025B2428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DB05A0-279C-4071-89E8-84371673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093527D-956A-4EE7-901F-EE0D2CC3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DE72B6-9606-4BB8-BA07-792561C1AA4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0992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1C8C1F-907D-47B9-99A9-82791926A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5F33359-DAC3-406F-8E97-0E2850D3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97F750-EB82-4DA1-98F0-F6653FE4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A1A4AF-C1FB-47C6-AB55-FCE464F35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7B9F4A-0B9B-409C-9B43-ACC8DD99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7DA067-9DD5-413F-AD31-58C55056FAE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395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84EC668-1CC9-4F34-8C80-E4C3B812F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48CB6A-F053-4A98-98A1-231342087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4B342-B60E-466E-872D-18780DEF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530BE0-669A-428E-9749-27257CA0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60C26E-F847-4D51-B48E-710198E6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869C7-AF66-4209-9209-18A69FBC2BF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5398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C7461B-7213-4922-9918-0C9ADAA98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B2272A-C8AB-42A5-A659-CEA41C19A35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B5D152-3E19-4F53-A478-350C42A4F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1F7BB9-776D-450E-9C07-C6BA0867B5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506E7C-F490-4736-ABE3-50C2B903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B24C0D-807D-43BE-929D-7D3CC5E2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7AD68FD-4210-4371-9F1F-FFBC331199A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2843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>
            <a:extLst>
              <a:ext uri="{FF2B5EF4-FFF2-40B4-BE49-F238E27FC236}">
                <a16:creationId xmlns:a16="http://schemas.microsoft.com/office/drawing/2014/main" id="{B23CE5AB-6D16-4CF8-A0A4-8142CF6DF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F12C8A7A-02CE-4B41-9E87-5D1967666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>
            <a:extLst>
              <a:ext uri="{FF2B5EF4-FFF2-40B4-BE49-F238E27FC236}">
                <a16:creationId xmlns:a16="http://schemas.microsoft.com/office/drawing/2014/main" id="{A55E93C2-DE48-4296-91A1-E8DC02D594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>
            <a:extLst>
              <a:ext uri="{FF2B5EF4-FFF2-40B4-BE49-F238E27FC236}">
                <a16:creationId xmlns:a16="http://schemas.microsoft.com/office/drawing/2014/main" id="{58E0D825-F8E8-436E-856E-0381B358114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8" name="Rectangle 6">
            <a:extLst>
              <a:ext uri="{FF2B5EF4-FFF2-40B4-BE49-F238E27FC236}">
                <a16:creationId xmlns:a16="http://schemas.microsoft.com/office/drawing/2014/main" id="{660E746C-E12B-4D05-BD05-528B6A5FA7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9" name="Rectangle 7">
            <a:extLst>
              <a:ext uri="{FF2B5EF4-FFF2-40B4-BE49-F238E27FC236}">
                <a16:creationId xmlns:a16="http://schemas.microsoft.com/office/drawing/2014/main" id="{B4A6FCD9-AD00-4B1C-8AC9-7E4103B341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EDDA0D3A-5370-4872-A6F1-4D5B19DE645C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>
            <a:extLst>
              <a:ext uri="{FF2B5EF4-FFF2-40B4-BE49-F238E27FC236}">
                <a16:creationId xmlns:a16="http://schemas.microsoft.com/office/drawing/2014/main" id="{6C240CBF-6247-48E5-B71D-6EFE3F799DE7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>
              <a:extLst>
                <a:ext uri="{FF2B5EF4-FFF2-40B4-BE49-F238E27FC236}">
                  <a16:creationId xmlns:a16="http://schemas.microsoft.com/office/drawing/2014/main" id="{D12DCF93-42F7-4083-99F0-93004720A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>
              <a:extLst>
                <a:ext uri="{FF2B5EF4-FFF2-40B4-BE49-F238E27FC236}">
                  <a16:creationId xmlns:a16="http://schemas.microsoft.com/office/drawing/2014/main" id="{B77CC8BD-1CA0-49CE-8978-167F14C1B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>
              <a:extLst>
                <a:ext uri="{FF2B5EF4-FFF2-40B4-BE49-F238E27FC236}">
                  <a16:creationId xmlns:a16="http://schemas.microsoft.com/office/drawing/2014/main" id="{70F0467F-80A5-42DF-9F3B-3AD252D5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>
              <a:extLst>
                <a:ext uri="{FF2B5EF4-FFF2-40B4-BE49-F238E27FC236}">
                  <a16:creationId xmlns:a16="http://schemas.microsoft.com/office/drawing/2014/main" id="{BAC90E73-9DF1-46F3-98D8-A7955BEA7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>
              <a:extLst>
                <a:ext uri="{FF2B5EF4-FFF2-40B4-BE49-F238E27FC236}">
                  <a16:creationId xmlns:a16="http://schemas.microsoft.com/office/drawing/2014/main" id="{4E285122-DE59-4271-AA43-D5AE022DF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>
              <a:extLst>
                <a:ext uri="{FF2B5EF4-FFF2-40B4-BE49-F238E27FC236}">
                  <a16:creationId xmlns:a16="http://schemas.microsoft.com/office/drawing/2014/main" id="{852B7150-9D47-4369-BA93-407665796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>
              <a:extLst>
                <a:ext uri="{FF2B5EF4-FFF2-40B4-BE49-F238E27FC236}">
                  <a16:creationId xmlns:a16="http://schemas.microsoft.com/office/drawing/2014/main" id="{D46723DA-659B-48E7-A0BD-EC40CF296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>
              <a:extLst>
                <a:ext uri="{FF2B5EF4-FFF2-40B4-BE49-F238E27FC236}">
                  <a16:creationId xmlns:a16="http://schemas.microsoft.com/office/drawing/2014/main" id="{B793454E-A480-4383-BE33-EE09C909B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>
              <a:extLst>
                <a:ext uri="{FF2B5EF4-FFF2-40B4-BE49-F238E27FC236}">
                  <a16:creationId xmlns:a16="http://schemas.microsoft.com/office/drawing/2014/main" id="{6B65E2C4-267D-4062-B72B-47005B23A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>
              <a:extLst>
                <a:ext uri="{FF2B5EF4-FFF2-40B4-BE49-F238E27FC236}">
                  <a16:creationId xmlns:a16="http://schemas.microsoft.com/office/drawing/2014/main" id="{8F3F3083-7B85-4A57-BD02-369737D9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>
              <a:extLst>
                <a:ext uri="{FF2B5EF4-FFF2-40B4-BE49-F238E27FC236}">
                  <a16:creationId xmlns:a16="http://schemas.microsoft.com/office/drawing/2014/main" id="{44A2506D-BD98-4274-BB2B-90FFE74AB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>
              <a:extLst>
                <a:ext uri="{FF2B5EF4-FFF2-40B4-BE49-F238E27FC236}">
                  <a16:creationId xmlns:a16="http://schemas.microsoft.com/office/drawing/2014/main" id="{CDA26A59-72FB-4AD0-97C4-2D19A01A5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>
              <a:extLst>
                <a:ext uri="{FF2B5EF4-FFF2-40B4-BE49-F238E27FC236}">
                  <a16:creationId xmlns:a16="http://schemas.microsoft.com/office/drawing/2014/main" id="{38828C28-B032-463E-AAB5-CF23BE1CA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>
              <a:extLst>
                <a:ext uri="{FF2B5EF4-FFF2-40B4-BE49-F238E27FC236}">
                  <a16:creationId xmlns:a16="http://schemas.microsoft.com/office/drawing/2014/main" id="{852447AF-B6D2-4268-A807-1A9FCC52E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>
              <a:extLst>
                <a:ext uri="{FF2B5EF4-FFF2-40B4-BE49-F238E27FC236}">
                  <a16:creationId xmlns:a16="http://schemas.microsoft.com/office/drawing/2014/main" id="{95F70210-356A-4879-B54C-5521FDB5D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>
              <a:extLst>
                <a:ext uri="{FF2B5EF4-FFF2-40B4-BE49-F238E27FC236}">
                  <a16:creationId xmlns:a16="http://schemas.microsoft.com/office/drawing/2014/main" id="{D80F8FDE-218E-435F-89E1-CB520B07D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>
              <a:extLst>
                <a:ext uri="{FF2B5EF4-FFF2-40B4-BE49-F238E27FC236}">
                  <a16:creationId xmlns:a16="http://schemas.microsoft.com/office/drawing/2014/main" id="{16ECAA87-3195-40EF-99F7-DB2602BD9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>
              <a:extLst>
                <a:ext uri="{FF2B5EF4-FFF2-40B4-BE49-F238E27FC236}">
                  <a16:creationId xmlns:a16="http://schemas.microsoft.com/office/drawing/2014/main" id="{6809FB04-1B2C-4FBA-B899-5D1EDD2A4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>
              <a:extLst>
                <a:ext uri="{FF2B5EF4-FFF2-40B4-BE49-F238E27FC236}">
                  <a16:creationId xmlns:a16="http://schemas.microsoft.com/office/drawing/2014/main" id="{7E7B3D74-E4DD-4210-8D81-9D085440B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>
              <a:extLst>
                <a:ext uri="{FF2B5EF4-FFF2-40B4-BE49-F238E27FC236}">
                  <a16:creationId xmlns:a16="http://schemas.microsoft.com/office/drawing/2014/main" id="{4E696597-4D91-4A71-BAE1-2B098426D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>
              <a:extLst>
                <a:ext uri="{FF2B5EF4-FFF2-40B4-BE49-F238E27FC236}">
                  <a16:creationId xmlns:a16="http://schemas.microsoft.com/office/drawing/2014/main" id="{510C0A9D-C9AD-4AD5-9686-EC85EBAC5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>
              <a:extLst>
                <a:ext uri="{FF2B5EF4-FFF2-40B4-BE49-F238E27FC236}">
                  <a16:creationId xmlns:a16="http://schemas.microsoft.com/office/drawing/2014/main" id="{28FF904D-3EA1-408E-A9F0-559B08B50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>
              <a:extLst>
                <a:ext uri="{FF2B5EF4-FFF2-40B4-BE49-F238E27FC236}">
                  <a16:creationId xmlns:a16="http://schemas.microsoft.com/office/drawing/2014/main" id="{D573133F-F3AB-4EC1-96A1-301CC6762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>
              <a:extLst>
                <a:ext uri="{FF2B5EF4-FFF2-40B4-BE49-F238E27FC236}">
                  <a16:creationId xmlns:a16="http://schemas.microsoft.com/office/drawing/2014/main" id="{5622F7F3-67CB-4EA7-AE5F-2F0EA1A35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>
              <a:extLst>
                <a:ext uri="{FF2B5EF4-FFF2-40B4-BE49-F238E27FC236}">
                  <a16:creationId xmlns:a16="http://schemas.microsoft.com/office/drawing/2014/main" id="{82A93E80-82DC-41F4-9112-9E4B0B47A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>
              <a:extLst>
                <a:ext uri="{FF2B5EF4-FFF2-40B4-BE49-F238E27FC236}">
                  <a16:creationId xmlns:a16="http://schemas.microsoft.com/office/drawing/2014/main" id="{C677329A-6BD1-4759-ACFF-4BFE1D888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>
              <a:extLst>
                <a:ext uri="{FF2B5EF4-FFF2-40B4-BE49-F238E27FC236}">
                  <a16:creationId xmlns:a16="http://schemas.microsoft.com/office/drawing/2014/main" id="{D8DB8882-78EE-42A3-8FFE-A426285EB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>
              <a:extLst>
                <a:ext uri="{FF2B5EF4-FFF2-40B4-BE49-F238E27FC236}">
                  <a16:creationId xmlns:a16="http://schemas.microsoft.com/office/drawing/2014/main" id="{A64A0CB1-AC99-4093-A213-CDF72C339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>
              <a:extLst>
                <a:ext uri="{FF2B5EF4-FFF2-40B4-BE49-F238E27FC236}">
                  <a16:creationId xmlns:a16="http://schemas.microsoft.com/office/drawing/2014/main" id="{CC4974A3-21E7-4971-A01D-48CED497D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>
              <a:extLst>
                <a:ext uri="{FF2B5EF4-FFF2-40B4-BE49-F238E27FC236}">
                  <a16:creationId xmlns:a16="http://schemas.microsoft.com/office/drawing/2014/main" id="{710B096C-798E-42E0-83C3-9E04BC9A5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>
              <a:extLst>
                <a:ext uri="{FF2B5EF4-FFF2-40B4-BE49-F238E27FC236}">
                  <a16:creationId xmlns:a16="http://schemas.microsoft.com/office/drawing/2014/main" id="{7305AD52-4FF7-41DD-853F-507E3AEA8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9B0E0CD-5231-4061-8C4F-0E70BD8C2BF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A0CA463A-D15C-4C72-93DE-5F37553F3126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4F0827EE-C074-4A58-B5E1-265FE59720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第十一章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結構與其它資料型態</a:t>
            </a:r>
            <a:endParaRPr lang="zh-TW" altLang="en-US"/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5D9D5984-8CF9-4B8A-989B-15C3CEE538C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574925"/>
          </a:xfrm>
        </p:spPr>
        <p:txBody>
          <a:bodyPr/>
          <a:lstStyle/>
          <a:p>
            <a:r>
              <a:rPr lang="zh-TW" altLang="en-US" sz="2800"/>
              <a:t>學習與使用結構</a:t>
            </a:r>
          </a:p>
          <a:p>
            <a:r>
              <a:rPr lang="zh-TW" altLang="en-US" sz="2800"/>
              <a:t>傳遞結構到函數</a:t>
            </a:r>
          </a:p>
          <a:p>
            <a:r>
              <a:rPr lang="zh-TW" altLang="en-US" sz="2800"/>
              <a:t>認識共同空間與列舉型態</a:t>
            </a:r>
          </a:p>
          <a:p>
            <a:r>
              <a:rPr lang="zh-TW" altLang="en-US" sz="2800"/>
              <a:t>使用自訂的資料型態</a:t>
            </a:r>
            <a:r>
              <a:rPr lang="zh-TW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6">
            <a:extLst>
              <a:ext uri="{FF2B5EF4-FFF2-40B4-BE49-F238E27FC236}">
                <a16:creationId xmlns:a16="http://schemas.microsoft.com/office/drawing/2014/main" id="{1DB3D0EC-8B80-48CC-95B6-667064BF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9426-EF65-475D-81AB-7CA059122C04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>
            <a:extLst>
              <a:ext uri="{FF2B5EF4-FFF2-40B4-BE49-F238E27FC236}">
                <a16:creationId xmlns:a16="http://schemas.microsoft.com/office/drawing/2014/main" id="{4CB7DB32-2CC1-434E-9D79-00FF7FAD9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98270"/>
          </a:xfrm>
        </p:spPr>
        <p:txBody>
          <a:bodyPr/>
          <a:lstStyle/>
          <a:p>
            <a:r>
              <a:rPr lang="zh-TW" altLang="en-US" dirty="0"/>
              <a:t>結構的宣告</a:t>
            </a:r>
            <a:endParaRPr lang="en-US" altLang="zh-TW" dirty="0"/>
          </a:p>
        </p:txBody>
      </p:sp>
      <p:sp>
        <p:nvSpPr>
          <p:cNvPr id="578565" name="Rectangle 5">
            <a:extLst>
              <a:ext uri="{FF2B5EF4-FFF2-40B4-BE49-F238E27FC236}">
                <a16:creationId xmlns:a16="http://schemas.microsoft.com/office/drawing/2014/main" id="{0C354C89-D08F-4F8E-967C-EE8F71D91E7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043505"/>
            <a:ext cx="7848600" cy="4410075"/>
          </a:xfrm>
        </p:spPr>
        <p:txBody>
          <a:bodyPr/>
          <a:lstStyle/>
          <a:p>
            <a:r>
              <a:rPr lang="zh-TW" altLang="en-US" sz="2600" dirty="0"/>
              <a:t>結構可以同時存放不同型態的資料於同一個結構體</a:t>
            </a:r>
          </a:p>
          <a:p>
            <a:r>
              <a:rPr lang="zh-TW" altLang="en-US" sz="2600" dirty="0"/>
              <a:t>結構的定義及宣告格式如下 </a:t>
            </a:r>
          </a:p>
        </p:txBody>
      </p:sp>
      <p:sp>
        <p:nvSpPr>
          <p:cNvPr id="578567" name="AutoShape 7">
            <a:extLst>
              <a:ext uri="{FF2B5EF4-FFF2-40B4-BE49-F238E27FC236}">
                <a16:creationId xmlns:a16="http://schemas.microsoft.com/office/drawing/2014/main" id="{795415B1-B7B1-4D8D-A73E-3E17A621E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60350"/>
            <a:ext cx="17272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結構</a:t>
            </a:r>
          </a:p>
        </p:txBody>
      </p:sp>
      <p:sp>
        <p:nvSpPr>
          <p:cNvPr id="578574" name="Rectangle 14">
            <a:extLst>
              <a:ext uri="{FF2B5EF4-FFF2-40B4-BE49-F238E27FC236}">
                <a16:creationId xmlns:a16="http://schemas.microsoft.com/office/drawing/2014/main" id="{FFA62F01-5F92-4936-A3E2-304E1063B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359033"/>
            <a:ext cx="3826768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1pPr>
            <a:lvl2pPr marL="692150" indent="-347663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marL="987425" indent="-293688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marL="1281113" indent="-2921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marL="1598613" indent="-315913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20558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25130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29702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34274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zh-TW" altLang="en-US" dirty="0">
                <a:effectLst/>
              </a:rPr>
              <a:t>結構定義及宣告範例 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0625BAC-04D9-4A4E-9150-CDA08AB6D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218" y="2261047"/>
            <a:ext cx="3270015" cy="197787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83546F6-B84C-4168-B7DF-CF7272386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227" y="5087579"/>
            <a:ext cx="1672294" cy="139588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AEB45D6-60E5-445A-86A5-1169B4E2E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218" y="5033744"/>
            <a:ext cx="3244901" cy="10085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21F11D6-22FE-4B8E-8F18-4C1541289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085" y="2243280"/>
            <a:ext cx="3270015" cy="201052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B831B06-EC4A-4D95-B685-923720E268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085" y="5067308"/>
            <a:ext cx="1578043" cy="149404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21932570-C197-474F-972A-C0B62C16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17D6-35CD-4672-859A-43FE084740E6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82660" name="Rectangle 4">
            <a:extLst>
              <a:ext uri="{FF2B5EF4-FFF2-40B4-BE49-F238E27FC236}">
                <a16:creationId xmlns:a16="http://schemas.microsoft.com/office/drawing/2014/main" id="{653D4DEB-0BAE-4412-A4D9-F7C5880EC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結構變數的範例 </a:t>
            </a:r>
            <a:r>
              <a:rPr lang="en-US" altLang="zh-TW"/>
              <a:t>(1/2)</a:t>
            </a:r>
          </a:p>
        </p:txBody>
      </p:sp>
      <p:sp>
        <p:nvSpPr>
          <p:cNvPr id="582690" name="AutoShape 34">
            <a:extLst>
              <a:ext uri="{FF2B5EF4-FFF2-40B4-BE49-F238E27FC236}">
                <a16:creationId xmlns:a16="http://schemas.microsoft.com/office/drawing/2014/main" id="{918A3C8C-42A8-458E-8C2E-FFAEECABE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60350"/>
            <a:ext cx="17272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結構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659FE55-FCF3-4884-A6E0-DC7356B6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46" y="1514595"/>
            <a:ext cx="5781742" cy="522116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A9DFF07-BC1E-434E-806E-C4B6B7871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353" y="2107257"/>
            <a:ext cx="2551501" cy="809916"/>
          </a:xfrm>
          <a:prstGeom prst="rect">
            <a:avLst/>
          </a:prstGeom>
        </p:spPr>
      </p:pic>
      <p:sp>
        <p:nvSpPr>
          <p:cNvPr id="11" name="Rectangle 19">
            <a:extLst>
              <a:ext uri="{FF2B5EF4-FFF2-40B4-BE49-F238E27FC236}">
                <a16:creationId xmlns:a16="http://schemas.microsoft.com/office/drawing/2014/main" id="{12C5371D-D256-46CD-A234-BA5CE0A93F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291720" y="3249329"/>
            <a:ext cx="2711203" cy="611720"/>
          </a:xfrm>
          <a:solidFill>
            <a:srgbClr val="FFCCCC"/>
          </a:solidFill>
        </p:spPr>
        <p:txBody>
          <a:bodyPr/>
          <a:lstStyle/>
          <a:p>
            <a:r>
              <a:rPr lang="zh-TW" altLang="en-US" sz="1600" dirty="0"/>
              <a:t>結構內的成員利用成員存取運算子（</a:t>
            </a:r>
            <a:r>
              <a:rPr lang="en-US" altLang="zh-TW" sz="1600" dirty="0"/>
              <a:t>.</a:t>
            </a:r>
            <a:r>
              <a:rPr lang="zh-TW" altLang="en-US" sz="1600" dirty="0"/>
              <a:t>）存取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045AECF6-B7A9-4CFD-A1AE-2627830E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F155-9EFA-45E6-867C-8E04CBD20271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679938" name="Rectangle 2">
            <a:extLst>
              <a:ext uri="{FF2B5EF4-FFF2-40B4-BE49-F238E27FC236}">
                <a16:creationId xmlns:a16="http://schemas.microsoft.com/office/drawing/2014/main" id="{2705C0EE-1794-43AE-B402-41545C69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結構變數的範例 </a:t>
            </a:r>
            <a:r>
              <a:rPr lang="en-US" altLang="zh-TW"/>
              <a:t>(2/2)</a:t>
            </a:r>
          </a:p>
        </p:txBody>
      </p:sp>
      <p:sp>
        <p:nvSpPr>
          <p:cNvPr id="679939" name="Rectangle 3">
            <a:extLst>
              <a:ext uri="{FF2B5EF4-FFF2-40B4-BE49-F238E27FC236}">
                <a16:creationId xmlns:a16="http://schemas.microsoft.com/office/drawing/2014/main" id="{4D3B59D9-647C-434D-B43A-EBB21EC9B2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b="1" dirty="0"/>
              <a:t>結構所佔用的記憶體有多少呢？</a:t>
            </a:r>
            <a:endParaRPr lang="zh-TW" altLang="en-US" sz="2600" dirty="0"/>
          </a:p>
        </p:txBody>
      </p:sp>
      <p:sp>
        <p:nvSpPr>
          <p:cNvPr id="679945" name="AutoShape 9">
            <a:extLst>
              <a:ext uri="{FF2B5EF4-FFF2-40B4-BE49-F238E27FC236}">
                <a16:creationId xmlns:a16="http://schemas.microsoft.com/office/drawing/2014/main" id="{0B197078-EDF1-4077-8E1F-8AE484E21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60350"/>
            <a:ext cx="17272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結構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5BB18E5-8579-4632-ABCA-39186A24A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99" y="2383040"/>
            <a:ext cx="5286417" cy="3572854"/>
          </a:xfrm>
          <a:prstGeom prst="rect">
            <a:avLst/>
          </a:prstGeom>
        </p:spPr>
      </p:pic>
      <p:sp>
        <p:nvSpPr>
          <p:cNvPr id="7" name="Rectangle 19">
            <a:extLst>
              <a:ext uri="{FF2B5EF4-FFF2-40B4-BE49-F238E27FC236}">
                <a16:creationId xmlns:a16="http://schemas.microsoft.com/office/drawing/2014/main" id="{21009820-2671-406E-8738-FDA94BF19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147" y="2387094"/>
            <a:ext cx="3422811" cy="3743831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effectLst/>
              </a:rPr>
              <a:t>結構成員及其大小</a:t>
            </a:r>
            <a:endParaRPr lang="en-US" altLang="zh-TW" sz="1400" dirty="0">
              <a:effectLst/>
            </a:endParaRPr>
          </a:p>
          <a:p>
            <a:pPr lvl="1"/>
            <a:r>
              <a:rPr lang="zh-TW" altLang="en-US" sz="1200" dirty="0">
                <a:effectLst/>
              </a:rPr>
              <a:t>結構包含兩個成員：</a:t>
            </a:r>
            <a:endParaRPr lang="en-US" altLang="zh-TW" sz="1200" dirty="0">
              <a:effectLst/>
            </a:endParaRPr>
          </a:p>
          <a:p>
            <a:pPr lvl="2"/>
            <a:r>
              <a:rPr lang="zh-TW" altLang="en-US" sz="900" b="1" dirty="0">
                <a:solidFill>
                  <a:srgbClr val="FF0000"/>
                </a:solidFill>
                <a:effectLst/>
              </a:rPr>
              <a:t>字串成員</a:t>
            </a:r>
            <a:r>
              <a:rPr lang="zh-TW" altLang="en-US" sz="900" dirty="0">
                <a:effectLst/>
              </a:rPr>
              <a:t>（指標）：佔用 </a:t>
            </a:r>
            <a:r>
              <a:rPr lang="en-US" altLang="zh-TW" sz="900" dirty="0">
                <a:effectLst/>
              </a:rPr>
              <a:t>8 </a:t>
            </a:r>
            <a:r>
              <a:rPr lang="zh-TW" altLang="en-US" sz="900" dirty="0">
                <a:effectLst/>
              </a:rPr>
              <a:t>個位元組（</a:t>
            </a:r>
            <a:r>
              <a:rPr lang="en-US" altLang="zh-TW" sz="900" dirty="0">
                <a:effectLst/>
              </a:rPr>
              <a:t>64 </a:t>
            </a:r>
            <a:r>
              <a:rPr lang="zh-TW" altLang="en-US" sz="900" dirty="0">
                <a:effectLst/>
              </a:rPr>
              <a:t>位元系統上）</a:t>
            </a:r>
            <a:endParaRPr lang="en-US" altLang="zh-TW" sz="900" dirty="0">
              <a:effectLst/>
            </a:endParaRPr>
          </a:p>
          <a:p>
            <a:pPr lvl="2"/>
            <a:r>
              <a:rPr lang="zh-TW" altLang="en-US" sz="900" b="1" dirty="0">
                <a:solidFill>
                  <a:srgbClr val="FF0000"/>
                </a:solidFill>
                <a:effectLst/>
              </a:rPr>
              <a:t>整數成員</a:t>
            </a:r>
            <a:r>
              <a:rPr lang="zh-TW" altLang="en-US" sz="900" dirty="0">
                <a:effectLst/>
              </a:rPr>
              <a:t>：佔用 </a:t>
            </a:r>
            <a:r>
              <a:rPr lang="en-US" altLang="zh-TW" sz="900" dirty="0">
                <a:effectLst/>
              </a:rPr>
              <a:t>4 </a:t>
            </a:r>
            <a:r>
              <a:rPr lang="zh-TW" altLang="en-US" sz="900" dirty="0">
                <a:effectLst/>
              </a:rPr>
              <a:t>個位元組</a:t>
            </a:r>
            <a:endParaRPr lang="en-US" altLang="zh-TW" sz="900" dirty="0">
              <a:effectLst/>
            </a:endParaRPr>
          </a:p>
          <a:p>
            <a:pPr lvl="1"/>
            <a:r>
              <a:rPr lang="zh-TW" altLang="en-US" sz="1200" dirty="0">
                <a:effectLst/>
              </a:rPr>
              <a:t>預計的結構大小：</a:t>
            </a:r>
            <a:r>
              <a:rPr lang="en-US" altLang="zh-TW" sz="1200" dirty="0">
                <a:effectLst/>
              </a:rPr>
              <a:t>8</a:t>
            </a:r>
            <a:r>
              <a:rPr lang="zh-TW" altLang="en-US" sz="1200" dirty="0">
                <a:effectLst/>
              </a:rPr>
              <a:t>（字串指標） </a:t>
            </a:r>
            <a:r>
              <a:rPr lang="en-US" altLang="zh-TW" sz="1200" dirty="0">
                <a:effectLst/>
              </a:rPr>
              <a:t>+ 4</a:t>
            </a:r>
            <a:r>
              <a:rPr lang="zh-TW" altLang="en-US" sz="1200" dirty="0">
                <a:effectLst/>
              </a:rPr>
              <a:t>（整數）</a:t>
            </a:r>
            <a:r>
              <a:rPr lang="en-US" altLang="zh-TW" sz="1200" dirty="0">
                <a:effectLst/>
              </a:rPr>
              <a:t>=12</a:t>
            </a:r>
            <a:r>
              <a:rPr lang="zh-TW" altLang="en-US" sz="1200" dirty="0">
                <a:effectLst/>
              </a:rPr>
              <a:t>個位元組</a:t>
            </a:r>
            <a:endParaRPr lang="en-US" altLang="zh-TW" sz="1200" dirty="0">
              <a:effectLst/>
            </a:endParaRPr>
          </a:p>
          <a:p>
            <a:r>
              <a:rPr lang="zh-TW" altLang="en-US" sz="1400" dirty="0">
                <a:effectLst/>
              </a:rPr>
              <a:t>對齊需求與填充位元組</a:t>
            </a:r>
            <a:endParaRPr lang="en-US" altLang="zh-TW" sz="1400" dirty="0">
              <a:effectLst/>
            </a:endParaRPr>
          </a:p>
          <a:p>
            <a:pPr lvl="1"/>
            <a:r>
              <a:rPr lang="zh-TW" altLang="en-US" sz="1200" dirty="0">
                <a:effectLst/>
              </a:rPr>
              <a:t>編譯器可能在成員之間插入 填充位元組，以滿足系統的對齊要求</a:t>
            </a:r>
            <a:endParaRPr lang="en-US" altLang="zh-TW" sz="1200" dirty="0">
              <a:effectLst/>
            </a:endParaRPr>
          </a:p>
          <a:p>
            <a:pPr lvl="1"/>
            <a:r>
              <a:rPr lang="zh-TW" altLang="en-US" sz="1200" dirty="0">
                <a:effectLst/>
              </a:rPr>
              <a:t>結構的大小從 </a:t>
            </a:r>
            <a:r>
              <a:rPr lang="en-US" altLang="zh-TW" sz="1200" dirty="0">
                <a:effectLst/>
              </a:rPr>
              <a:t>12 </a:t>
            </a:r>
            <a:r>
              <a:rPr lang="zh-TW" altLang="en-US" sz="1200" dirty="0">
                <a:effectLst/>
              </a:rPr>
              <a:t>個位元組增加至</a:t>
            </a:r>
            <a:r>
              <a:rPr lang="en-US" altLang="zh-TW" sz="1200" dirty="0">
                <a:effectLst/>
              </a:rPr>
              <a:t>16 </a:t>
            </a:r>
            <a:r>
              <a:rPr lang="zh-TW" altLang="en-US" sz="1200" dirty="0">
                <a:effectLst/>
              </a:rPr>
              <a:t>個位元組。</a:t>
            </a:r>
            <a:endParaRPr lang="en-US" altLang="zh-TW" sz="1600" dirty="0">
              <a:effectLst/>
            </a:endParaRPr>
          </a:p>
          <a:p>
            <a:r>
              <a:rPr lang="zh-TW" altLang="en-US" sz="1400" dirty="0">
                <a:effectLst/>
              </a:rPr>
              <a:t>填充位元組的意義</a:t>
            </a:r>
            <a:endParaRPr lang="en-US" altLang="zh-TW" sz="1400" dirty="0">
              <a:effectLst/>
            </a:endParaRPr>
          </a:p>
          <a:p>
            <a:pPr lvl="1"/>
            <a:r>
              <a:rPr lang="zh-TW" altLang="en-US" sz="1200" dirty="0">
                <a:effectLst/>
              </a:rPr>
              <a:t>對齊填充：提高存取效率，避免跨位址邊界的問題，使存取操作更為快速。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045AECF6-B7A9-4CFD-A1AE-2627830E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F155-9EFA-45E6-867C-8E04CBD20271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679938" name="Rectangle 2">
            <a:extLst>
              <a:ext uri="{FF2B5EF4-FFF2-40B4-BE49-F238E27FC236}">
                <a16:creationId xmlns:a16="http://schemas.microsoft.com/office/drawing/2014/main" id="{2705C0EE-1794-43AE-B402-41545C69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結構中的填充位元組與對齊</a:t>
            </a:r>
            <a:endParaRPr lang="en-US" altLang="zh-TW" dirty="0"/>
          </a:p>
        </p:txBody>
      </p:sp>
      <p:sp>
        <p:nvSpPr>
          <p:cNvPr id="679939" name="Rectangle 3">
            <a:extLst>
              <a:ext uri="{FF2B5EF4-FFF2-40B4-BE49-F238E27FC236}">
                <a16:creationId xmlns:a16="http://schemas.microsoft.com/office/drawing/2014/main" id="{4D3B59D9-647C-434D-B43A-EBB21EC9B2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1596738"/>
            <a:ext cx="8820472" cy="5108862"/>
          </a:xfrm>
        </p:spPr>
        <p:txBody>
          <a:bodyPr/>
          <a:lstStyle/>
          <a:p>
            <a:r>
              <a:rPr lang="zh-TW" altLang="en-US" sz="2400" b="1" dirty="0"/>
              <a:t>填充位元組（</a:t>
            </a:r>
            <a:r>
              <a:rPr lang="en-US" altLang="zh-TW" sz="2400" b="1" dirty="0"/>
              <a:t>Padding Bytes</a:t>
            </a:r>
            <a:r>
              <a:rPr lang="zh-TW" altLang="en-US" sz="2400" b="1" dirty="0"/>
              <a:t>）</a:t>
            </a:r>
            <a:endParaRPr lang="en-US" altLang="zh-TW" sz="2400" b="1" dirty="0"/>
          </a:p>
          <a:p>
            <a:pPr lvl="1"/>
            <a:r>
              <a:rPr lang="zh-TW" altLang="en-US" sz="1800" dirty="0"/>
              <a:t>為確保結構中每個成員對齊在特定記憶體位置，編譯器可能會加入</a:t>
            </a:r>
            <a:r>
              <a:rPr lang="zh-TW" altLang="en-US" sz="1800" b="1" dirty="0">
                <a:solidFill>
                  <a:srgbClr val="FF0000"/>
                </a:solidFill>
              </a:rPr>
              <a:t>填充位元組</a:t>
            </a:r>
            <a:endParaRPr lang="en-US" altLang="zh-TW" sz="1800" b="1" dirty="0">
              <a:solidFill>
                <a:srgbClr val="FF0000"/>
              </a:solidFill>
            </a:endParaRPr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填充位元組的位置</a:t>
            </a:r>
            <a:r>
              <a:rPr lang="zh-TW" altLang="en-US" sz="1800" dirty="0"/>
              <a:t>：通常位於成員之間或結構末尾</a:t>
            </a:r>
            <a:endParaRPr lang="en-US" altLang="zh-TW" sz="1800" dirty="0"/>
          </a:p>
          <a:p>
            <a:pPr lvl="1"/>
            <a:r>
              <a:rPr lang="zh-TW" altLang="en-US" sz="1800" dirty="0"/>
              <a:t>填充的數量與位置由</a:t>
            </a:r>
            <a:r>
              <a:rPr lang="zh-TW" altLang="en-US" sz="1800" b="1" dirty="0">
                <a:solidFill>
                  <a:srgbClr val="FF0000"/>
                </a:solidFill>
              </a:rPr>
              <a:t>編譯器</a:t>
            </a:r>
            <a:r>
              <a:rPr lang="zh-TW" altLang="en-US" sz="1800" dirty="0"/>
              <a:t>根據對齊規則來決定，可能因編譯器、作業系統不同而異。</a:t>
            </a:r>
            <a:endParaRPr lang="en-US" altLang="zh-TW" sz="1800" dirty="0"/>
          </a:p>
          <a:p>
            <a:r>
              <a:rPr lang="zh-TW" altLang="en-US" sz="2400" b="1" dirty="0"/>
              <a:t>對齊的目的</a:t>
            </a:r>
            <a:endParaRPr lang="en-US" altLang="zh-TW" sz="2400" b="1" dirty="0"/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提高記憶體存取效率</a:t>
            </a:r>
            <a:r>
              <a:rPr lang="zh-TW" altLang="en-US" sz="1800" dirty="0"/>
              <a:t>：對齊可確保變數存取時的效率最大化</a:t>
            </a:r>
            <a:endParaRPr lang="en-US" altLang="zh-TW" sz="1800" dirty="0"/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可能的影響</a:t>
            </a:r>
            <a:r>
              <a:rPr lang="zh-TW" altLang="en-US" sz="1800" dirty="0"/>
              <a:t>：填充位元組雖提高效率，但會增加結構的大小，影響記憶體的使用效率</a:t>
            </a:r>
            <a:endParaRPr lang="en-US" altLang="zh-TW" sz="1800" dirty="0"/>
          </a:p>
          <a:p>
            <a:r>
              <a:rPr lang="zh-TW" altLang="en-US" sz="2400" b="1" dirty="0"/>
              <a:t>設計結構時的考量</a:t>
            </a:r>
            <a:endParaRPr lang="en-US" altLang="zh-TW" sz="2400" b="1" dirty="0"/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記憶體效率</a:t>
            </a:r>
            <a:r>
              <a:rPr lang="zh-TW" altLang="en-US" sz="1800" dirty="0"/>
              <a:t>：考量填充對結構大小的影響</a:t>
            </a:r>
            <a:endParaRPr lang="en-US" altLang="zh-TW" sz="1800" dirty="0"/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最佳化</a:t>
            </a:r>
            <a:r>
              <a:rPr lang="zh-TW" altLang="en-US" sz="1800" dirty="0"/>
              <a:t>：依據系統需求，最小化填充位元組數量以節省記憶體。</a:t>
            </a:r>
          </a:p>
        </p:txBody>
      </p:sp>
      <p:sp>
        <p:nvSpPr>
          <p:cNvPr id="679945" name="AutoShape 9">
            <a:extLst>
              <a:ext uri="{FF2B5EF4-FFF2-40B4-BE49-F238E27FC236}">
                <a16:creationId xmlns:a16="http://schemas.microsoft.com/office/drawing/2014/main" id="{0B197078-EDF1-4077-8E1F-8AE484E21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60350"/>
            <a:ext cx="17272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結構</a:t>
            </a:r>
          </a:p>
        </p:txBody>
      </p:sp>
    </p:spTree>
    <p:extLst>
      <p:ext uri="{BB962C8B-B14F-4D97-AF65-F5344CB8AC3E}">
        <p14:creationId xmlns:p14="http://schemas.microsoft.com/office/powerpoint/2010/main" val="44467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E95F8A97-A864-4F5E-81D2-CBB93B40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B34E-93BD-45DA-A495-FD9E6DB7AEAE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583684" name="Rectangle 4">
            <a:extLst>
              <a:ext uri="{FF2B5EF4-FFF2-40B4-BE49-F238E27FC236}">
                <a16:creationId xmlns:a16="http://schemas.microsoft.com/office/drawing/2014/main" id="{C2332AD6-C6CE-4038-A198-DC2F7D3A2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設定結構變數的初值 </a:t>
            </a:r>
            <a:r>
              <a:rPr lang="en-US" altLang="zh-TW"/>
              <a:t>(1/3)</a:t>
            </a:r>
          </a:p>
        </p:txBody>
      </p:sp>
      <p:sp>
        <p:nvSpPr>
          <p:cNvPr id="583685" name="Rectangle 5">
            <a:extLst>
              <a:ext uri="{FF2B5EF4-FFF2-40B4-BE49-F238E27FC236}">
                <a16:creationId xmlns:a16="http://schemas.microsoft.com/office/drawing/2014/main" id="{8026D9EC-96E8-44DA-8F6C-5FD80A07F53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4481512"/>
          </a:xfrm>
        </p:spPr>
        <p:txBody>
          <a:bodyPr/>
          <a:lstStyle/>
          <a:p>
            <a:pPr marL="495300" indent="-495300"/>
            <a:r>
              <a:rPr lang="zh-TW" altLang="en-US" sz="2600" dirty="0"/>
              <a:t>用</a:t>
            </a:r>
            <a:r>
              <a:rPr lang="zh-TW" altLang="en-US" sz="2600" b="1" dirty="0">
                <a:solidFill>
                  <a:srgbClr val="FF0000"/>
                </a:solidFill>
              </a:rPr>
              <a:t>設定運算子（</a:t>
            </a:r>
            <a:r>
              <a:rPr lang="en-US" altLang="zh-TW" sz="2600" b="1" dirty="0">
                <a:solidFill>
                  <a:srgbClr val="FF0000"/>
                </a:solidFill>
              </a:rPr>
              <a:t>=</a:t>
            </a:r>
            <a:r>
              <a:rPr lang="zh-TW" altLang="en-US" sz="2600" b="1" dirty="0">
                <a:solidFill>
                  <a:srgbClr val="FF0000"/>
                </a:solidFill>
              </a:rPr>
              <a:t>）</a:t>
            </a:r>
            <a:r>
              <a:rPr lang="zh-TW" altLang="en-US" sz="2600" dirty="0"/>
              <a:t>來設定結構變數的初值 </a:t>
            </a:r>
          </a:p>
          <a:p>
            <a:pPr marL="495300" indent="-495300"/>
            <a:r>
              <a:rPr lang="zh-TW" altLang="en-US" sz="2600" dirty="0"/>
              <a:t>宣告結構變數並為其設值的範例</a:t>
            </a:r>
          </a:p>
          <a:p>
            <a:pPr marL="495300" indent="-495300"/>
            <a:endParaRPr lang="zh-TW" altLang="en-US" sz="2600" dirty="0"/>
          </a:p>
          <a:p>
            <a:pPr marL="495300" indent="-495300"/>
            <a:endParaRPr lang="zh-TW" altLang="en-US" sz="2600" dirty="0"/>
          </a:p>
          <a:p>
            <a:pPr marL="495300" indent="-495300"/>
            <a:endParaRPr lang="zh-TW" altLang="en-US" sz="2600" dirty="0"/>
          </a:p>
          <a:p>
            <a:pPr marL="495300" indent="-495300"/>
            <a:r>
              <a:rPr lang="zh-TW" altLang="en-US" sz="2600" dirty="0"/>
              <a:t>在結構定義之後，直接宣告並設定變數的初值 </a:t>
            </a:r>
          </a:p>
          <a:p>
            <a:pPr marL="495300" indent="-495300">
              <a:buFont typeface="Wingdings" panose="05000000000000000000" pitchFamily="2" charset="2"/>
              <a:buNone/>
            </a:pPr>
            <a:r>
              <a:rPr lang="zh-TW" altLang="en-US" sz="2600" dirty="0"/>
              <a:t> </a:t>
            </a:r>
          </a:p>
        </p:txBody>
      </p:sp>
      <p:sp>
        <p:nvSpPr>
          <p:cNvPr id="583827" name="AutoShape 147">
            <a:extLst>
              <a:ext uri="{FF2B5EF4-FFF2-40B4-BE49-F238E27FC236}">
                <a16:creationId xmlns:a16="http://schemas.microsoft.com/office/drawing/2014/main" id="{53CDDF85-1FC4-478F-8987-2024B0666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60350"/>
            <a:ext cx="17272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結構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7566B06-C024-45A4-A964-C7DEC22A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437277"/>
            <a:ext cx="7247248" cy="103641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1A47E7A-4988-4148-A727-01B06D6BA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075" y="2956209"/>
            <a:ext cx="6462320" cy="14174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D7F79DAC-1D66-48EA-8616-5ABA9B251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EE31F-C857-42F9-A1CA-CFCF0FCFCA6E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584716" name="Rectangle 12">
            <a:extLst>
              <a:ext uri="{FF2B5EF4-FFF2-40B4-BE49-F238E27FC236}">
                <a16:creationId xmlns:a16="http://schemas.microsoft.com/office/drawing/2014/main" id="{A1539BFF-391E-449E-8C2C-9E70752957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736725"/>
            <a:ext cx="7740650" cy="647700"/>
          </a:xfrm>
          <a:noFill/>
          <a:ln/>
        </p:spPr>
        <p:txBody>
          <a:bodyPr/>
          <a:lstStyle/>
          <a:p>
            <a:r>
              <a:rPr lang="zh-TW" altLang="en-US" sz="2600"/>
              <a:t>下面是設定結構變數初值的範例 </a:t>
            </a:r>
          </a:p>
        </p:txBody>
      </p:sp>
      <p:sp>
        <p:nvSpPr>
          <p:cNvPr id="584708" name="Rectangle 4">
            <a:extLst>
              <a:ext uri="{FF2B5EF4-FFF2-40B4-BE49-F238E27FC236}">
                <a16:creationId xmlns:a16="http://schemas.microsoft.com/office/drawing/2014/main" id="{CFDB91FE-A9E8-4471-B471-87F1E318D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設定結構變數的初值 </a:t>
            </a:r>
            <a:r>
              <a:rPr lang="en-US" altLang="zh-TW"/>
              <a:t>(2/3)</a:t>
            </a:r>
          </a:p>
        </p:txBody>
      </p:sp>
      <p:sp>
        <p:nvSpPr>
          <p:cNvPr id="584723" name="AutoShape 19">
            <a:extLst>
              <a:ext uri="{FF2B5EF4-FFF2-40B4-BE49-F238E27FC236}">
                <a16:creationId xmlns:a16="http://schemas.microsoft.com/office/drawing/2014/main" id="{EB9607C7-550D-4B7F-A37F-E096CF4EF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60350"/>
            <a:ext cx="17272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結構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97FED92-AFB3-4719-8200-0CE2F13DE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85" y="2463924"/>
            <a:ext cx="6278430" cy="41113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9A7178D-BE42-46EC-B4B8-12454A083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57772"/>
            <a:ext cx="6281041" cy="5039877"/>
          </a:xfrm>
          <a:prstGeom prst="rect">
            <a:avLst/>
          </a:prstGeom>
        </p:spPr>
      </p:pic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B360E422-B765-4B05-B7AD-0B85E0E4C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095F-458A-47FB-9F44-4704693777AD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585732" name="Rectangle 4">
            <a:extLst>
              <a:ext uri="{FF2B5EF4-FFF2-40B4-BE49-F238E27FC236}">
                <a16:creationId xmlns:a16="http://schemas.microsoft.com/office/drawing/2014/main" id="{909711BE-6FC2-4DCE-968D-057B36F79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設定結構變數的初值 </a:t>
            </a:r>
            <a:r>
              <a:rPr lang="en-US" altLang="zh-TW"/>
              <a:t>(3/3)</a:t>
            </a:r>
          </a:p>
        </p:txBody>
      </p:sp>
      <p:sp>
        <p:nvSpPr>
          <p:cNvPr id="585733" name="Rectangle 5">
            <a:extLst>
              <a:ext uri="{FF2B5EF4-FFF2-40B4-BE49-F238E27FC236}">
                <a16:creationId xmlns:a16="http://schemas.microsoft.com/office/drawing/2014/main" id="{6F9AF8BA-3E1D-494E-8197-D00465D0D73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896036" y="2024844"/>
            <a:ext cx="3906098" cy="935558"/>
          </a:xfrm>
          <a:solidFill>
            <a:srgbClr val="CCFF99"/>
          </a:solidFill>
        </p:spPr>
        <p:txBody>
          <a:bodyPr lIns="36000" tIns="36000" rIns="36000" bIns="36000" anchor="ctr" anchorCtr="0"/>
          <a:lstStyle/>
          <a:p>
            <a:r>
              <a:rPr lang="zh-TW" altLang="en-US" sz="2400" dirty="0"/>
              <a:t>將結構變數</a:t>
            </a:r>
            <a:r>
              <a:rPr lang="en-US" altLang="zh-TW" sz="2400" dirty="0"/>
              <a:t>x</a:t>
            </a:r>
            <a:r>
              <a:rPr lang="zh-TW" altLang="en-US" sz="2400" dirty="0"/>
              <a:t>設給另一個結構變數</a:t>
            </a:r>
            <a:r>
              <a:rPr lang="en-US" altLang="zh-TW" sz="2400" dirty="0"/>
              <a:t>y</a:t>
            </a:r>
            <a:r>
              <a:rPr lang="zh-TW" altLang="en-US" sz="2400" dirty="0"/>
              <a:t>的練習 </a:t>
            </a:r>
          </a:p>
        </p:txBody>
      </p:sp>
      <p:sp>
        <p:nvSpPr>
          <p:cNvPr id="585745" name="AutoShape 17">
            <a:extLst>
              <a:ext uri="{FF2B5EF4-FFF2-40B4-BE49-F238E27FC236}">
                <a16:creationId xmlns:a16="http://schemas.microsoft.com/office/drawing/2014/main" id="{D4374011-D838-4315-8834-15999C405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60350"/>
            <a:ext cx="1727200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結構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EF8EF1-FBE9-4DF0-BB0D-4560B290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D32FF-2ABD-4354-B2AA-46027BA590F2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586756" name="Rectangle 4">
            <a:extLst>
              <a:ext uri="{FF2B5EF4-FFF2-40B4-BE49-F238E27FC236}">
                <a16:creationId xmlns:a16="http://schemas.microsoft.com/office/drawing/2014/main" id="{00AE2201-E9C9-4734-9233-60D81D457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將整個結構傳遞到函數 </a:t>
            </a:r>
            <a:r>
              <a:rPr lang="en-US" altLang="zh-TW" dirty="0"/>
              <a:t>(1/2)</a:t>
            </a:r>
          </a:p>
        </p:txBody>
      </p:sp>
      <p:sp>
        <p:nvSpPr>
          <p:cNvPr id="586778" name="Rectangle 26">
            <a:extLst>
              <a:ext uri="{FF2B5EF4-FFF2-40B4-BE49-F238E27FC236}">
                <a16:creationId xmlns:a16="http://schemas.microsoft.com/office/drawing/2014/main" id="{7C757911-C3EF-4231-9CD1-0D72EE35D74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736725"/>
            <a:ext cx="7848600" cy="863600"/>
          </a:xfrm>
          <a:noFill/>
          <a:ln/>
        </p:spPr>
        <p:txBody>
          <a:bodyPr/>
          <a:lstStyle/>
          <a:p>
            <a:r>
              <a:rPr lang="zh-TW" altLang="en-US" sz="2600"/>
              <a:t>下面列出將結構傳遞到函數中的格式 </a:t>
            </a:r>
          </a:p>
        </p:txBody>
      </p:sp>
      <p:sp>
        <p:nvSpPr>
          <p:cNvPr id="586788" name="AutoShape 36">
            <a:extLst>
              <a:ext uri="{FF2B5EF4-FFF2-40B4-BE49-F238E27FC236}">
                <a16:creationId xmlns:a16="http://schemas.microsoft.com/office/drawing/2014/main" id="{1490B202-79FF-4111-80BB-D66E1BCB2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以結構為引數傳遞到函數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B555945-E40E-4D71-9F58-9E8907AA5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422988"/>
            <a:ext cx="6153078" cy="4054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BF077D35-25E5-42D5-9BFD-0DF9FE49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E446-1BDA-4647-AF11-29876331DCF1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80962" name="Rectangle 2">
            <a:extLst>
              <a:ext uri="{FF2B5EF4-FFF2-40B4-BE49-F238E27FC236}">
                <a16:creationId xmlns:a16="http://schemas.microsoft.com/office/drawing/2014/main" id="{AB70CF24-2737-44C5-8E83-4AC4A74343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46522"/>
          </a:xfrm>
        </p:spPr>
        <p:txBody>
          <a:bodyPr/>
          <a:lstStyle/>
          <a:p>
            <a:r>
              <a:rPr lang="zh-TW" altLang="en-US" dirty="0"/>
              <a:t>將整個結構傳遞到函數 </a:t>
            </a:r>
            <a:r>
              <a:rPr lang="en-US" altLang="zh-TW" dirty="0"/>
              <a:t>(2/2)</a:t>
            </a:r>
          </a:p>
        </p:txBody>
      </p:sp>
      <p:sp>
        <p:nvSpPr>
          <p:cNvPr id="680965" name="AutoShape 5">
            <a:extLst>
              <a:ext uri="{FF2B5EF4-FFF2-40B4-BE49-F238E27FC236}">
                <a16:creationId xmlns:a16="http://schemas.microsoft.com/office/drawing/2014/main" id="{D36E3165-0BE5-4068-9922-C41165D07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以結構為引數傳遞到函數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044ACA0-506D-4D00-A29D-24F2D4B66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299204"/>
            <a:ext cx="4098108" cy="54404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9B11460-A270-45DC-9882-75C06AD23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56" y="842033"/>
            <a:ext cx="5806107" cy="5875724"/>
          </a:xfrm>
          <a:prstGeom prst="rect">
            <a:avLst/>
          </a:prstGeom>
        </p:spPr>
      </p:pic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42FA696C-91A5-4118-A68E-63EAAEF6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A51B-B3AA-4F28-B5B4-F9C4DA311DDD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83010" name="Rectangle 2">
            <a:extLst>
              <a:ext uri="{FF2B5EF4-FFF2-40B4-BE49-F238E27FC236}">
                <a16:creationId xmlns:a16="http://schemas.microsoft.com/office/drawing/2014/main" id="{F444804F-E7B9-4166-BEEB-1F169C3383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06425"/>
          </a:xfrm>
        </p:spPr>
        <p:txBody>
          <a:bodyPr/>
          <a:lstStyle/>
          <a:p>
            <a:r>
              <a:rPr lang="zh-TW" altLang="en-US" sz="3500" dirty="0"/>
              <a:t>將結構成員分別傳遞</a:t>
            </a:r>
          </a:p>
        </p:txBody>
      </p:sp>
      <p:sp>
        <p:nvSpPr>
          <p:cNvPr id="683011" name="Rectangle 3">
            <a:extLst>
              <a:ext uri="{FF2B5EF4-FFF2-40B4-BE49-F238E27FC236}">
                <a16:creationId xmlns:a16="http://schemas.microsoft.com/office/drawing/2014/main" id="{24FE00FE-928B-473E-B0D9-5143777A5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0012" y="1088740"/>
            <a:ext cx="3132348" cy="756084"/>
          </a:xfrm>
          <a:solidFill>
            <a:srgbClr val="CCFF99"/>
          </a:solidFill>
        </p:spPr>
        <p:txBody>
          <a:bodyPr/>
          <a:lstStyle/>
          <a:p>
            <a:r>
              <a:rPr lang="zh-TW" altLang="en-US" sz="1800" dirty="0"/>
              <a:t>程式</a:t>
            </a:r>
            <a:r>
              <a:rPr lang="en-US" altLang="zh-TW" sz="1800" dirty="0"/>
              <a:t>Ch11_6</a:t>
            </a:r>
            <a:r>
              <a:rPr lang="zh-TW" altLang="en-US" sz="1800" dirty="0"/>
              <a:t>僅將結構變數的部份成員傳入函數</a:t>
            </a:r>
            <a:r>
              <a:rPr lang="zh-TW" altLang="en-US" sz="2600" dirty="0"/>
              <a:t> </a:t>
            </a:r>
          </a:p>
        </p:txBody>
      </p:sp>
      <p:sp>
        <p:nvSpPr>
          <p:cNvPr id="683012" name="AutoShape 4">
            <a:extLst>
              <a:ext uri="{FF2B5EF4-FFF2-40B4-BE49-F238E27FC236}">
                <a16:creationId xmlns:a16="http://schemas.microsoft.com/office/drawing/2014/main" id="{96F3C2CA-BEF3-4989-A285-298825E20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以結構為引數傳遞到函數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05727A3-402F-4EE0-8ADF-EDB972F0E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82836"/>
            <a:ext cx="4719673" cy="3263512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685058" name="Rectangle 2">
            <a:extLst>
              <a:ext uri="{FF2B5EF4-FFF2-40B4-BE49-F238E27FC236}">
                <a16:creationId xmlns:a16="http://schemas.microsoft.com/office/drawing/2014/main" id="{CDA2EFE4-8208-4F9F-BA3C-6A75F1CBC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22486"/>
          </a:xfrm>
        </p:spPr>
        <p:txBody>
          <a:bodyPr/>
          <a:lstStyle/>
          <a:p>
            <a:r>
              <a:rPr lang="zh-TW" altLang="en-US" dirty="0"/>
              <a:t>傳遞結構的位址</a:t>
            </a:r>
            <a:endParaRPr lang="en-US" altLang="zh-TW" dirty="0"/>
          </a:p>
        </p:txBody>
      </p:sp>
      <p:sp>
        <p:nvSpPr>
          <p:cNvPr id="685059" name="Rectangle 3">
            <a:extLst>
              <a:ext uri="{FF2B5EF4-FFF2-40B4-BE49-F238E27FC236}">
                <a16:creationId xmlns:a16="http://schemas.microsoft.com/office/drawing/2014/main" id="{1A8385C4-2609-4C66-A375-9A3BE84A1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86707" y="1607607"/>
            <a:ext cx="2932986" cy="822486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000" tIns="36000" rIns="36000" bIns="36000" anchor="ctr" anchorCtr="0"/>
          <a:lstStyle/>
          <a:p>
            <a:r>
              <a:rPr lang="zh-TW" altLang="en-US" sz="2000" dirty="0"/>
              <a:t>利用指標的方式傳遞結構變數到函數 </a:t>
            </a:r>
          </a:p>
        </p:txBody>
      </p:sp>
      <p:sp>
        <p:nvSpPr>
          <p:cNvPr id="685060" name="AutoShape 4">
            <a:extLst>
              <a:ext uri="{FF2B5EF4-FFF2-40B4-BE49-F238E27FC236}">
                <a16:creationId xmlns:a16="http://schemas.microsoft.com/office/drawing/2014/main" id="{9313BA1F-9EEA-4517-B281-D0C0B603A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以結構為引數傳遞到函數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00663D4-35D5-45A9-8B1E-3F7DDEDAB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432" y="2857291"/>
            <a:ext cx="5265962" cy="3816396"/>
          </a:xfrm>
          <a:prstGeom prst="rect">
            <a:avLst/>
          </a:prstGeom>
          <a:noFill/>
          <a:ln w="12700">
            <a:solidFill>
              <a:srgbClr val="9900CC"/>
            </a:solidFill>
          </a:ln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081D4869-5D2C-418D-8AC0-EB5DE812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EC9B-67C2-423D-ACC3-E5F7CFEFFCA2}" type="slidenum">
              <a:rPr lang="en-US" altLang="zh-TW"/>
              <a:pPr/>
              <a:t>12</a:t>
            </a:fld>
            <a:endParaRPr lang="en-US" altLang="zh-TW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4579CA-D3BF-47C8-8B9B-AEC3169E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A7ED-A4D7-47CD-B57E-C445B29837DC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687106" name="Rectangle 2">
            <a:extLst>
              <a:ext uri="{FF2B5EF4-FFF2-40B4-BE49-F238E27FC236}">
                <a16:creationId xmlns:a16="http://schemas.microsoft.com/office/drawing/2014/main" id="{B048F39F-00BC-40C7-B453-4D4EBCCA1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共同空間的定義及宣告 </a:t>
            </a:r>
            <a:r>
              <a:rPr lang="en-US" altLang="zh-TW"/>
              <a:t>(1/3)</a:t>
            </a:r>
          </a:p>
        </p:txBody>
      </p:sp>
      <p:sp>
        <p:nvSpPr>
          <p:cNvPr id="687107" name="Rectangle 3">
            <a:extLst>
              <a:ext uri="{FF2B5EF4-FFF2-40B4-BE49-F238E27FC236}">
                <a16:creationId xmlns:a16="http://schemas.microsoft.com/office/drawing/2014/main" id="{DD6CAEE1-A12C-4C39-9900-4BF877A2A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b="1" dirty="0">
                <a:solidFill>
                  <a:srgbClr val="FF0000"/>
                </a:solidFill>
              </a:rPr>
              <a:t>共同空間</a:t>
            </a:r>
            <a:r>
              <a:rPr lang="zh-TW" altLang="en-US" sz="2600" dirty="0"/>
              <a:t>又稱為聯合或同位，它是利用同一塊共用的空間來存放資料，其格式可依需要變更</a:t>
            </a:r>
          </a:p>
          <a:p>
            <a:r>
              <a:rPr lang="zh-TW" altLang="en-US" sz="2600" dirty="0"/>
              <a:t> 共同空間可以讓多種不同型態的變數共用同樣的記憶體空間，以達到</a:t>
            </a:r>
            <a:r>
              <a:rPr lang="zh-TW" altLang="en-US" sz="2600" b="1" dirty="0">
                <a:solidFill>
                  <a:srgbClr val="FF0000"/>
                </a:solidFill>
              </a:rPr>
              <a:t>節省記憶體</a:t>
            </a:r>
            <a:r>
              <a:rPr lang="zh-TW" altLang="en-US" sz="2600" dirty="0"/>
              <a:t>的目的 </a:t>
            </a:r>
          </a:p>
        </p:txBody>
      </p:sp>
      <p:sp>
        <p:nvSpPr>
          <p:cNvPr id="687108" name="AutoShape 4">
            <a:extLst>
              <a:ext uri="{FF2B5EF4-FFF2-40B4-BE49-F238E27FC236}">
                <a16:creationId xmlns:a16="http://schemas.microsoft.com/office/drawing/2014/main" id="{135A2435-0D7D-4562-9666-7EAFB858C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共同空間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A9AC6B2-B8A6-42A0-905A-22501EB1F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298" y="3761944"/>
            <a:ext cx="3038702" cy="188186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78A0DE8-306F-4506-AC0D-A177F770C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291" y="5845402"/>
            <a:ext cx="1428716" cy="857229"/>
          </a:xfrm>
          <a:prstGeom prst="rect">
            <a:avLst/>
          </a:prstGeom>
          <a:ln>
            <a:solidFill>
              <a:srgbClr val="CC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80F59C9-AEB7-4AF6-964C-21A66ECFB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36" y="3706520"/>
            <a:ext cx="3414560" cy="191415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77D2382-AC03-4FA9-B1DB-333A6999E7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4814" y="5767717"/>
            <a:ext cx="1487432" cy="1012598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9FC40BB-63C4-4D1E-8A6D-173588C47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64" y="966220"/>
            <a:ext cx="4313121" cy="5891780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5D8BA3C4-8FAD-48FF-B240-16E0FF9E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A33D-9808-41C9-9236-8947E9EFE5C9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91202" name="Rectangle 2">
            <a:extLst>
              <a:ext uri="{FF2B5EF4-FFF2-40B4-BE49-F238E27FC236}">
                <a16:creationId xmlns:a16="http://schemas.microsoft.com/office/drawing/2014/main" id="{A71F1A50-1180-4649-ADCF-8FF3C8719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22238"/>
            <a:ext cx="7543800" cy="843982"/>
          </a:xfrm>
        </p:spPr>
        <p:txBody>
          <a:bodyPr/>
          <a:lstStyle/>
          <a:p>
            <a:r>
              <a:rPr lang="zh-TW" altLang="en-US" sz="3600" dirty="0"/>
              <a:t>共同空間的使用及設值 </a:t>
            </a:r>
            <a:r>
              <a:rPr lang="en-US" altLang="zh-TW" sz="3600" dirty="0"/>
              <a:t>(1/2)</a:t>
            </a:r>
          </a:p>
        </p:txBody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BD7B2E76-37C2-4501-9F84-9BE1F29A31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79988" y="1212498"/>
            <a:ext cx="3535751" cy="597704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zh-TW" altLang="en-US" sz="2600" dirty="0"/>
              <a:t>共同空間的使用範例 </a:t>
            </a:r>
          </a:p>
        </p:txBody>
      </p:sp>
      <p:sp>
        <p:nvSpPr>
          <p:cNvPr id="691204" name="AutoShape 4">
            <a:extLst>
              <a:ext uri="{FF2B5EF4-FFF2-40B4-BE49-F238E27FC236}">
                <a16:creationId xmlns:a16="http://schemas.microsoft.com/office/drawing/2014/main" id="{A83676ED-8785-4247-86CC-3AD124098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共同空間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33CDBD6-0A5A-4D6A-820C-CE078BC1A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132" y="2471825"/>
            <a:ext cx="2635741" cy="7763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829BD347-0A8B-455C-BD7A-B530A041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9E9F7-9D39-44BC-B62A-5FAE5C6406E7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693250" name="Rectangle 2">
            <a:extLst>
              <a:ext uri="{FF2B5EF4-FFF2-40B4-BE49-F238E27FC236}">
                <a16:creationId xmlns:a16="http://schemas.microsoft.com/office/drawing/2014/main" id="{E9BCB03D-00CB-4029-A525-C5E302D0E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共同空間的使用及設值 </a:t>
            </a:r>
            <a:r>
              <a:rPr lang="en-US" altLang="zh-TW" dirty="0"/>
              <a:t>(2/2)</a:t>
            </a:r>
          </a:p>
        </p:txBody>
      </p:sp>
      <p:sp>
        <p:nvSpPr>
          <p:cNvPr id="693252" name="AutoShape 4">
            <a:extLst>
              <a:ext uri="{FF2B5EF4-FFF2-40B4-BE49-F238E27FC236}">
                <a16:creationId xmlns:a16="http://schemas.microsoft.com/office/drawing/2014/main" id="{10AF968B-8DA0-48AD-A737-74CC5B505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共同空間</a:t>
            </a:r>
          </a:p>
        </p:txBody>
      </p:sp>
      <p:sp>
        <p:nvSpPr>
          <p:cNvPr id="693253" name="Rectangle 5">
            <a:extLst>
              <a:ext uri="{FF2B5EF4-FFF2-40B4-BE49-F238E27FC236}">
                <a16:creationId xmlns:a16="http://schemas.microsoft.com/office/drawing/2014/main" id="{3B7D2F59-2C4B-4C3F-93BD-07D4B5EBA2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下面是設定共同空間變數初值的範例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E58C773-3650-4EB6-98EE-1CB98E86D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79" y="2383552"/>
            <a:ext cx="6049594" cy="386484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760B3184-2466-4CFE-86AF-47E04EDA8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5248853"/>
            <a:ext cx="2779757" cy="81876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10B5E74-DD98-438D-8800-732093828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168" y="3341488"/>
            <a:ext cx="2372823" cy="365482"/>
          </a:xfrm>
          <a:prstGeom prst="rect">
            <a:avLst/>
          </a:prstGeom>
          <a:ln w="12700">
            <a:noFill/>
          </a:ln>
          <a:effectLst/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1EE24596-82EF-48EE-8B9F-70C7DE7B9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703" y="2600256"/>
            <a:ext cx="3535751" cy="741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>
                <a:effectLst/>
              </a:rPr>
              <a:t>可以將第</a:t>
            </a:r>
            <a:r>
              <a:rPr lang="en-US" altLang="zh-TW" sz="2000" dirty="0">
                <a:effectLst/>
              </a:rPr>
              <a:t>7</a:t>
            </a:r>
            <a:r>
              <a:rPr lang="zh-TW" altLang="en-US" sz="2000" dirty="0">
                <a:effectLst/>
              </a:rPr>
              <a:t>行的</a:t>
            </a:r>
            <a:r>
              <a:rPr lang="en-US" altLang="zh-TW" sz="2000" dirty="0">
                <a:effectLst/>
              </a:rPr>
              <a:t>student</a:t>
            </a:r>
            <a:r>
              <a:rPr lang="zh-TW" altLang="en-US" sz="2000" dirty="0">
                <a:effectLst/>
              </a:rPr>
              <a:t>變數設值為字元型態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1EC9E4FB-63F8-41CB-B68B-43539F0F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CDE8-ECE1-4FA5-B27B-EFD9D81B7C38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694274" name="Rectangle 2">
            <a:extLst>
              <a:ext uri="{FF2B5EF4-FFF2-40B4-BE49-F238E27FC236}">
                <a16:creationId xmlns:a16="http://schemas.microsoft.com/office/drawing/2014/main" id="{EA0F1217-6652-4B51-80C9-FC35F7769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36058"/>
          </a:xfrm>
        </p:spPr>
        <p:txBody>
          <a:bodyPr/>
          <a:lstStyle/>
          <a:p>
            <a:r>
              <a:rPr lang="zh-TW" altLang="en-US" dirty="0"/>
              <a:t>共同空間與結構的差異 </a:t>
            </a:r>
            <a:r>
              <a:rPr lang="en-US" altLang="zh-TW" dirty="0"/>
              <a:t>(1/3)</a:t>
            </a:r>
          </a:p>
        </p:txBody>
      </p:sp>
      <p:sp>
        <p:nvSpPr>
          <p:cNvPr id="694275" name="Rectangle 3">
            <a:extLst>
              <a:ext uri="{FF2B5EF4-FFF2-40B4-BE49-F238E27FC236}">
                <a16:creationId xmlns:a16="http://schemas.microsoft.com/office/drawing/2014/main" id="{D7349786-2EBA-424D-810F-793C5F5B2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3508" y="1396408"/>
            <a:ext cx="8892988" cy="5480101"/>
          </a:xfrm>
        </p:spPr>
        <p:txBody>
          <a:bodyPr/>
          <a:lstStyle/>
          <a:p>
            <a:r>
              <a:rPr lang="zh-TW" altLang="en-US" sz="2000" b="1" dirty="0"/>
              <a:t>記憶體安排 </a:t>
            </a:r>
            <a:endParaRPr lang="en-US" altLang="zh-TW" sz="2000" b="1" dirty="0"/>
          </a:p>
          <a:p>
            <a:pPr lvl="1"/>
            <a:r>
              <a:rPr lang="zh-TW" altLang="en-US" sz="1800" b="1" dirty="0"/>
              <a:t>結構</a:t>
            </a:r>
            <a:r>
              <a:rPr lang="zh-TW" altLang="en-US" sz="1800" dirty="0"/>
              <a:t>（</a:t>
            </a:r>
            <a:r>
              <a:rPr lang="en-US" altLang="zh-TW" sz="1800" dirty="0"/>
              <a:t>struct</a:t>
            </a:r>
            <a:r>
              <a:rPr lang="zh-TW" altLang="en-US" sz="1800" dirty="0"/>
              <a:t>）：每個成員有獨立的記憶體區域，成員可以</a:t>
            </a:r>
            <a:r>
              <a:rPr lang="zh-TW" altLang="en-US" sz="1800" b="1" dirty="0">
                <a:solidFill>
                  <a:srgbClr val="FF0000"/>
                </a:solidFill>
              </a:rPr>
              <a:t>同時存在</a:t>
            </a:r>
            <a:endParaRPr lang="en-US" altLang="zh-TW" sz="1800" b="1" dirty="0">
              <a:solidFill>
                <a:srgbClr val="FF0000"/>
              </a:solidFill>
            </a:endParaRPr>
          </a:p>
          <a:p>
            <a:pPr lvl="2"/>
            <a:r>
              <a:rPr lang="zh-TW" altLang="en-US" sz="1600" dirty="0"/>
              <a:t>大小 </a:t>
            </a:r>
            <a:r>
              <a:rPr lang="en-US" altLang="zh-TW" sz="1600" dirty="0"/>
              <a:t>= </a:t>
            </a:r>
            <a:r>
              <a:rPr lang="zh-TW" altLang="en-US" sz="1600" dirty="0">
                <a:solidFill>
                  <a:srgbClr val="FF0000"/>
                </a:solidFill>
              </a:rPr>
              <a:t>所有成員大小之和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lvl="1"/>
            <a:r>
              <a:rPr lang="zh-TW" altLang="en-US" sz="1800" b="1" dirty="0"/>
              <a:t>共同空間</a:t>
            </a:r>
            <a:r>
              <a:rPr lang="zh-TW" altLang="en-US" sz="1800" dirty="0"/>
              <a:t>（</a:t>
            </a:r>
            <a:r>
              <a:rPr lang="en-US" altLang="zh-TW" sz="1800" dirty="0"/>
              <a:t>union</a:t>
            </a:r>
            <a:r>
              <a:rPr lang="zh-TW" altLang="en-US" sz="1800" dirty="0"/>
              <a:t>）：所有成員共用</a:t>
            </a:r>
            <a:r>
              <a:rPr lang="zh-TW" altLang="en-US" sz="1800" b="1" dirty="0">
                <a:solidFill>
                  <a:srgbClr val="FF0000"/>
                </a:solidFill>
              </a:rPr>
              <a:t>同一塊記憶體區塊</a:t>
            </a:r>
            <a:r>
              <a:rPr lang="zh-TW" altLang="en-US" sz="1800" dirty="0"/>
              <a:t>，只有</a:t>
            </a:r>
            <a:r>
              <a:rPr lang="zh-TW" altLang="en-US" sz="1800" b="1" dirty="0">
                <a:solidFill>
                  <a:srgbClr val="FF0000"/>
                </a:solidFill>
              </a:rPr>
              <a:t>一個成員</a:t>
            </a:r>
            <a:r>
              <a:rPr lang="zh-TW" altLang="en-US" sz="1800" dirty="0"/>
              <a:t>存在</a:t>
            </a:r>
            <a:endParaRPr lang="en-US" altLang="zh-TW" sz="1800" dirty="0"/>
          </a:p>
          <a:p>
            <a:pPr lvl="2"/>
            <a:r>
              <a:rPr lang="zh-TW" altLang="en-US" sz="1600" dirty="0"/>
              <a:t>大小 </a:t>
            </a:r>
            <a:r>
              <a:rPr lang="en-US" altLang="zh-TW" sz="1600" dirty="0"/>
              <a:t>= </a:t>
            </a:r>
            <a:r>
              <a:rPr lang="zh-TW" altLang="en-US" sz="1600" dirty="0">
                <a:solidFill>
                  <a:srgbClr val="FF0000"/>
                </a:solidFill>
              </a:rPr>
              <a:t>最大成員的大小</a:t>
            </a:r>
            <a:endParaRPr lang="en-US" altLang="zh-TW" sz="1600" dirty="0">
              <a:solidFill>
                <a:srgbClr val="FF0000"/>
              </a:solidFill>
            </a:endParaRPr>
          </a:p>
          <a:p>
            <a:r>
              <a:rPr lang="zh-TW" altLang="en-US" sz="2000" b="1" dirty="0"/>
              <a:t>使用場景</a:t>
            </a:r>
            <a:endParaRPr lang="en-US" altLang="zh-TW" sz="2000" b="1" dirty="0"/>
          </a:p>
          <a:p>
            <a:pPr lvl="1"/>
            <a:r>
              <a:rPr lang="zh-TW" altLang="en-US" sz="1800" b="1" dirty="0"/>
              <a:t>結構</a:t>
            </a:r>
            <a:r>
              <a:rPr lang="zh-TW" altLang="en-US" sz="1800" dirty="0"/>
              <a:t>：同時存取多個不同資料類型的情況，例如包含多種屬性的資料</a:t>
            </a:r>
            <a:endParaRPr lang="en-US" altLang="zh-TW" sz="1800" dirty="0"/>
          </a:p>
          <a:p>
            <a:pPr lvl="1"/>
            <a:r>
              <a:rPr lang="zh-TW" altLang="en-US" sz="1800" b="1" dirty="0"/>
              <a:t>共同空間</a:t>
            </a:r>
            <a:r>
              <a:rPr lang="zh-TW" altLang="en-US" sz="1800" dirty="0"/>
              <a:t>：需要節省記憶體且僅存取一種資料類型的情境</a:t>
            </a:r>
            <a:endParaRPr lang="en-US" altLang="zh-TW" sz="1800" dirty="0"/>
          </a:p>
          <a:p>
            <a:r>
              <a:rPr lang="zh-TW" altLang="en-US" sz="2000" b="1" dirty="0"/>
              <a:t>成員的初始化</a:t>
            </a:r>
            <a:endParaRPr lang="en-US" altLang="zh-TW" sz="2000" b="1" dirty="0"/>
          </a:p>
          <a:p>
            <a:pPr lvl="1"/>
            <a:r>
              <a:rPr lang="zh-TW" altLang="en-US" sz="1800" b="1" dirty="0"/>
              <a:t>結構</a:t>
            </a:r>
            <a:r>
              <a:rPr lang="zh-TW" altLang="en-US" sz="1800" dirty="0"/>
              <a:t>：所有成員可以各自初始化</a:t>
            </a:r>
            <a:endParaRPr lang="en-US" altLang="zh-TW" sz="1800" dirty="0"/>
          </a:p>
          <a:p>
            <a:pPr lvl="1"/>
            <a:r>
              <a:rPr lang="zh-TW" altLang="en-US" sz="1800" b="1" dirty="0"/>
              <a:t>共同空間</a:t>
            </a:r>
            <a:r>
              <a:rPr lang="zh-TW" altLang="en-US" sz="1800" dirty="0"/>
              <a:t>：只能初始化</a:t>
            </a:r>
            <a:r>
              <a:rPr lang="zh-TW" altLang="en-US" sz="1800" b="1" dirty="0">
                <a:solidFill>
                  <a:srgbClr val="FF0000"/>
                </a:solidFill>
              </a:rPr>
              <a:t>一個成員</a:t>
            </a:r>
            <a:r>
              <a:rPr lang="zh-TW" altLang="en-US" sz="1800" dirty="0"/>
              <a:t>，因成員共用同一記憶體區塊</a:t>
            </a:r>
            <a:endParaRPr lang="en-US" altLang="zh-TW" sz="1800" dirty="0"/>
          </a:p>
          <a:p>
            <a:r>
              <a:rPr lang="zh-TW" altLang="en-US" sz="2000" b="1" dirty="0"/>
              <a:t>成員存取方式</a:t>
            </a:r>
            <a:endParaRPr lang="en-US" altLang="zh-TW" sz="2000" b="1" dirty="0"/>
          </a:p>
          <a:p>
            <a:pPr lvl="1"/>
            <a:r>
              <a:rPr lang="zh-TW" altLang="en-US" sz="1800" dirty="0"/>
              <a:t>結構和共同空間都使用 </a:t>
            </a:r>
            <a:r>
              <a:rPr lang="zh-TW" altLang="en-US" sz="1800" b="1" dirty="0">
                <a:solidFill>
                  <a:srgbClr val="FF0000"/>
                </a:solidFill>
              </a:rPr>
              <a:t>成員存取運算子（</a:t>
            </a:r>
            <a:r>
              <a:rPr lang="en-US" altLang="zh-TW" sz="1800" b="1" dirty="0">
                <a:solidFill>
                  <a:srgbClr val="FF0000"/>
                </a:solidFill>
              </a:rPr>
              <a:t>.</a:t>
            </a:r>
            <a:r>
              <a:rPr lang="zh-TW" altLang="en-US" sz="1800" b="1" dirty="0">
                <a:solidFill>
                  <a:srgbClr val="FF0000"/>
                </a:solidFill>
              </a:rPr>
              <a:t>） </a:t>
            </a:r>
            <a:r>
              <a:rPr lang="zh-TW" altLang="en-US" sz="1800" dirty="0"/>
              <a:t>存取成員</a:t>
            </a:r>
            <a:endParaRPr lang="en-US" altLang="zh-TW" sz="1800" dirty="0"/>
          </a:p>
          <a:p>
            <a:endParaRPr lang="zh-TW" altLang="en-US" sz="2600" dirty="0"/>
          </a:p>
        </p:txBody>
      </p:sp>
      <p:sp>
        <p:nvSpPr>
          <p:cNvPr id="694276" name="AutoShape 4">
            <a:extLst>
              <a:ext uri="{FF2B5EF4-FFF2-40B4-BE49-F238E27FC236}">
                <a16:creationId xmlns:a16="http://schemas.microsoft.com/office/drawing/2014/main" id="{BDBB4C99-3EA1-4FA8-888A-E4D71DE3F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共同空間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5533BF9-3460-4D13-8482-6F9DB4FD9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2" y="2367259"/>
            <a:ext cx="6326484" cy="4102203"/>
          </a:xfrm>
          <a:prstGeom prst="rect">
            <a:avLst/>
          </a:prstGeom>
        </p:spPr>
      </p:pic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1EC9E4FB-63F8-41CB-B68B-43539F0F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CDE8-ECE1-4FA5-B27B-EFD9D81B7C38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694274" name="Rectangle 2">
            <a:extLst>
              <a:ext uri="{FF2B5EF4-FFF2-40B4-BE49-F238E27FC236}">
                <a16:creationId xmlns:a16="http://schemas.microsoft.com/office/drawing/2014/main" id="{EA0F1217-6652-4B51-80C9-FC35F7769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共同空間與結構的差異 </a:t>
            </a:r>
            <a:r>
              <a:rPr lang="en-US" altLang="zh-TW" dirty="0"/>
              <a:t>(2/3)</a:t>
            </a:r>
          </a:p>
        </p:txBody>
      </p:sp>
      <p:sp>
        <p:nvSpPr>
          <p:cNvPr id="694275" name="Rectangle 3">
            <a:extLst>
              <a:ext uri="{FF2B5EF4-FFF2-40B4-BE49-F238E27FC236}">
                <a16:creationId xmlns:a16="http://schemas.microsoft.com/office/drawing/2014/main" id="{D7349786-2EBA-424D-810F-793C5F5B2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下面的程式可驗證共同空間記憶體的安排 </a:t>
            </a:r>
          </a:p>
        </p:txBody>
      </p:sp>
      <p:sp>
        <p:nvSpPr>
          <p:cNvPr id="694276" name="AutoShape 4">
            <a:extLst>
              <a:ext uri="{FF2B5EF4-FFF2-40B4-BE49-F238E27FC236}">
                <a16:creationId xmlns:a16="http://schemas.microsoft.com/office/drawing/2014/main" id="{BDBB4C99-3EA1-4FA8-888A-E4D71DE3F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共同空間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5F0912-6FCE-4F04-8B7C-B6E96E747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44" y="4405698"/>
            <a:ext cx="2186669" cy="15115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A1F36AB-0BC4-464C-9C8F-94C910714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6418" y="2259666"/>
            <a:ext cx="2924162" cy="194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79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CA4A52D-4739-41C9-83A5-654A35221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30" y="2311866"/>
            <a:ext cx="5836083" cy="3951172"/>
          </a:xfrm>
          <a:prstGeom prst="rect">
            <a:avLst/>
          </a:prstGeom>
        </p:spPr>
      </p:pic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FCFEA526-00D6-42A7-B6B2-2472290D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390A-FD96-41A1-B965-289C3498E196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695298" name="Rectangle 2">
            <a:extLst>
              <a:ext uri="{FF2B5EF4-FFF2-40B4-BE49-F238E27FC236}">
                <a16:creationId xmlns:a16="http://schemas.microsoft.com/office/drawing/2014/main" id="{EAAAD9FF-5E86-45EA-9A94-B382A4D24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共同空間與結構的差異 </a:t>
            </a:r>
            <a:r>
              <a:rPr lang="en-US" altLang="zh-TW" dirty="0"/>
              <a:t>(3/3)</a:t>
            </a:r>
          </a:p>
        </p:txBody>
      </p:sp>
      <p:sp>
        <p:nvSpPr>
          <p:cNvPr id="695299" name="Rectangle 3">
            <a:extLst>
              <a:ext uri="{FF2B5EF4-FFF2-40B4-BE49-F238E27FC236}">
                <a16:creationId xmlns:a16="http://schemas.microsoft.com/office/drawing/2014/main" id="{9AF60790-2CE2-424D-8B2E-26B828789F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下面的程式可驗證結構記憶體的安排 </a:t>
            </a:r>
          </a:p>
        </p:txBody>
      </p:sp>
      <p:sp>
        <p:nvSpPr>
          <p:cNvPr id="695300" name="AutoShape 4">
            <a:extLst>
              <a:ext uri="{FF2B5EF4-FFF2-40B4-BE49-F238E27FC236}">
                <a16:creationId xmlns:a16="http://schemas.microsoft.com/office/drawing/2014/main" id="{6E049098-604B-4567-8F73-75F45A88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共同空間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FE2B102-0E40-4675-94D9-DC12A1E82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682" y="2559791"/>
            <a:ext cx="3033184" cy="23762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82E1FD2-11D8-4A3B-BDDC-DFF1FD253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3190" y="5486548"/>
            <a:ext cx="3204335" cy="12887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889E8C6A-9F7B-45E9-A957-AC2F483F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9CC06-B441-4E8F-AF99-5F9BF560E214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696322" name="Rectangle 2">
            <a:extLst>
              <a:ext uri="{FF2B5EF4-FFF2-40B4-BE49-F238E27FC236}">
                <a16:creationId xmlns:a16="http://schemas.microsoft.com/office/drawing/2014/main" id="{BB0D4FBF-F048-447F-AAE1-E71926230D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列舉型態的定義及宣告</a:t>
            </a:r>
            <a:endParaRPr lang="en-US" altLang="zh-TW" dirty="0"/>
          </a:p>
        </p:txBody>
      </p:sp>
      <p:sp>
        <p:nvSpPr>
          <p:cNvPr id="696323" name="Rectangle 3">
            <a:extLst>
              <a:ext uri="{FF2B5EF4-FFF2-40B4-BE49-F238E27FC236}">
                <a16:creationId xmlns:a16="http://schemas.microsoft.com/office/drawing/2014/main" id="{20001CFD-F1A7-4B94-9A67-EB5DB446A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列舉型態可以定義某種資料型態，並設定此資料型態內所包含的成員，以方便程式碼的撰寫</a:t>
            </a:r>
          </a:p>
          <a:p>
            <a:r>
              <a:rPr lang="zh-TW" altLang="en-US" sz="2600" dirty="0"/>
              <a:t>列舉型態的定義及宣告格式如下 </a:t>
            </a:r>
          </a:p>
        </p:txBody>
      </p:sp>
      <p:sp>
        <p:nvSpPr>
          <p:cNvPr id="696324" name="AutoShape 4">
            <a:extLst>
              <a:ext uri="{FF2B5EF4-FFF2-40B4-BE49-F238E27FC236}">
                <a16:creationId xmlns:a16="http://schemas.microsoft.com/office/drawing/2014/main" id="{A1D404AE-98C1-49F0-870F-7F059C13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列舉型態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6D0CDE0-E29B-4E38-BE19-60A8537F9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814" y="3537012"/>
            <a:ext cx="2826905" cy="181098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6221EEB-F46E-4B48-84E0-008D2EEA30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879"/>
          <a:stretch/>
        </p:blipFill>
        <p:spPr>
          <a:xfrm>
            <a:off x="1317046" y="5735437"/>
            <a:ext cx="3047020" cy="786952"/>
          </a:xfrm>
          <a:prstGeom prst="rect">
            <a:avLst/>
          </a:prstGeom>
          <a:ln w="12700"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734DE22-2CDE-4187-9164-85A2210C1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117" y="5676769"/>
            <a:ext cx="2113971" cy="920881"/>
          </a:xfrm>
          <a:prstGeom prst="rect">
            <a:avLst/>
          </a:prstGeom>
          <a:ln w="12700">
            <a:solidFill>
              <a:srgbClr val="008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9883D08-4B98-4BC3-8F03-09A5ADFA69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119" y="3429000"/>
            <a:ext cx="3779848" cy="20435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1CFD7EE9-76DE-4CD0-8FAB-8C34209C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97E0A-6001-454E-9692-2284A0961A76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711682" name="Rectangle 2">
            <a:extLst>
              <a:ext uri="{FF2B5EF4-FFF2-40B4-BE49-F238E27FC236}">
                <a16:creationId xmlns:a16="http://schemas.microsoft.com/office/drawing/2014/main" id="{D21BBFDA-8A12-45F3-9D30-F1CDE52DC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列舉型態的使用與設值 </a:t>
            </a:r>
            <a:r>
              <a:rPr lang="en-US" altLang="zh-TW" dirty="0"/>
              <a:t>(1/6)</a:t>
            </a:r>
          </a:p>
        </p:txBody>
      </p:sp>
      <p:sp>
        <p:nvSpPr>
          <p:cNvPr id="711683" name="Rectangle 3">
            <a:extLst>
              <a:ext uri="{FF2B5EF4-FFF2-40B4-BE49-F238E27FC236}">
                <a16:creationId xmlns:a16="http://schemas.microsoft.com/office/drawing/2014/main" id="{EF0BD2F4-8746-4162-B0F7-9C5570001D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列舉型態會自動轉換成整數型態</a:t>
            </a:r>
            <a:endParaRPr lang="zh-TW" altLang="en-US" dirty="0"/>
          </a:p>
          <a:p>
            <a:r>
              <a:rPr lang="zh-TW" altLang="en-US" sz="2600" dirty="0"/>
              <a:t>整數型態不會自動轉換成為列舉型態  </a:t>
            </a:r>
          </a:p>
          <a:p>
            <a:r>
              <a:rPr lang="zh-TW" altLang="en-US" sz="2600" dirty="0"/>
              <a:t>整數與列舉型態的轉換格式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下面列出合法與不合法的設值方式 </a:t>
            </a:r>
          </a:p>
        </p:txBody>
      </p:sp>
      <p:sp>
        <p:nvSpPr>
          <p:cNvPr id="711684" name="AutoShape 4">
            <a:extLst>
              <a:ext uri="{FF2B5EF4-FFF2-40B4-BE49-F238E27FC236}">
                <a16:creationId xmlns:a16="http://schemas.microsoft.com/office/drawing/2014/main" id="{C6FFC4BE-64EB-4F5F-A057-F08E6EBDD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列舉型態 </a:t>
            </a:r>
          </a:p>
        </p:txBody>
      </p:sp>
      <p:pic>
        <p:nvPicPr>
          <p:cNvPr id="711686" name="Picture 6">
            <a:extLst>
              <a:ext uri="{FF2B5EF4-FFF2-40B4-BE49-F238E27FC236}">
                <a16:creationId xmlns:a16="http://schemas.microsoft.com/office/drawing/2014/main" id="{3C4341E6-8BE4-45AC-8CA5-45128F109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5268913"/>
            <a:ext cx="6084279" cy="140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0CB80D6-24FF-4481-9A71-3B9C0EBA0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3537012"/>
            <a:ext cx="4146367" cy="93932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1E19855-AA4E-434B-BF93-7BCD4751B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92" y="3810465"/>
            <a:ext cx="1515610" cy="394823"/>
          </a:xfrm>
          <a:prstGeom prst="rect">
            <a:avLst/>
          </a:prstGeom>
          <a:ln w="12700"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89B028B-054A-43FF-BEBA-555BC1935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59153"/>
            <a:ext cx="5637360" cy="4946447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D77BA5FB-A703-4303-AC1E-B3127676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4576-F26E-49CF-A36A-314AE11A5B42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698370" name="Rectangle 2">
            <a:extLst>
              <a:ext uri="{FF2B5EF4-FFF2-40B4-BE49-F238E27FC236}">
                <a16:creationId xmlns:a16="http://schemas.microsoft.com/office/drawing/2014/main" id="{A13EE880-9C9A-4173-9E33-E082C496D3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列舉型態的使用與設值 </a:t>
            </a:r>
            <a:r>
              <a:rPr lang="en-US" altLang="zh-TW" dirty="0"/>
              <a:t>(2/6)</a:t>
            </a:r>
          </a:p>
        </p:txBody>
      </p:sp>
      <p:sp>
        <p:nvSpPr>
          <p:cNvPr id="698371" name="Rectangle 3">
            <a:extLst>
              <a:ext uri="{FF2B5EF4-FFF2-40B4-BE49-F238E27FC236}">
                <a16:creationId xmlns:a16="http://schemas.microsoft.com/office/drawing/2014/main" id="{D1980235-B5F9-4117-8638-01F6D89564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32394" y="2096852"/>
            <a:ext cx="3214700" cy="972108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000" tIns="36000" rIns="36000" bIns="36000" anchor="ctr" anchorCtr="0"/>
          <a:lstStyle/>
          <a:p>
            <a:r>
              <a:rPr lang="zh-TW" altLang="en-US" sz="2600" dirty="0"/>
              <a:t>示範列舉型態變數的使用方式 </a:t>
            </a:r>
          </a:p>
        </p:txBody>
      </p:sp>
      <p:sp>
        <p:nvSpPr>
          <p:cNvPr id="698373" name="AutoShape 5">
            <a:extLst>
              <a:ext uri="{FF2B5EF4-FFF2-40B4-BE49-F238E27FC236}">
                <a16:creationId xmlns:a16="http://schemas.microsoft.com/office/drawing/2014/main" id="{8F22795C-25A9-4566-BF94-14C7121C5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列舉型態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40A98CF-AA11-4F3A-8712-F16D9E84C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91" y="1555750"/>
            <a:ext cx="6454252" cy="4971603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5E848643-14C8-4EF9-8010-74773750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4EBD-0F8A-4841-AB81-160CC4BBE89D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09634" name="Rectangle 2">
            <a:extLst>
              <a:ext uri="{FF2B5EF4-FFF2-40B4-BE49-F238E27FC236}">
                <a16:creationId xmlns:a16="http://schemas.microsoft.com/office/drawing/2014/main" id="{7B01C30B-FF7B-430D-8FC3-8ABD43C8B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列舉型態的使用與設值 </a:t>
            </a:r>
            <a:r>
              <a:rPr lang="en-US" altLang="zh-TW" dirty="0"/>
              <a:t>(3/6)</a:t>
            </a:r>
          </a:p>
        </p:txBody>
      </p:sp>
      <p:sp>
        <p:nvSpPr>
          <p:cNvPr id="709635" name="Rectangle 3">
            <a:extLst>
              <a:ext uri="{FF2B5EF4-FFF2-40B4-BE49-F238E27FC236}">
                <a16:creationId xmlns:a16="http://schemas.microsoft.com/office/drawing/2014/main" id="{05D55494-5A16-4ED3-9A0A-4615447D4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28084" y="3825044"/>
            <a:ext cx="3358716" cy="97210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zh-TW" altLang="en-US" sz="2600" dirty="0"/>
              <a:t>列舉常數值會由所設定的值開始遞增</a:t>
            </a:r>
          </a:p>
        </p:txBody>
      </p:sp>
      <p:sp>
        <p:nvSpPr>
          <p:cNvPr id="709636" name="AutoShape 4">
            <a:extLst>
              <a:ext uri="{FF2B5EF4-FFF2-40B4-BE49-F238E27FC236}">
                <a16:creationId xmlns:a16="http://schemas.microsoft.com/office/drawing/2014/main" id="{E642B9B2-3919-487F-9536-C573A7F67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列舉型態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2D4F398-47F1-4B0F-9F29-0003EB7B0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79" y="1692719"/>
            <a:ext cx="5831687" cy="4704906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8B04D27B-AD71-4977-B12B-AA1A4C4D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AAD53-6BF3-42D5-8988-896AC23D4DA7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710658" name="Rectangle 2">
            <a:extLst>
              <a:ext uri="{FF2B5EF4-FFF2-40B4-BE49-F238E27FC236}">
                <a16:creationId xmlns:a16="http://schemas.microsoft.com/office/drawing/2014/main" id="{9D805D4C-677F-4C49-9D44-CDCC6C9AF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列舉型態的使用與設值 </a:t>
            </a:r>
            <a:r>
              <a:rPr lang="en-US" altLang="zh-TW" dirty="0"/>
              <a:t>(4/6)</a:t>
            </a:r>
          </a:p>
        </p:txBody>
      </p:sp>
      <p:sp>
        <p:nvSpPr>
          <p:cNvPr id="710659" name="Rectangle 3">
            <a:extLst>
              <a:ext uri="{FF2B5EF4-FFF2-40B4-BE49-F238E27FC236}">
                <a16:creationId xmlns:a16="http://schemas.microsoft.com/office/drawing/2014/main" id="{675CEF91-7BD7-4288-AC71-4B4FA817F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5916" y="1844824"/>
            <a:ext cx="4870884" cy="665621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 anchorCtr="0"/>
          <a:lstStyle/>
          <a:p>
            <a:r>
              <a:rPr lang="zh-TW" altLang="en-US" sz="2600" dirty="0"/>
              <a:t>將列舉型態中的列舉常數印出 </a:t>
            </a:r>
          </a:p>
        </p:txBody>
      </p:sp>
      <p:sp>
        <p:nvSpPr>
          <p:cNvPr id="710660" name="AutoShape 4">
            <a:extLst>
              <a:ext uri="{FF2B5EF4-FFF2-40B4-BE49-F238E27FC236}">
                <a16:creationId xmlns:a16="http://schemas.microsoft.com/office/drawing/2014/main" id="{BCBFDD5F-3CAD-42C7-B370-E92136B47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列舉型態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110FEBB-17C8-4666-9CF7-DAB11B737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52341"/>
            <a:ext cx="4753206" cy="5188661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8E9378A0-3024-4968-9E2F-A0401072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8699A-B381-4310-B639-EE89199D2ABD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699394" name="Rectangle 2">
            <a:extLst>
              <a:ext uri="{FF2B5EF4-FFF2-40B4-BE49-F238E27FC236}">
                <a16:creationId xmlns:a16="http://schemas.microsoft.com/office/drawing/2014/main" id="{75F9EC76-02BD-43EE-BD7A-BDAA24864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列舉型態的使用與設值 </a:t>
            </a:r>
            <a:r>
              <a:rPr lang="en-US" altLang="zh-TW" dirty="0"/>
              <a:t>(5/6)</a:t>
            </a:r>
          </a:p>
        </p:txBody>
      </p:sp>
      <p:sp>
        <p:nvSpPr>
          <p:cNvPr id="699395" name="Rectangle 3">
            <a:extLst>
              <a:ext uri="{FF2B5EF4-FFF2-40B4-BE49-F238E27FC236}">
                <a16:creationId xmlns:a16="http://schemas.microsoft.com/office/drawing/2014/main" id="{285F7DB2-4333-4BD4-8FB1-590DB11C5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16116" y="1880828"/>
            <a:ext cx="3070684" cy="989657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000" tIns="36000" rIns="36000" bIns="36000" anchor="ctr" anchorCtr="0"/>
          <a:lstStyle/>
          <a:p>
            <a:r>
              <a:rPr lang="zh-TW" altLang="en-US" sz="2600" dirty="0"/>
              <a:t>利用列舉型態模擬滑鼠的三個按鈕 </a:t>
            </a:r>
          </a:p>
        </p:txBody>
      </p:sp>
      <p:sp>
        <p:nvSpPr>
          <p:cNvPr id="699399" name="AutoShape 7">
            <a:extLst>
              <a:ext uri="{FF2B5EF4-FFF2-40B4-BE49-F238E27FC236}">
                <a16:creationId xmlns:a16="http://schemas.microsoft.com/office/drawing/2014/main" id="{781ABA43-9312-4022-A512-8536B1663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列舉型態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654ED1F-8A19-4DD7-86F9-7AF6D2C67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1788"/>
            <a:ext cx="5586304" cy="4815544"/>
          </a:xfrm>
          <a:prstGeom prst="rect">
            <a:avLst/>
          </a:prstGeom>
        </p:spPr>
      </p:pic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0A137A9D-B1B7-44C5-93AA-103DDF61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0BB-DCD4-4917-B920-5F101D22BABA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701442" name="Rectangle 2">
            <a:extLst>
              <a:ext uri="{FF2B5EF4-FFF2-40B4-BE49-F238E27FC236}">
                <a16:creationId xmlns:a16="http://schemas.microsoft.com/office/drawing/2014/main" id="{4115EB39-5FBD-469B-9CAF-D601AFDD6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列舉型態的使用與設值 </a:t>
            </a:r>
            <a:r>
              <a:rPr lang="en-US" altLang="zh-TW" dirty="0"/>
              <a:t>(6/6)</a:t>
            </a:r>
          </a:p>
        </p:txBody>
      </p:sp>
      <p:sp>
        <p:nvSpPr>
          <p:cNvPr id="701444" name="AutoShape 4">
            <a:extLst>
              <a:ext uri="{FF2B5EF4-FFF2-40B4-BE49-F238E27FC236}">
                <a16:creationId xmlns:a16="http://schemas.microsoft.com/office/drawing/2014/main" id="{C84A277B-A390-47B5-A8BF-7358CBEDE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0350"/>
            <a:ext cx="19446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列舉型態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A2B93C8-7FD6-47FB-A9F9-4D06A0D1F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720" y="5963480"/>
            <a:ext cx="6165304" cy="742120"/>
          </a:xfrm>
          <a:prstGeom prst="rect">
            <a:avLst/>
          </a:prstGeom>
          <a:ln w="12700"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7BE53E2C-6883-4ADA-B82A-A1EA5D8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3F46B-4F83-4994-AADA-05F07E6DEE8A}" type="slidenum">
              <a:rPr lang="en-US" altLang="zh-TW"/>
              <a:pPr/>
              <a:t>26</a:t>
            </a:fld>
            <a:endParaRPr lang="en-US" altLang="zh-TW" dirty="0"/>
          </a:p>
        </p:txBody>
      </p:sp>
      <p:sp>
        <p:nvSpPr>
          <p:cNvPr id="703490" name="Rectangle 2">
            <a:extLst>
              <a:ext uri="{FF2B5EF4-FFF2-40B4-BE49-F238E27FC236}">
                <a16:creationId xmlns:a16="http://schemas.microsoft.com/office/drawing/2014/main" id="{269A36F8-9BA1-46D9-B4B3-B45AB4AA4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50478"/>
          </a:xfrm>
        </p:spPr>
        <p:txBody>
          <a:bodyPr/>
          <a:lstStyle/>
          <a:p>
            <a:r>
              <a:rPr lang="en-US" altLang="zh-TW" dirty="0"/>
              <a:t>typedef </a:t>
            </a:r>
          </a:p>
        </p:txBody>
      </p:sp>
      <p:sp>
        <p:nvSpPr>
          <p:cNvPr id="703491" name="Rectangle 3">
            <a:extLst>
              <a:ext uri="{FF2B5EF4-FFF2-40B4-BE49-F238E27FC236}">
                <a16:creationId xmlns:a16="http://schemas.microsoft.com/office/drawing/2014/main" id="{F7352F49-F578-419C-A224-842D0BB14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18598"/>
            <a:ext cx="8229600" cy="4878387"/>
          </a:xfrm>
        </p:spPr>
        <p:txBody>
          <a:bodyPr/>
          <a:lstStyle/>
          <a:p>
            <a:r>
              <a:rPr lang="en-US" altLang="zh-TW" sz="2400" dirty="0"/>
              <a:t>typedef </a:t>
            </a:r>
            <a:r>
              <a:rPr lang="zh-TW" altLang="en-US" sz="2400" dirty="0"/>
              <a:t>是</a:t>
            </a:r>
            <a:r>
              <a:rPr lang="en-US" altLang="zh-TW" sz="2400" dirty="0"/>
              <a:t>type definition</a:t>
            </a:r>
            <a:r>
              <a:rPr lang="zh-TW" altLang="en-US" sz="2400" dirty="0"/>
              <a:t>的縮寫，就是定義型態之意</a:t>
            </a:r>
            <a:endParaRPr lang="en-US" altLang="zh-TW" sz="2400" dirty="0"/>
          </a:p>
          <a:p>
            <a:pPr lvl="1"/>
            <a:r>
              <a:rPr lang="zh-TW" altLang="en-US" sz="1800" dirty="0"/>
              <a:t>將</a:t>
            </a:r>
            <a:r>
              <a:rPr lang="zh-TW" altLang="en-US" sz="1800" b="1" dirty="0">
                <a:solidFill>
                  <a:srgbClr val="FF0000"/>
                </a:solidFill>
              </a:rPr>
              <a:t>複雜或長串的資料型態 </a:t>
            </a:r>
            <a:r>
              <a:rPr lang="zh-TW" altLang="en-US" sz="1800" dirty="0"/>
              <a:t>定義</a:t>
            </a:r>
            <a:r>
              <a:rPr lang="zh-TW" altLang="en-US" sz="1800" b="1" dirty="0">
                <a:solidFill>
                  <a:srgbClr val="FF0000"/>
                </a:solidFill>
              </a:rPr>
              <a:t>成 簡單名稱</a:t>
            </a:r>
            <a:r>
              <a:rPr lang="zh-TW" altLang="en-US" sz="1800" dirty="0"/>
              <a:t>，提升程式碼的可讀性</a:t>
            </a:r>
          </a:p>
          <a:p>
            <a:r>
              <a:rPr lang="zh-TW" altLang="en-US" sz="2400" dirty="0"/>
              <a:t> </a:t>
            </a:r>
            <a:r>
              <a:rPr lang="en-US" altLang="zh-TW" sz="2400" dirty="0"/>
              <a:t>typedef </a:t>
            </a:r>
            <a:r>
              <a:rPr lang="zh-TW" altLang="en-US" sz="2400" dirty="0"/>
              <a:t>的好處</a:t>
            </a:r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易於維護</a:t>
            </a:r>
            <a:r>
              <a:rPr lang="zh-TW" altLang="en-US" sz="1800" dirty="0"/>
              <a:t>：資料型態變更時，只需修改 </a:t>
            </a:r>
            <a:r>
              <a:rPr lang="en-US" altLang="zh-TW" sz="1800" dirty="0"/>
              <a:t>typedef </a:t>
            </a:r>
            <a:r>
              <a:rPr lang="zh-TW" altLang="en-US" sz="1800" dirty="0"/>
              <a:t>定義</a:t>
            </a:r>
            <a:endParaRPr lang="en-US" altLang="zh-TW" sz="1800" dirty="0"/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適應性</a:t>
            </a:r>
            <a:r>
              <a:rPr lang="zh-TW" altLang="en-US" sz="1800" dirty="0"/>
              <a:t>：方便跨平台適應不同系統需求</a:t>
            </a:r>
          </a:p>
          <a:p>
            <a:r>
              <a:rPr lang="zh-TW" altLang="en-US" sz="2400" dirty="0"/>
              <a:t>範例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zh-TW" altLang="en-US" sz="2400" dirty="0"/>
              <a:t>適用場景</a:t>
            </a:r>
            <a:endParaRPr lang="en-US" altLang="zh-TW" sz="2400" dirty="0"/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複雜結構</a:t>
            </a:r>
            <a:r>
              <a:rPr lang="zh-TW" altLang="en-US" sz="1800" dirty="0"/>
              <a:t>：如函式指標或自定義結構類型</a:t>
            </a:r>
            <a:endParaRPr lang="en-US" altLang="zh-TW" sz="1800" dirty="0"/>
          </a:p>
          <a:p>
            <a:pPr lvl="1"/>
            <a:r>
              <a:rPr lang="zh-TW" altLang="en-US" sz="1800" b="1" dirty="0">
                <a:solidFill>
                  <a:srgbClr val="FF0000"/>
                </a:solidFill>
              </a:rPr>
              <a:t>跨平台程式</a:t>
            </a:r>
            <a:r>
              <a:rPr lang="zh-TW" altLang="en-US" sz="1800" dirty="0"/>
              <a:t>：方便不同系統間的資料型態調整。</a:t>
            </a:r>
          </a:p>
        </p:txBody>
      </p:sp>
      <p:sp>
        <p:nvSpPr>
          <p:cNvPr id="703492" name="AutoShape 4">
            <a:extLst>
              <a:ext uri="{FF2B5EF4-FFF2-40B4-BE49-F238E27FC236}">
                <a16:creationId xmlns:a16="http://schemas.microsoft.com/office/drawing/2014/main" id="{389FE0A3-FF46-4BF2-9CEE-9E9F88F19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60350"/>
            <a:ext cx="34194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使用自訂的型態─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typedef</a:t>
            </a:r>
          </a:p>
        </p:txBody>
      </p:sp>
      <p:pic>
        <p:nvPicPr>
          <p:cNvPr id="703494" name="Picture 6">
            <a:extLst>
              <a:ext uri="{FF2B5EF4-FFF2-40B4-BE49-F238E27FC236}">
                <a16:creationId xmlns:a16="http://schemas.microsoft.com/office/drawing/2014/main" id="{F5DB8464-FCC3-44E9-83FB-8BC18EAA8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347" y="4015483"/>
            <a:ext cx="5184117" cy="498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C4E72D85-69A2-4942-946E-ECE300B9B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140" y="3096744"/>
            <a:ext cx="3076105" cy="92209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B35EBEAD-8B24-4A15-9E17-85D15386A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FF19E-2448-4B99-BC71-161F83F969BE}" type="slidenum">
              <a:rPr lang="en-US" altLang="zh-TW"/>
              <a:pPr/>
              <a:t>27</a:t>
            </a:fld>
            <a:endParaRPr lang="en-US" altLang="zh-TW"/>
          </a:p>
        </p:txBody>
      </p:sp>
      <p:sp>
        <p:nvSpPr>
          <p:cNvPr id="704514" name="Rectangle 2">
            <a:extLst>
              <a:ext uri="{FF2B5EF4-FFF2-40B4-BE49-F238E27FC236}">
                <a16:creationId xmlns:a16="http://schemas.microsoft.com/office/drawing/2014/main" id="{63A731C1-EE70-47C0-BCD4-CC438F2EC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typedef</a:t>
            </a:r>
          </a:p>
        </p:txBody>
      </p:sp>
      <p:sp>
        <p:nvSpPr>
          <p:cNvPr id="704515" name="Rectangle 3">
            <a:extLst>
              <a:ext uri="{FF2B5EF4-FFF2-40B4-BE49-F238E27FC236}">
                <a16:creationId xmlns:a16="http://schemas.microsoft.com/office/drawing/2014/main" id="{115B3DA9-6868-457B-B3D7-F4A277FBB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利用</a:t>
            </a:r>
            <a:r>
              <a:rPr lang="en-US" altLang="zh-TW" sz="2600" dirty="0"/>
              <a:t>typedef</a:t>
            </a:r>
            <a:r>
              <a:rPr lang="zh-TW" altLang="en-US" sz="2600" dirty="0"/>
              <a:t>自訂資料型態的範例 </a:t>
            </a:r>
          </a:p>
        </p:txBody>
      </p:sp>
      <p:sp>
        <p:nvSpPr>
          <p:cNvPr id="704518" name="AutoShape 6">
            <a:extLst>
              <a:ext uri="{FF2B5EF4-FFF2-40B4-BE49-F238E27FC236}">
                <a16:creationId xmlns:a16="http://schemas.microsoft.com/office/drawing/2014/main" id="{E6EFC6D4-9D05-4F4E-863E-F81D06E06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60350"/>
            <a:ext cx="34194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使用自訂的型態─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typedef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4E2BDE1-5D78-4587-A698-800BCA359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89" y="2365033"/>
            <a:ext cx="6547022" cy="41119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609B8FFD-8718-4AEA-BC62-DDEE6D88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7AF0-C96C-4395-80F5-5F05CEA2944D}" type="slidenum">
              <a:rPr lang="en-US" altLang="zh-TW"/>
              <a:pPr/>
              <a:t>28</a:t>
            </a:fld>
            <a:endParaRPr lang="en-US" altLang="zh-TW"/>
          </a:p>
        </p:txBody>
      </p:sp>
      <p:sp>
        <p:nvSpPr>
          <p:cNvPr id="705538" name="Rectangle 2">
            <a:extLst>
              <a:ext uri="{FF2B5EF4-FFF2-40B4-BE49-F238E27FC236}">
                <a16:creationId xmlns:a16="http://schemas.microsoft.com/office/drawing/2014/main" id="{56790ECF-78B7-436C-A678-A0802953F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#define</a:t>
            </a:r>
            <a:r>
              <a:rPr lang="zh-TW" altLang="en-US"/>
              <a:t>與</a:t>
            </a:r>
            <a:r>
              <a:rPr lang="en-US" altLang="zh-TW"/>
              <a:t>typedef</a:t>
            </a:r>
          </a:p>
        </p:txBody>
      </p:sp>
      <p:sp>
        <p:nvSpPr>
          <p:cNvPr id="705539" name="Rectangle 3">
            <a:extLst>
              <a:ext uri="{FF2B5EF4-FFF2-40B4-BE49-F238E27FC236}">
                <a16:creationId xmlns:a16="http://schemas.microsoft.com/office/drawing/2014/main" id="{7992687A-3C2E-410D-A02F-4232B1258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在某些情況下，</a:t>
            </a:r>
            <a:r>
              <a:rPr lang="en-US" altLang="zh-TW" sz="2600"/>
              <a:t>#define</a:t>
            </a:r>
            <a:r>
              <a:rPr lang="zh-TW" altLang="en-US" sz="2600"/>
              <a:t>可以取代</a:t>
            </a:r>
            <a:r>
              <a:rPr lang="en-US" altLang="zh-TW" sz="2600"/>
              <a:t>typedef </a:t>
            </a:r>
          </a:p>
          <a:p>
            <a:endParaRPr lang="en-US" altLang="zh-TW" sz="2600"/>
          </a:p>
          <a:p>
            <a:endParaRPr lang="en-US" altLang="zh-TW" sz="2600"/>
          </a:p>
          <a:p>
            <a:r>
              <a:rPr lang="zh-TW" altLang="en-US" sz="2600"/>
              <a:t>在此可將 </a:t>
            </a:r>
            <a:r>
              <a:rPr lang="en-US" altLang="zh-TW" sz="2600"/>
              <a:t>#define</a:t>
            </a:r>
            <a:r>
              <a:rPr lang="zh-TW" altLang="en-US" sz="2600"/>
              <a:t>取代為</a:t>
            </a:r>
            <a:r>
              <a:rPr lang="en-US" altLang="zh-TW" sz="2600"/>
              <a:t>typedef</a:t>
            </a:r>
            <a:r>
              <a:rPr lang="zh-TW" altLang="en-US" sz="2600"/>
              <a:t>，成為如下面的敘述</a:t>
            </a:r>
          </a:p>
          <a:p>
            <a:endParaRPr lang="zh-TW" altLang="en-US" sz="2600"/>
          </a:p>
          <a:p>
            <a:endParaRPr lang="zh-TW" altLang="en-US" sz="2600"/>
          </a:p>
          <a:p>
            <a:r>
              <a:rPr lang="zh-TW" altLang="en-US" sz="2600"/>
              <a:t>使用</a:t>
            </a:r>
            <a:r>
              <a:rPr lang="en-US" altLang="zh-TW" sz="2600"/>
              <a:t>typedef</a:t>
            </a:r>
            <a:r>
              <a:rPr lang="zh-TW" altLang="en-US" sz="2600"/>
              <a:t>時是由編譯器來執行</a:t>
            </a:r>
          </a:p>
          <a:p>
            <a:r>
              <a:rPr lang="en-US" altLang="zh-TW" sz="2600"/>
              <a:t>#define</a:t>
            </a:r>
            <a:r>
              <a:rPr lang="zh-TW" altLang="en-US" sz="2600"/>
              <a:t>是由前置處理器主導</a:t>
            </a:r>
          </a:p>
        </p:txBody>
      </p:sp>
      <p:sp>
        <p:nvSpPr>
          <p:cNvPr id="705540" name="AutoShape 4">
            <a:extLst>
              <a:ext uri="{FF2B5EF4-FFF2-40B4-BE49-F238E27FC236}">
                <a16:creationId xmlns:a16="http://schemas.microsoft.com/office/drawing/2014/main" id="{20D97D10-BD09-4487-BA03-A57689024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60350"/>
            <a:ext cx="34194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使用自訂的型態─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typedef</a:t>
            </a:r>
          </a:p>
        </p:txBody>
      </p:sp>
      <p:pic>
        <p:nvPicPr>
          <p:cNvPr id="705542" name="Picture 6">
            <a:extLst>
              <a:ext uri="{FF2B5EF4-FFF2-40B4-BE49-F238E27FC236}">
                <a16:creationId xmlns:a16="http://schemas.microsoft.com/office/drawing/2014/main" id="{7F98B033-7688-4137-AF02-F4B927CF9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492375"/>
            <a:ext cx="608965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5543" name="Picture 7">
            <a:extLst>
              <a:ext uri="{FF2B5EF4-FFF2-40B4-BE49-F238E27FC236}">
                <a16:creationId xmlns:a16="http://schemas.microsoft.com/office/drawing/2014/main" id="{7CF8FDD9-A5C0-4AE9-A18B-CA6863313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365625"/>
            <a:ext cx="5983287" cy="54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DF21B1EA-64BC-422B-8EBC-453D2DD6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103D8-0774-46DF-8024-D07D7C2F886A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706562" name="Rectangle 2">
            <a:extLst>
              <a:ext uri="{FF2B5EF4-FFF2-40B4-BE49-F238E27FC236}">
                <a16:creationId xmlns:a16="http://schemas.microsoft.com/office/drawing/2014/main" id="{2751B091-0EFB-41D7-9A17-329CBA6778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543800" cy="1188368"/>
          </a:xfrm>
        </p:spPr>
        <p:txBody>
          <a:bodyPr/>
          <a:lstStyle/>
          <a:p>
            <a:r>
              <a:rPr lang="en-US" altLang="zh-TW" dirty="0"/>
              <a:t>typedef</a:t>
            </a:r>
            <a:r>
              <a:rPr lang="zh-TW" altLang="en-US" dirty="0"/>
              <a:t>的使用範例</a:t>
            </a:r>
            <a:endParaRPr lang="en-US" altLang="zh-TW" dirty="0"/>
          </a:p>
        </p:txBody>
      </p:sp>
      <p:sp>
        <p:nvSpPr>
          <p:cNvPr id="706564" name="AutoShape 4">
            <a:extLst>
              <a:ext uri="{FF2B5EF4-FFF2-40B4-BE49-F238E27FC236}">
                <a16:creationId xmlns:a16="http://schemas.microsoft.com/office/drawing/2014/main" id="{F84AF62D-2667-4757-8AA0-00A80E908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60350"/>
            <a:ext cx="34194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11.5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使用自訂的型態─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typedef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8C1512A-4810-4ECE-9F66-3F1D7A9FB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43" y="1758064"/>
            <a:ext cx="5947689" cy="33994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96E90E-9C4D-48E3-B9B9-06FFB065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870FC-CC8B-4F86-8867-9C76B9CFCF4D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387076" name="WordArt 4">
            <a:extLst>
              <a:ext uri="{FF2B5EF4-FFF2-40B4-BE49-F238E27FC236}">
                <a16:creationId xmlns:a16="http://schemas.microsoft.com/office/drawing/2014/main" id="{B75BF40F-461B-47B3-8E5A-6AC9E631CF0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lnDef>
  </a:objectDefaults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4466</TotalTime>
  <Words>1210</Words>
  <Application>Microsoft Office PowerPoint</Application>
  <PresentationFormat>如螢幕大小 (4:3)</PresentationFormat>
  <Paragraphs>181</Paragraphs>
  <Slides>30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5" baseType="lpstr">
      <vt:lpstr>Arial</vt:lpstr>
      <vt:lpstr>Times New Roman</vt:lpstr>
      <vt:lpstr>Wingdings</vt:lpstr>
      <vt:lpstr>Comic Sans MS</vt:lpstr>
      <vt:lpstr>default</vt:lpstr>
      <vt:lpstr>第十一章 結構與其它資料型態</vt:lpstr>
      <vt:lpstr>結構的宣告</vt:lpstr>
      <vt:lpstr>結構變數的範例 (1/2)</vt:lpstr>
      <vt:lpstr>結構變數的範例 (2/2)</vt:lpstr>
      <vt:lpstr>結構中的填充位元組與對齊</vt:lpstr>
      <vt:lpstr>設定結構變數的初值 (1/3)</vt:lpstr>
      <vt:lpstr>設定結構變數的初值 (2/3)</vt:lpstr>
      <vt:lpstr>設定結構變數的初值 (3/3)</vt:lpstr>
      <vt:lpstr>將整個結構傳遞到函數 (1/2)</vt:lpstr>
      <vt:lpstr>將整個結構傳遞到函數 (2/2)</vt:lpstr>
      <vt:lpstr>將結構成員分別傳遞</vt:lpstr>
      <vt:lpstr>傳遞結構的位址</vt:lpstr>
      <vt:lpstr>共同空間的定義及宣告 (1/3)</vt:lpstr>
      <vt:lpstr>共同空間的使用及設值 (1/2)</vt:lpstr>
      <vt:lpstr>共同空間的使用及設值 (2/2)</vt:lpstr>
      <vt:lpstr>共同空間與結構的差異 (1/3)</vt:lpstr>
      <vt:lpstr>共同空間與結構的差異 (2/3)</vt:lpstr>
      <vt:lpstr>共同空間與結構的差異 (3/3)</vt:lpstr>
      <vt:lpstr>列舉型態的定義及宣告</vt:lpstr>
      <vt:lpstr>列舉型態的使用與設值 (1/6)</vt:lpstr>
      <vt:lpstr>列舉型態的使用與設值 (2/6)</vt:lpstr>
      <vt:lpstr>列舉型態的使用與設值 (3/6)</vt:lpstr>
      <vt:lpstr>列舉型態的使用與設值 (4/6)</vt:lpstr>
      <vt:lpstr>列舉型態的使用與設值 (5/6)</vt:lpstr>
      <vt:lpstr>列舉型態的使用與設值 (6/6)</vt:lpstr>
      <vt:lpstr>typedef </vt:lpstr>
      <vt:lpstr>使用typedef</vt:lpstr>
      <vt:lpstr>#define與typedef</vt:lpstr>
      <vt:lpstr>typedef的使用範例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151</cp:revision>
  <cp:lastPrinted>1601-01-01T00:00:00Z</cp:lastPrinted>
  <dcterms:created xsi:type="dcterms:W3CDTF">2007-03-13T09:49:44Z</dcterms:created>
  <dcterms:modified xsi:type="dcterms:W3CDTF">2024-12-25T07:43:38Z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