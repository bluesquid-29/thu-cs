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93" r:id="rId1"/>
  </p:sldMasterIdLst>
  <p:notesMasterIdLst>
    <p:notesMasterId r:id="rId26"/>
  </p:notesMasterIdLst>
  <p:handoutMasterIdLst>
    <p:handoutMasterId r:id="rId27"/>
  </p:handoutMasterIdLst>
  <p:sldIdLst>
    <p:sldId id="256" r:id="rId2"/>
    <p:sldId id="304" r:id="rId3"/>
    <p:sldId id="307" r:id="rId4"/>
    <p:sldId id="308" r:id="rId5"/>
    <p:sldId id="342" r:id="rId6"/>
    <p:sldId id="310" r:id="rId7"/>
    <p:sldId id="312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4" r:id="rId17"/>
    <p:sldId id="355" r:id="rId18"/>
    <p:sldId id="357" r:id="rId19"/>
    <p:sldId id="360" r:id="rId20"/>
    <p:sldId id="364" r:id="rId21"/>
    <p:sldId id="366" r:id="rId22"/>
    <p:sldId id="369" r:id="rId23"/>
    <p:sldId id="372" r:id="rId24"/>
    <p:sldId id="272" r:id="rId25"/>
  </p:sldIdLst>
  <p:sldSz cx="9144000" cy="6858000" type="screen4x3"/>
  <p:notesSz cx="6858000" cy="9144000"/>
  <p:embeddedFontLst>
    <p:embeddedFont>
      <p:font typeface="Comic Sans MS" panose="030F0702030302020204" pitchFamily="66" charset="0"/>
      <p:regular r:id="rId28"/>
      <p:bold r:id="rId29"/>
      <p:italic r:id="rId30"/>
      <p:boldItalic r:id="rId31"/>
    </p:embeddedFont>
  </p:embeddedFont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>
          <p15:clr>
            <a:srgbClr val="A4A3A4"/>
          </p15:clr>
        </p15:guide>
        <p15:guide id="2" pos="38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99CCFF"/>
    <a:srgbClr val="CCFF99"/>
    <a:srgbClr val="FFCCCC"/>
    <a:srgbClr val="CC0000"/>
    <a:srgbClr val="333399"/>
    <a:srgbClr val="9900CC"/>
    <a:srgbClr val="FFFFCC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98" autoAdjust="0"/>
    <p:restoredTop sz="94660" autoAdjust="0"/>
  </p:normalViewPr>
  <p:slideViewPr>
    <p:cSldViewPr>
      <p:cViewPr varScale="1">
        <p:scale>
          <a:sx n="71" d="100"/>
          <a:sy n="71" d="100"/>
        </p:scale>
        <p:origin x="58" y="274"/>
      </p:cViewPr>
      <p:guideLst>
        <p:guide orient="horz" pos="1457"/>
        <p:guide pos="38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36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lair Chen" userId="bee3a08289d85a0e" providerId="LiveId" clId="{D25B64E3-E0AC-4282-8CC3-1C066B77C4DA}"/>
    <pc:docChg chg="custSel delSld modSld">
      <pc:chgData name="Eclair Chen" userId="bee3a08289d85a0e" providerId="LiveId" clId="{D25B64E3-E0AC-4282-8CC3-1C066B77C4DA}" dt="2024-10-31T14:40:05.306" v="172" actId="1076"/>
      <pc:docMkLst>
        <pc:docMk/>
      </pc:docMkLst>
      <pc:sldChg chg="modSp mod">
        <pc:chgData name="Eclair Chen" userId="bee3a08289d85a0e" providerId="LiveId" clId="{D25B64E3-E0AC-4282-8CC3-1C066B77C4DA}" dt="2024-10-31T14:19:50.355" v="1" actId="14100"/>
        <pc:sldMkLst>
          <pc:docMk/>
          <pc:sldMk cId="0" sldId="342"/>
        </pc:sldMkLst>
        <pc:spChg chg="mod">
          <ac:chgData name="Eclair Chen" userId="bee3a08289d85a0e" providerId="LiveId" clId="{D25B64E3-E0AC-4282-8CC3-1C066B77C4DA}" dt="2024-10-31T14:19:50.355" v="1" actId="14100"/>
          <ac:spMkLst>
            <pc:docMk/>
            <pc:sldMk cId="0" sldId="342"/>
            <ac:spMk id="679949" creationId="{00000000-0000-0000-0000-000000000000}"/>
          </ac:spMkLst>
        </pc:spChg>
        <pc:picChg chg="mod">
          <ac:chgData name="Eclair Chen" userId="bee3a08289d85a0e" providerId="LiveId" clId="{D25B64E3-E0AC-4282-8CC3-1C066B77C4DA}" dt="2024-10-31T14:19:46.547" v="0" actId="1076"/>
          <ac:picMkLst>
            <pc:docMk/>
            <pc:sldMk cId="0" sldId="342"/>
            <ac:picMk id="2" creationId="{00000000-0000-0000-0000-000000000000}"/>
          </ac:picMkLst>
        </pc:picChg>
      </pc:sldChg>
      <pc:sldChg chg="addSp delSp modSp mod">
        <pc:chgData name="Eclair Chen" userId="bee3a08289d85a0e" providerId="LiveId" clId="{D25B64E3-E0AC-4282-8CC3-1C066B77C4DA}" dt="2024-10-31T14:25:05.215" v="49" actId="14100"/>
        <pc:sldMkLst>
          <pc:docMk/>
          <pc:sldMk cId="0" sldId="347"/>
        </pc:sldMkLst>
        <pc:spChg chg="mod">
          <ac:chgData name="Eclair Chen" userId="bee3a08289d85a0e" providerId="LiveId" clId="{D25B64E3-E0AC-4282-8CC3-1C066B77C4DA}" dt="2024-10-31T14:22:42.550" v="13" actId="6549"/>
          <ac:spMkLst>
            <pc:docMk/>
            <pc:sldMk cId="0" sldId="347"/>
            <ac:spMk id="685059" creationId="{00000000-0000-0000-0000-000000000000}"/>
          </ac:spMkLst>
        </pc:spChg>
        <pc:spChg chg="mod">
          <ac:chgData name="Eclair Chen" userId="bee3a08289d85a0e" providerId="LiveId" clId="{D25B64E3-E0AC-4282-8CC3-1C066B77C4DA}" dt="2024-10-31T14:25:05.215" v="49" actId="14100"/>
          <ac:spMkLst>
            <pc:docMk/>
            <pc:sldMk cId="0" sldId="347"/>
            <ac:spMk id="685063" creationId="{00000000-0000-0000-0000-000000000000}"/>
          </ac:spMkLst>
        </pc:spChg>
        <pc:graphicFrameChg chg="add del mod">
          <ac:chgData name="Eclair Chen" userId="bee3a08289d85a0e" providerId="LiveId" clId="{D25B64E3-E0AC-4282-8CC3-1C066B77C4DA}" dt="2024-10-31T14:24:10.079" v="33"/>
          <ac:graphicFrameMkLst>
            <pc:docMk/>
            <pc:sldMk cId="0" sldId="347"/>
            <ac:graphicFrameMk id="3" creationId="{D6AFE2D2-3907-4030-881E-036966157F9B}"/>
          </ac:graphicFrameMkLst>
        </pc:graphicFrameChg>
      </pc:sldChg>
      <pc:sldChg chg="modSp mod">
        <pc:chgData name="Eclair Chen" userId="bee3a08289d85a0e" providerId="LiveId" clId="{D25B64E3-E0AC-4282-8CC3-1C066B77C4DA}" dt="2024-10-31T14:26:15.535" v="64" actId="207"/>
        <pc:sldMkLst>
          <pc:docMk/>
          <pc:sldMk cId="0" sldId="349"/>
        </pc:sldMkLst>
        <pc:spChg chg="mod">
          <ac:chgData name="Eclair Chen" userId="bee3a08289d85a0e" providerId="LiveId" clId="{D25B64E3-E0AC-4282-8CC3-1C066B77C4DA}" dt="2024-10-31T14:26:15.535" v="64" actId="207"/>
          <ac:spMkLst>
            <pc:docMk/>
            <pc:sldMk cId="0" sldId="349"/>
            <ac:spMk id="687107" creationId="{00000000-0000-0000-0000-000000000000}"/>
          </ac:spMkLst>
        </pc:spChg>
      </pc:sldChg>
      <pc:sldChg chg="modSp mod">
        <pc:chgData name="Eclair Chen" userId="bee3a08289d85a0e" providerId="LiveId" clId="{D25B64E3-E0AC-4282-8CC3-1C066B77C4DA}" dt="2024-10-31T14:26:45.832" v="72" actId="207"/>
        <pc:sldMkLst>
          <pc:docMk/>
          <pc:sldMk cId="0" sldId="350"/>
        </pc:sldMkLst>
        <pc:spChg chg="mod">
          <ac:chgData name="Eclair Chen" userId="bee3a08289d85a0e" providerId="LiveId" clId="{D25B64E3-E0AC-4282-8CC3-1C066B77C4DA}" dt="2024-10-31T14:26:45.832" v="72" actId="207"/>
          <ac:spMkLst>
            <pc:docMk/>
            <pc:sldMk cId="0" sldId="350"/>
            <ac:spMk id="688131" creationId="{00000000-0000-0000-0000-000000000000}"/>
          </ac:spMkLst>
        </pc:spChg>
      </pc:sldChg>
      <pc:sldChg chg="modSp mod">
        <pc:chgData name="Eclair Chen" userId="bee3a08289d85a0e" providerId="LiveId" clId="{D25B64E3-E0AC-4282-8CC3-1C066B77C4DA}" dt="2024-10-31T14:28:39.422" v="83" actId="20577"/>
        <pc:sldMkLst>
          <pc:docMk/>
          <pc:sldMk cId="0" sldId="354"/>
        </pc:sldMkLst>
        <pc:spChg chg="mod">
          <ac:chgData name="Eclair Chen" userId="bee3a08289d85a0e" providerId="LiveId" clId="{D25B64E3-E0AC-4282-8CC3-1C066B77C4DA}" dt="2024-10-31T14:28:39.422" v="83" actId="20577"/>
          <ac:spMkLst>
            <pc:docMk/>
            <pc:sldMk cId="0" sldId="354"/>
            <ac:spMk id="692227" creationId="{00000000-0000-0000-0000-000000000000}"/>
          </ac:spMkLst>
        </pc:spChg>
      </pc:sldChg>
      <pc:sldChg chg="modSp mod">
        <pc:chgData name="Eclair Chen" userId="bee3a08289d85a0e" providerId="LiveId" clId="{D25B64E3-E0AC-4282-8CC3-1C066B77C4DA}" dt="2024-10-31T14:29:26.511" v="89" actId="207"/>
        <pc:sldMkLst>
          <pc:docMk/>
          <pc:sldMk cId="0" sldId="355"/>
        </pc:sldMkLst>
        <pc:spChg chg="mod">
          <ac:chgData name="Eclair Chen" userId="bee3a08289d85a0e" providerId="LiveId" clId="{D25B64E3-E0AC-4282-8CC3-1C066B77C4DA}" dt="2024-10-31T14:29:26.511" v="89" actId="207"/>
          <ac:spMkLst>
            <pc:docMk/>
            <pc:sldMk cId="0" sldId="355"/>
            <ac:spMk id="693251" creationId="{00000000-0000-0000-0000-000000000000}"/>
          </ac:spMkLst>
        </pc:spChg>
      </pc:sldChg>
      <pc:sldChg chg="modSp mod">
        <pc:chgData name="Eclair Chen" userId="bee3a08289d85a0e" providerId="LiveId" clId="{D25B64E3-E0AC-4282-8CC3-1C066B77C4DA}" dt="2024-10-31T14:30:43.306" v="97" actId="1076"/>
        <pc:sldMkLst>
          <pc:docMk/>
          <pc:sldMk cId="0" sldId="360"/>
        </pc:sldMkLst>
        <pc:spChg chg="mod">
          <ac:chgData name="Eclair Chen" userId="bee3a08289d85a0e" providerId="LiveId" clId="{D25B64E3-E0AC-4282-8CC3-1C066B77C4DA}" dt="2024-10-31T14:30:12.618" v="95" actId="207"/>
          <ac:spMkLst>
            <pc:docMk/>
            <pc:sldMk cId="0" sldId="360"/>
            <ac:spMk id="7" creationId="{9C35B22B-1186-4213-A719-76D5BB21EE89}"/>
          </ac:spMkLst>
        </pc:spChg>
        <pc:spChg chg="mod">
          <ac:chgData name="Eclair Chen" userId="bee3a08289d85a0e" providerId="LiveId" clId="{D25B64E3-E0AC-4282-8CC3-1C066B77C4DA}" dt="2024-10-31T14:30:01.803" v="93" actId="14100"/>
          <ac:spMkLst>
            <pc:docMk/>
            <pc:sldMk cId="0" sldId="360"/>
            <ac:spMk id="698371" creationId="{00000000-0000-0000-0000-000000000000}"/>
          </ac:spMkLst>
        </pc:spChg>
        <pc:picChg chg="mod">
          <ac:chgData name="Eclair Chen" userId="bee3a08289d85a0e" providerId="LiveId" clId="{D25B64E3-E0AC-4282-8CC3-1C066B77C4DA}" dt="2024-10-31T14:30:43.306" v="97" actId="1076"/>
          <ac:picMkLst>
            <pc:docMk/>
            <pc:sldMk cId="0" sldId="360"/>
            <ac:picMk id="2" creationId="{00000000-0000-0000-0000-000000000000}"/>
          </ac:picMkLst>
        </pc:picChg>
      </pc:sldChg>
      <pc:sldChg chg="del">
        <pc:chgData name="Eclair Chen" userId="bee3a08289d85a0e" providerId="LiveId" clId="{D25B64E3-E0AC-4282-8CC3-1C066B77C4DA}" dt="2024-10-31T14:31:20.895" v="98" actId="2696"/>
        <pc:sldMkLst>
          <pc:docMk/>
          <pc:sldMk cId="0" sldId="362"/>
        </pc:sldMkLst>
      </pc:sldChg>
      <pc:sldChg chg="addSp delSp modSp mod">
        <pc:chgData name="Eclair Chen" userId="bee3a08289d85a0e" providerId="LiveId" clId="{D25B64E3-E0AC-4282-8CC3-1C066B77C4DA}" dt="2024-10-31T14:33:39.745" v="104" actId="167"/>
        <pc:sldMkLst>
          <pc:docMk/>
          <pc:sldMk cId="0" sldId="364"/>
        </pc:sldMkLst>
        <pc:spChg chg="mod">
          <ac:chgData name="Eclair Chen" userId="bee3a08289d85a0e" providerId="LiveId" clId="{D25B64E3-E0AC-4282-8CC3-1C066B77C4DA}" dt="2024-10-31T14:31:37.926" v="99" actId="20577"/>
          <ac:spMkLst>
            <pc:docMk/>
            <pc:sldMk cId="0" sldId="364"/>
            <ac:spMk id="702467" creationId="{00000000-0000-0000-0000-000000000000}"/>
          </ac:spMkLst>
        </pc:spChg>
        <pc:picChg chg="del">
          <ac:chgData name="Eclair Chen" userId="bee3a08289d85a0e" providerId="LiveId" clId="{D25B64E3-E0AC-4282-8CC3-1C066B77C4DA}" dt="2024-10-31T14:33:31.094" v="100" actId="478"/>
          <ac:picMkLst>
            <pc:docMk/>
            <pc:sldMk cId="0" sldId="364"/>
            <ac:picMk id="2" creationId="{00000000-0000-0000-0000-000000000000}"/>
          </ac:picMkLst>
        </pc:picChg>
        <pc:picChg chg="add mod ord">
          <ac:chgData name="Eclair Chen" userId="bee3a08289d85a0e" providerId="LiveId" clId="{D25B64E3-E0AC-4282-8CC3-1C066B77C4DA}" dt="2024-10-31T14:33:39.745" v="104" actId="167"/>
          <ac:picMkLst>
            <pc:docMk/>
            <pc:sldMk cId="0" sldId="364"/>
            <ac:picMk id="3" creationId="{8D38F637-32BF-43CA-A139-BA07BC3B2F5F}"/>
          </ac:picMkLst>
        </pc:picChg>
      </pc:sldChg>
      <pc:sldChg chg="addSp delSp modSp mod">
        <pc:chgData name="Eclair Chen" userId="bee3a08289d85a0e" providerId="LiveId" clId="{D25B64E3-E0AC-4282-8CC3-1C066B77C4DA}" dt="2024-10-31T14:34:29.719" v="115" actId="1076"/>
        <pc:sldMkLst>
          <pc:docMk/>
          <pc:sldMk cId="0" sldId="366"/>
        </pc:sldMkLst>
        <pc:spChg chg="mod">
          <ac:chgData name="Eclair Chen" userId="bee3a08289d85a0e" providerId="LiveId" clId="{D25B64E3-E0AC-4282-8CC3-1C066B77C4DA}" dt="2024-10-31T14:33:50.420" v="111" actId="20577"/>
          <ac:spMkLst>
            <pc:docMk/>
            <pc:sldMk cId="0" sldId="366"/>
            <ac:spMk id="704515" creationId="{00000000-0000-0000-0000-000000000000}"/>
          </ac:spMkLst>
        </pc:spChg>
        <pc:picChg chg="del">
          <ac:chgData name="Eclair Chen" userId="bee3a08289d85a0e" providerId="LiveId" clId="{D25B64E3-E0AC-4282-8CC3-1C066B77C4DA}" dt="2024-10-31T14:34:22.360" v="112" actId="478"/>
          <ac:picMkLst>
            <pc:docMk/>
            <pc:sldMk cId="0" sldId="366"/>
            <ac:picMk id="2" creationId="{00000000-0000-0000-0000-000000000000}"/>
          </ac:picMkLst>
        </pc:picChg>
        <pc:picChg chg="add mod">
          <ac:chgData name="Eclair Chen" userId="bee3a08289d85a0e" providerId="LiveId" clId="{D25B64E3-E0AC-4282-8CC3-1C066B77C4DA}" dt="2024-10-31T14:34:29.719" v="115" actId="1076"/>
          <ac:picMkLst>
            <pc:docMk/>
            <pc:sldMk cId="0" sldId="366"/>
            <ac:picMk id="3" creationId="{38E1F558-3199-4D0B-9F5C-3F57490F4203}"/>
          </ac:picMkLst>
        </pc:picChg>
      </pc:sldChg>
      <pc:sldChg chg="addSp delSp modSp mod">
        <pc:chgData name="Eclair Chen" userId="bee3a08289d85a0e" providerId="LiveId" clId="{D25B64E3-E0AC-4282-8CC3-1C066B77C4DA}" dt="2024-10-31T14:38:27.639" v="149" actId="20577"/>
        <pc:sldMkLst>
          <pc:docMk/>
          <pc:sldMk cId="0" sldId="369"/>
        </pc:sldMkLst>
        <pc:spChg chg="mod">
          <ac:chgData name="Eclair Chen" userId="bee3a08289d85a0e" providerId="LiveId" clId="{D25B64E3-E0AC-4282-8CC3-1C066B77C4DA}" dt="2024-10-31T14:37:42.855" v="146" actId="1076"/>
          <ac:spMkLst>
            <pc:docMk/>
            <pc:sldMk cId="0" sldId="369"/>
            <ac:spMk id="7" creationId="{A704BC9E-9731-4C80-A946-69328C42AABF}"/>
          </ac:spMkLst>
        </pc:spChg>
        <pc:spChg chg="mod">
          <ac:chgData name="Eclair Chen" userId="bee3a08289d85a0e" providerId="LiveId" clId="{D25B64E3-E0AC-4282-8CC3-1C066B77C4DA}" dt="2024-10-31T14:38:27.639" v="149" actId="20577"/>
          <ac:spMkLst>
            <pc:docMk/>
            <pc:sldMk cId="0" sldId="369"/>
            <ac:spMk id="707586" creationId="{00000000-0000-0000-0000-000000000000}"/>
          </ac:spMkLst>
        </pc:spChg>
        <pc:spChg chg="mod">
          <ac:chgData name="Eclair Chen" userId="bee3a08289d85a0e" providerId="LiveId" clId="{D25B64E3-E0AC-4282-8CC3-1C066B77C4DA}" dt="2024-10-31T14:34:55.734" v="125" actId="20577"/>
          <ac:spMkLst>
            <pc:docMk/>
            <pc:sldMk cId="0" sldId="369"/>
            <ac:spMk id="707587" creationId="{00000000-0000-0000-0000-000000000000}"/>
          </ac:spMkLst>
        </pc:spChg>
        <pc:picChg chg="del">
          <ac:chgData name="Eclair Chen" userId="bee3a08289d85a0e" providerId="LiveId" clId="{D25B64E3-E0AC-4282-8CC3-1C066B77C4DA}" dt="2024-10-31T14:35:32.714" v="126" actId="478"/>
          <ac:picMkLst>
            <pc:docMk/>
            <pc:sldMk cId="0" sldId="369"/>
            <ac:picMk id="2" creationId="{00000000-0000-0000-0000-000000000000}"/>
          </ac:picMkLst>
        </pc:picChg>
        <pc:picChg chg="add mod ord">
          <ac:chgData name="Eclair Chen" userId="bee3a08289d85a0e" providerId="LiveId" clId="{D25B64E3-E0AC-4282-8CC3-1C066B77C4DA}" dt="2024-10-31T14:38:11.287" v="148" actId="167"/>
          <ac:picMkLst>
            <pc:docMk/>
            <pc:sldMk cId="0" sldId="369"/>
            <ac:picMk id="3" creationId="{DECD8B78-9433-4D3C-A99B-46E6DD1C57BC}"/>
          </ac:picMkLst>
        </pc:picChg>
        <pc:picChg chg="mod">
          <ac:chgData name="Eclair Chen" userId="bee3a08289d85a0e" providerId="LiveId" clId="{D25B64E3-E0AC-4282-8CC3-1C066B77C4DA}" dt="2024-10-31T14:37:22.815" v="144" actId="167"/>
          <ac:picMkLst>
            <pc:docMk/>
            <pc:sldMk cId="0" sldId="369"/>
            <ac:picMk id="9" creationId="{EB7760A2-CA1E-4302-85CA-E8533B0F1EE5}"/>
          </ac:picMkLst>
        </pc:picChg>
        <pc:picChg chg="add mod">
          <ac:chgData name="Eclair Chen" userId="bee3a08289d85a0e" providerId="LiveId" clId="{D25B64E3-E0AC-4282-8CC3-1C066B77C4DA}" dt="2024-10-31T14:37:46.191" v="147" actId="1076"/>
          <ac:picMkLst>
            <pc:docMk/>
            <pc:sldMk cId="0" sldId="369"/>
            <ac:picMk id="10" creationId="{8916B0CB-C5E0-424F-86EA-27E77CC12C89}"/>
          </ac:picMkLst>
        </pc:picChg>
      </pc:sldChg>
      <pc:sldChg chg="del">
        <pc:chgData name="Eclair Chen" userId="bee3a08289d85a0e" providerId="LiveId" clId="{D25B64E3-E0AC-4282-8CC3-1C066B77C4DA}" dt="2024-10-31T14:38:32.229" v="150" actId="2696"/>
        <pc:sldMkLst>
          <pc:docMk/>
          <pc:sldMk cId="0" sldId="371"/>
        </pc:sldMkLst>
      </pc:sldChg>
      <pc:sldChg chg="addSp delSp modSp mod">
        <pc:chgData name="Eclair Chen" userId="bee3a08289d85a0e" providerId="LiveId" clId="{D25B64E3-E0AC-4282-8CC3-1C066B77C4DA}" dt="2024-10-31T14:40:05.306" v="172" actId="1076"/>
        <pc:sldMkLst>
          <pc:docMk/>
          <pc:sldMk cId="0" sldId="372"/>
        </pc:sldMkLst>
        <pc:spChg chg="mod">
          <ac:chgData name="Eclair Chen" userId="bee3a08289d85a0e" providerId="LiveId" clId="{D25B64E3-E0AC-4282-8CC3-1C066B77C4DA}" dt="2024-10-31T14:40:05.306" v="172" actId="1076"/>
          <ac:spMkLst>
            <pc:docMk/>
            <pc:sldMk cId="0" sldId="372"/>
            <ac:spMk id="9" creationId="{B2A8AE01-A410-4660-A6BF-246DC1F68A8D}"/>
          </ac:spMkLst>
        </pc:spChg>
        <pc:spChg chg="mod">
          <ac:chgData name="Eclair Chen" userId="bee3a08289d85a0e" providerId="LiveId" clId="{D25B64E3-E0AC-4282-8CC3-1C066B77C4DA}" dt="2024-10-31T14:38:37.429" v="152" actId="20577"/>
          <ac:spMkLst>
            <pc:docMk/>
            <pc:sldMk cId="0" sldId="372"/>
            <ac:spMk id="710658" creationId="{00000000-0000-0000-0000-000000000000}"/>
          </ac:spMkLst>
        </pc:spChg>
        <pc:spChg chg="mod">
          <ac:chgData name="Eclair Chen" userId="bee3a08289d85a0e" providerId="LiveId" clId="{D25B64E3-E0AC-4282-8CC3-1C066B77C4DA}" dt="2024-10-31T14:38:40.855" v="155" actId="6549"/>
          <ac:spMkLst>
            <pc:docMk/>
            <pc:sldMk cId="0" sldId="372"/>
            <ac:spMk id="710659" creationId="{00000000-0000-0000-0000-000000000000}"/>
          </ac:spMkLst>
        </pc:spChg>
        <pc:picChg chg="del">
          <ac:chgData name="Eclair Chen" userId="bee3a08289d85a0e" providerId="LiveId" clId="{D25B64E3-E0AC-4282-8CC3-1C066B77C4DA}" dt="2024-10-31T14:39:07.440" v="156" actId="478"/>
          <ac:picMkLst>
            <pc:docMk/>
            <pc:sldMk cId="0" sldId="372"/>
            <ac:picMk id="2" creationId="{00000000-0000-0000-0000-000000000000}"/>
          </ac:picMkLst>
        </pc:picChg>
        <pc:picChg chg="add mod ord">
          <ac:chgData name="Eclair Chen" userId="bee3a08289d85a0e" providerId="LiveId" clId="{D25B64E3-E0AC-4282-8CC3-1C066B77C4DA}" dt="2024-10-31T14:39:56.293" v="170" actId="14100"/>
          <ac:picMkLst>
            <pc:docMk/>
            <pc:sldMk cId="0" sldId="372"/>
            <ac:picMk id="3" creationId="{BBB4E6B0-64BD-4414-928D-BD9E40AD4D78}"/>
          </ac:picMkLst>
        </pc:picChg>
        <pc:picChg chg="mod">
          <ac:chgData name="Eclair Chen" userId="bee3a08289d85a0e" providerId="LiveId" clId="{D25B64E3-E0AC-4282-8CC3-1C066B77C4DA}" dt="2024-10-31T14:39:58.454" v="171" actId="1076"/>
          <ac:picMkLst>
            <pc:docMk/>
            <pc:sldMk cId="0" sldId="372"/>
            <ac:picMk id="7" creationId="{33E5310F-A308-48ED-9641-FFC5F985374D}"/>
          </ac:picMkLst>
        </pc:picChg>
      </pc:sldChg>
    </pc:docChg>
  </pc:docChgLst>
  <pc:docChgLst>
    <pc:chgData name="Eclair Chen" userId="bee3a08289d85a0e" providerId="LiveId" clId="{941D7D6F-646F-42F7-9FE5-D4D15B71366A}"/>
    <pc:docChg chg="delSld modSld">
      <pc:chgData name="Eclair Chen" userId="bee3a08289d85a0e" providerId="LiveId" clId="{941D7D6F-646F-42F7-9FE5-D4D15B71366A}" dt="2024-06-07T14:28:43.387" v="22" actId="14100"/>
      <pc:docMkLst>
        <pc:docMk/>
      </pc:docMkLst>
      <pc:sldChg chg="modSp mod">
        <pc:chgData name="Eclair Chen" userId="bee3a08289d85a0e" providerId="LiveId" clId="{941D7D6F-646F-42F7-9FE5-D4D15B71366A}" dt="2024-06-07T14:21:07.254" v="6" actId="1076"/>
        <pc:sldMkLst>
          <pc:docMk/>
          <pc:sldMk cId="0" sldId="310"/>
        </pc:sldMkLst>
        <pc:picChg chg="mod">
          <ac:chgData name="Eclair Chen" userId="bee3a08289d85a0e" providerId="LiveId" clId="{941D7D6F-646F-42F7-9FE5-D4D15B71366A}" dt="2024-06-07T14:20:59.089" v="5" actId="1076"/>
          <ac:picMkLst>
            <pc:docMk/>
            <pc:sldMk cId="0" sldId="310"/>
            <ac:picMk id="2" creationId="{00000000-0000-0000-0000-000000000000}"/>
          </ac:picMkLst>
        </pc:picChg>
        <pc:picChg chg="mod">
          <ac:chgData name="Eclair Chen" userId="bee3a08289d85a0e" providerId="LiveId" clId="{941D7D6F-646F-42F7-9FE5-D4D15B71366A}" dt="2024-06-07T14:21:07.254" v="6" actId="1076"/>
          <ac:picMkLst>
            <pc:docMk/>
            <pc:sldMk cId="0" sldId="310"/>
            <ac:picMk id="7" creationId="{B65A4957-FC16-4F94-AB85-5F01C1231E91}"/>
          </ac:picMkLst>
        </pc:picChg>
      </pc:sldChg>
      <pc:sldChg chg="modSp mod">
        <pc:chgData name="Eclair Chen" userId="bee3a08289d85a0e" providerId="LiveId" clId="{941D7D6F-646F-42F7-9FE5-D4D15B71366A}" dt="2024-06-07T14:20:40.622" v="3" actId="113"/>
        <pc:sldMkLst>
          <pc:docMk/>
          <pc:sldMk cId="0" sldId="342"/>
        </pc:sldMkLst>
        <pc:spChg chg="mod">
          <ac:chgData name="Eclair Chen" userId="bee3a08289d85a0e" providerId="LiveId" clId="{941D7D6F-646F-42F7-9FE5-D4D15B71366A}" dt="2024-06-07T14:20:40.622" v="3" actId="113"/>
          <ac:spMkLst>
            <pc:docMk/>
            <pc:sldMk cId="0" sldId="342"/>
            <ac:spMk id="679939" creationId="{00000000-0000-0000-0000-000000000000}"/>
          </ac:spMkLst>
        </pc:spChg>
        <pc:spChg chg="mod">
          <ac:chgData name="Eclair Chen" userId="bee3a08289d85a0e" providerId="LiveId" clId="{941D7D6F-646F-42F7-9FE5-D4D15B71366A}" dt="2024-06-07T14:20:36.963" v="2" actId="113"/>
          <ac:spMkLst>
            <pc:docMk/>
            <pc:sldMk cId="0" sldId="342"/>
            <ac:spMk id="679949" creationId="{00000000-0000-0000-0000-000000000000}"/>
          </ac:spMkLst>
        </pc:spChg>
      </pc:sldChg>
      <pc:sldChg chg="del">
        <pc:chgData name="Eclair Chen" userId="bee3a08289d85a0e" providerId="LiveId" clId="{941D7D6F-646F-42F7-9FE5-D4D15B71366A}" dt="2024-06-07T14:23:30.267" v="18" actId="2696"/>
        <pc:sldMkLst>
          <pc:docMk/>
          <pc:sldMk cId="0" sldId="343"/>
        </pc:sldMkLst>
      </pc:sldChg>
      <pc:sldChg chg="addSp modSp mod">
        <pc:chgData name="Eclair Chen" userId="bee3a08289d85a0e" providerId="LiveId" clId="{941D7D6F-646F-42F7-9FE5-D4D15B71366A}" dt="2024-06-07T14:23:25.965" v="17" actId="20577"/>
        <pc:sldMkLst>
          <pc:docMk/>
          <pc:sldMk cId="0" sldId="344"/>
        </pc:sldMkLst>
        <pc:spChg chg="mod">
          <ac:chgData name="Eclair Chen" userId="bee3a08289d85a0e" providerId="LiveId" clId="{941D7D6F-646F-42F7-9FE5-D4D15B71366A}" dt="2024-06-07T14:23:25.965" v="17" actId="20577"/>
          <ac:spMkLst>
            <pc:docMk/>
            <pc:sldMk cId="0" sldId="344"/>
            <ac:spMk id="681986" creationId="{00000000-0000-0000-0000-000000000000}"/>
          </ac:spMkLst>
        </pc:spChg>
        <pc:picChg chg="add mod">
          <ac:chgData name="Eclair Chen" userId="bee3a08289d85a0e" providerId="LiveId" clId="{941D7D6F-646F-42F7-9FE5-D4D15B71366A}" dt="2024-06-07T14:22:48.438" v="8" actId="1076"/>
          <ac:picMkLst>
            <pc:docMk/>
            <pc:sldMk cId="0" sldId="344"/>
            <ac:picMk id="7" creationId="{70779ACC-C377-48AB-8D2C-514CB7FA6D56}"/>
          </ac:picMkLst>
        </pc:picChg>
        <pc:picChg chg="add mod">
          <ac:chgData name="Eclair Chen" userId="bee3a08289d85a0e" providerId="LiveId" clId="{941D7D6F-646F-42F7-9FE5-D4D15B71366A}" dt="2024-06-07T14:23:05.493" v="12" actId="1076"/>
          <ac:picMkLst>
            <pc:docMk/>
            <pc:sldMk cId="0" sldId="344"/>
            <ac:picMk id="9" creationId="{85E8E7FD-9DFD-4EF9-BD55-7AED8A00B5EC}"/>
          </ac:picMkLst>
        </pc:picChg>
      </pc:sldChg>
      <pc:sldChg chg="addSp modSp mod">
        <pc:chgData name="Eclair Chen" userId="bee3a08289d85a0e" providerId="LiveId" clId="{941D7D6F-646F-42F7-9FE5-D4D15B71366A}" dt="2024-06-07T14:23:23.414" v="16" actId="20577"/>
        <pc:sldMkLst>
          <pc:docMk/>
          <pc:sldMk cId="0" sldId="345"/>
        </pc:sldMkLst>
        <pc:spChg chg="mod">
          <ac:chgData name="Eclair Chen" userId="bee3a08289d85a0e" providerId="LiveId" clId="{941D7D6F-646F-42F7-9FE5-D4D15B71366A}" dt="2024-06-07T14:23:23.414" v="16" actId="20577"/>
          <ac:spMkLst>
            <pc:docMk/>
            <pc:sldMk cId="0" sldId="345"/>
            <ac:spMk id="683010" creationId="{00000000-0000-0000-0000-000000000000}"/>
          </ac:spMkLst>
        </pc:spChg>
        <pc:picChg chg="add mod">
          <ac:chgData name="Eclair Chen" userId="bee3a08289d85a0e" providerId="LiveId" clId="{941D7D6F-646F-42F7-9FE5-D4D15B71366A}" dt="2024-06-07T14:22:55.726" v="10" actId="1076"/>
          <ac:picMkLst>
            <pc:docMk/>
            <pc:sldMk cId="0" sldId="345"/>
            <ac:picMk id="7" creationId="{2B9A3E0E-E4BB-4F9D-80A7-70E16356DA24}"/>
          </ac:picMkLst>
        </pc:picChg>
        <pc:picChg chg="add mod">
          <ac:chgData name="Eclair Chen" userId="bee3a08289d85a0e" providerId="LiveId" clId="{941D7D6F-646F-42F7-9FE5-D4D15B71366A}" dt="2024-06-07T14:23:18.136" v="14" actId="1076"/>
          <ac:picMkLst>
            <pc:docMk/>
            <pc:sldMk cId="0" sldId="345"/>
            <ac:picMk id="9" creationId="{1031D6BE-BD1D-4001-B7E3-E499A8AE4016}"/>
          </ac:picMkLst>
        </pc:picChg>
      </pc:sldChg>
      <pc:sldChg chg="modSp mod">
        <pc:chgData name="Eclair Chen" userId="bee3a08289d85a0e" providerId="LiveId" clId="{941D7D6F-646F-42F7-9FE5-D4D15B71366A}" dt="2024-06-07T14:24:43.038" v="21" actId="6549"/>
        <pc:sldMkLst>
          <pc:docMk/>
          <pc:sldMk cId="0" sldId="350"/>
        </pc:sldMkLst>
        <pc:spChg chg="mod">
          <ac:chgData name="Eclair Chen" userId="bee3a08289d85a0e" providerId="LiveId" clId="{941D7D6F-646F-42F7-9FE5-D4D15B71366A}" dt="2024-06-07T14:24:43.038" v="21" actId="6549"/>
          <ac:spMkLst>
            <pc:docMk/>
            <pc:sldMk cId="0" sldId="350"/>
            <ac:spMk id="688131" creationId="{00000000-0000-0000-0000-000000000000}"/>
          </ac:spMkLst>
        </pc:spChg>
      </pc:sldChg>
      <pc:sldChg chg="modSp">
        <pc:chgData name="Eclair Chen" userId="bee3a08289d85a0e" providerId="LiveId" clId="{941D7D6F-646F-42F7-9FE5-D4D15B71366A}" dt="2024-06-07T14:28:43.387" v="22" actId="14100"/>
        <pc:sldMkLst>
          <pc:docMk/>
          <pc:sldMk cId="0" sldId="371"/>
        </pc:sldMkLst>
        <pc:picChg chg="mod">
          <ac:chgData name="Eclair Chen" userId="bee3a08289d85a0e" providerId="LiveId" clId="{941D7D6F-646F-42F7-9FE5-D4D15B71366A}" dt="2024-06-07T14:28:43.387" v="22" actId="14100"/>
          <ac:picMkLst>
            <pc:docMk/>
            <pc:sldMk cId="0" sldId="371"/>
            <ac:picMk id="709637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5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36FF2AB-6DCC-4515-AC81-E4B1AB16DA1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569335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40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3440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endParaRPr lang="en-US" altLang="zh-TW"/>
          </a:p>
        </p:txBody>
      </p:sp>
      <p:sp>
        <p:nvSpPr>
          <p:cNvPr id="3440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/>
            </a:lvl1pPr>
          </a:lstStyle>
          <a:p>
            <a:fld id="{ECFAC555-3D4C-4A2D-A2F1-D930C859D3FB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8578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98DE23-0BEF-4C5E-992D-21458C592927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388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8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845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153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pPr lvl="0"/>
            <a:r>
              <a:rPr lang="zh-TW" altLang="en-US" noProof="0"/>
              <a:t>按一下以編輯母片標題樣式</a:t>
            </a:r>
          </a:p>
        </p:txBody>
      </p:sp>
      <p:sp>
        <p:nvSpPr>
          <p:cNvPr id="32154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321541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2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21543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F5E963F-19CD-4EB6-BCCA-75AF9764AD76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1544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321545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6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7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8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49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0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1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2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3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4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5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6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7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8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59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0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1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2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3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4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5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6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7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8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69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0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1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2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3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4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1575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321576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63CFED-8AFA-4734-B5DC-1BAB1051A594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6651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1AC12-C659-454B-9957-6FDE87EB621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85861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D8D4E9-0507-4DF4-8B2A-DFA6FBDC257C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055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BA90EB-12D4-4CB2-8632-A82AF918D2D7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4435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B1CF47-5756-4797-9C77-3FF8462BEE88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0460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D1134D-7A98-4B01-9480-72994BF4024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423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4FFF93-47E7-4A21-9F72-FAC0E15BB0A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6182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CDBAFB-2923-4FCF-A97B-DEB3180C90A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707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4C898B-9F35-486E-8359-145EA0E6F5F9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868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EDBE4-F782-48D5-A1EE-EC2AD587844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79575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標題及文字在物件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8229600" cy="21288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4000500"/>
            <a:ext cx="8229600" cy="21304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14D00A17-6F16-46BD-ADE8-5D9E73D3FE3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8837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2051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2051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32051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00"/>
            </a:lvl1pPr>
          </a:lstStyle>
          <a:p>
            <a:endParaRPr lang="en-US" altLang="zh-TW"/>
          </a:p>
        </p:txBody>
      </p:sp>
      <p:sp>
        <p:nvSpPr>
          <p:cNvPr id="32051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000"/>
            </a:lvl1pPr>
          </a:lstStyle>
          <a:p>
            <a:fld id="{84701BCF-9D45-4019-93BD-65C99DD602E7}" type="slidenum">
              <a:rPr lang="en-US" altLang="zh-TW"/>
              <a:pPr/>
              <a:t>‹#›</a:t>
            </a:fld>
            <a:endParaRPr lang="en-US" altLang="zh-TW"/>
          </a:p>
        </p:txBody>
      </p:sp>
      <p:grpSp>
        <p:nvGrpSpPr>
          <p:cNvPr id="320520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320521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2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3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4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5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6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7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8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29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0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1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2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3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4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5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6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7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8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39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0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1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2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3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4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5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6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7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8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49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0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320551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9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2pPr>
      <a:lvl3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3pPr>
      <a:lvl4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4pPr>
      <a:lvl5pPr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900" b="1">
          <a:solidFill>
            <a:schemeClr val="tx2"/>
          </a:solidFill>
          <a:latin typeface="Times New Roman" panose="02020603050405020304" pitchFamily="18" charset="0"/>
          <a:ea typeface="華康細圓體" panose="020F0309000000000000" pitchFamily="49" charset="-120"/>
        </a:defRPr>
      </a:lvl9pPr>
    </p:titleStyle>
    <p:bodyStyle>
      <a:lvl1pPr marL="342900" indent="-342900" algn="l" rtl="0" fontAlgn="base">
        <a:spcBef>
          <a:spcPct val="0"/>
        </a:spcBef>
        <a:spcAft>
          <a:spcPct val="50000"/>
        </a:spcAft>
        <a:buClr>
          <a:schemeClr val="tx2"/>
        </a:buClr>
        <a:buSzPct val="70000"/>
        <a:buFont typeface="Wingdings" panose="05000000000000000000" pitchFamily="2" charset="2"/>
        <a:buChar char="l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fontAlgn="base">
        <a:spcBef>
          <a:spcPct val="0"/>
        </a:spcBef>
        <a:spcAft>
          <a:spcPct val="5000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25" indent="-293688" algn="l" rtl="0" fontAlgn="base">
        <a:spcBef>
          <a:spcPct val="0"/>
        </a:spcBef>
        <a:spcAft>
          <a:spcPct val="5000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kumimoji="1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81113" indent="-292100" algn="l" rtl="0" fontAlgn="base">
        <a:spcBef>
          <a:spcPct val="0"/>
        </a:spcBef>
        <a:spcAft>
          <a:spcPct val="50000"/>
        </a:spcAft>
        <a:buClr>
          <a:schemeClr val="tx2"/>
        </a:buClr>
        <a:buSzPct val="75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98613" indent="-315913" algn="l" rtl="0" fontAlgn="base">
        <a:spcBef>
          <a:spcPct val="0"/>
        </a:spcBef>
        <a:spcAft>
          <a:spcPct val="4000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BC95D4B1-2EA3-4542-9096-E07A270D533E}" type="slidenum">
              <a:rPr lang="en-US" altLang="zh-TW"/>
              <a:pPr/>
              <a:t>1</a:t>
            </a:fld>
            <a:endParaRPr lang="en-US" altLang="zh-TW"/>
          </a:p>
        </p:txBody>
      </p:sp>
      <p:sp>
        <p:nvSpPr>
          <p:cNvPr id="34611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第六章</a:t>
            </a:r>
            <a:b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zh-TW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函  數</a:t>
            </a:r>
          </a:p>
        </p:txBody>
      </p:sp>
      <p:sp>
        <p:nvSpPr>
          <p:cNvPr id="34611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574925"/>
          </a:xfrm>
        </p:spPr>
        <p:txBody>
          <a:bodyPr/>
          <a:lstStyle/>
          <a:p>
            <a:r>
              <a:rPr lang="zh-TW" altLang="en-US" sz="2800"/>
              <a:t>認識函數的基本架構</a:t>
            </a:r>
          </a:p>
          <a:p>
            <a:r>
              <a:rPr lang="zh-TW" altLang="en-US" sz="2800"/>
              <a:t>學習</a:t>
            </a:r>
            <a:r>
              <a:rPr lang="en-US" altLang="zh-TW" sz="2800"/>
              <a:t>inline</a:t>
            </a:r>
            <a:r>
              <a:rPr lang="zh-TW" altLang="en-US" sz="2800"/>
              <a:t>函數</a:t>
            </a:r>
          </a:p>
          <a:p>
            <a:r>
              <a:rPr lang="zh-TW" altLang="en-US" sz="2800"/>
              <a:t>認識變數的等級</a:t>
            </a:r>
          </a:p>
          <a:p>
            <a:r>
              <a:rPr lang="zh-TW" altLang="en-US" sz="2800"/>
              <a:t>同時使用數個函數</a:t>
            </a:r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2358E-CA4C-4D13-9849-E95E5EAD7273}" type="slidenum">
              <a:rPr lang="en-US" altLang="zh-TW"/>
              <a:pPr/>
              <a:t>2</a:t>
            </a:fld>
            <a:endParaRPr lang="en-US" altLang="zh-TW"/>
          </a:p>
        </p:txBody>
      </p:sp>
      <p:sp>
        <p:nvSpPr>
          <p:cNvPr id="57856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78470"/>
          </a:xfrm>
        </p:spPr>
        <p:txBody>
          <a:bodyPr/>
          <a:lstStyle/>
          <a:p>
            <a:r>
              <a:rPr lang="zh-TW" altLang="en-US" dirty="0"/>
              <a:t>簡單的函數 </a:t>
            </a:r>
            <a:endParaRPr lang="en-US" altLang="zh-TW" dirty="0"/>
          </a:p>
        </p:txBody>
      </p:sp>
      <p:sp>
        <p:nvSpPr>
          <p:cNvPr id="578565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575557" y="816381"/>
            <a:ext cx="7344816" cy="1204912"/>
          </a:xfrm>
        </p:spPr>
        <p:txBody>
          <a:bodyPr/>
          <a:lstStyle/>
          <a:p>
            <a:r>
              <a:rPr lang="zh-TW" altLang="en-US" sz="2600" dirty="0"/>
              <a:t>下面的範例計算</a:t>
            </a:r>
            <a:r>
              <a:rPr lang="en-US" altLang="zh-TW" sz="2600" dirty="0"/>
              <a:t>6</a:t>
            </a:r>
            <a:r>
              <a:rPr lang="zh-TW" altLang="en-US" sz="2600" dirty="0"/>
              <a:t>的平方值，並在運算結果前後列印星號 </a:t>
            </a:r>
          </a:p>
        </p:txBody>
      </p:sp>
      <p:sp>
        <p:nvSpPr>
          <p:cNvPr id="578567" name="AutoShape 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707284"/>
            <a:ext cx="6131538" cy="502847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26C495A-8738-4E9D-A871-DB4BBD7CD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8625" y="3957074"/>
            <a:ext cx="3439513" cy="2146256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A287CE4F-DB63-45C4-A84B-9B8093256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2272" y="3828353"/>
            <a:ext cx="2625675" cy="336035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anose="05000000000000000000" pitchFamily="2" charset="2"/>
              <a:buNone/>
            </a:pPr>
            <a:r>
              <a:rPr lang="zh-TW" altLang="en-US" sz="2000" dirty="0"/>
              <a:t>函數呼叫與返回的方式 </a:t>
            </a:r>
          </a:p>
          <a:p>
            <a:endParaRPr lang="en-US" altLang="zh-TW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6CB33-7DE3-4FDC-AC0C-E43153E56EAD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5816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函數原型的宣告、撰寫與呼叫</a:t>
            </a:r>
            <a:r>
              <a:rPr lang="en-US" altLang="zh-TW"/>
              <a:t>(1/3)</a:t>
            </a:r>
          </a:p>
        </p:txBody>
      </p:sp>
      <p:sp>
        <p:nvSpPr>
          <p:cNvPr id="581651" name="AutoShape 19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sp>
        <p:nvSpPr>
          <p:cNvPr id="581652" name="Rectangle 20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zh-TW" altLang="en-US" sz="2600"/>
              <a:t>下面為「函數原型」（</a:t>
            </a:r>
            <a:r>
              <a:rPr lang="en-US" altLang="zh-TW" sz="2600"/>
              <a:t>prototype</a:t>
            </a:r>
            <a:r>
              <a:rPr lang="zh-TW" altLang="en-US" sz="2600"/>
              <a:t>）的宣告格式</a:t>
            </a:r>
          </a:p>
          <a:p>
            <a:endParaRPr lang="zh-TW" altLang="en-US" sz="2600"/>
          </a:p>
          <a:p>
            <a:endParaRPr lang="zh-TW" altLang="en-US" sz="2600"/>
          </a:p>
          <a:p>
            <a:r>
              <a:rPr lang="zh-TW" altLang="en-US" sz="2600"/>
              <a:t>下面的格式為合法的函數宣告格式   </a:t>
            </a:r>
          </a:p>
        </p:txBody>
      </p:sp>
      <p:pic>
        <p:nvPicPr>
          <p:cNvPr id="581654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257675"/>
            <a:ext cx="526732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553" y="2456892"/>
            <a:ext cx="5578122" cy="8295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D86BB-AEF4-40F7-994D-B9A82025BBC6}" type="slidenum">
              <a:rPr lang="en-US" altLang="zh-TW"/>
              <a:pPr/>
              <a:t>4</a:t>
            </a:fld>
            <a:endParaRPr lang="en-US" altLang="zh-TW"/>
          </a:p>
        </p:txBody>
      </p:sp>
      <p:sp>
        <p:nvSpPr>
          <p:cNvPr id="582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函數原型的宣告、撰寫與呼叫</a:t>
            </a:r>
            <a:r>
              <a:rPr lang="en-US" altLang="zh-TW"/>
              <a:t>(2/3)</a:t>
            </a:r>
          </a:p>
        </p:txBody>
      </p:sp>
      <p:sp>
        <p:nvSpPr>
          <p:cNvPr id="582682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1881188"/>
            <a:ext cx="8255000" cy="3708400"/>
          </a:xfrm>
          <a:noFill/>
          <a:ln/>
        </p:spPr>
        <p:txBody>
          <a:bodyPr/>
          <a:lstStyle/>
          <a:p>
            <a:r>
              <a:rPr lang="zh-TW" altLang="en-US" sz="2600"/>
              <a:t>自訂函數撰寫的格式如下所示</a:t>
            </a:r>
          </a:p>
          <a:p>
            <a:endParaRPr lang="zh-TW" altLang="en-US" sz="2600"/>
          </a:p>
          <a:p>
            <a:endParaRPr lang="zh-TW" altLang="en-US" sz="2600"/>
          </a:p>
          <a:p>
            <a:endParaRPr lang="zh-TW" altLang="en-US" sz="2600"/>
          </a:p>
          <a:p>
            <a:r>
              <a:rPr lang="zh-TW" altLang="en-US" sz="2600"/>
              <a:t>呼叫函數的方式有兩種 </a:t>
            </a:r>
          </a:p>
          <a:p>
            <a:pPr lvl="1"/>
            <a:r>
              <a:rPr lang="zh-TW" altLang="en-US" sz="2200"/>
              <a:t>一種是將傳回值指定給某個變數接收</a:t>
            </a:r>
          </a:p>
          <a:p>
            <a:pPr lvl="1"/>
            <a:r>
              <a:rPr lang="zh-TW" altLang="en-US" sz="2200"/>
              <a:t>另一種則是直接呼叫函數，不需要傳回值  </a:t>
            </a:r>
          </a:p>
        </p:txBody>
      </p:sp>
      <p:sp>
        <p:nvSpPr>
          <p:cNvPr id="582691" name="AutoShape 3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2528900"/>
            <a:ext cx="4787183" cy="1550566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958" y="4293096"/>
            <a:ext cx="2866892" cy="83492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5875287"/>
            <a:ext cx="2132566" cy="7846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F15B6-EE59-44BF-8F4F-ECD96EEC1B0C}" type="slidenum">
              <a:rPr lang="en-US" altLang="zh-TW"/>
              <a:pPr/>
              <a:t>5</a:t>
            </a:fld>
            <a:endParaRPr lang="en-US" altLang="zh-TW"/>
          </a:p>
        </p:txBody>
      </p:sp>
      <p:sp>
        <p:nvSpPr>
          <p:cNvPr id="67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函數原型的宣告、撰寫與呼叫</a:t>
            </a:r>
            <a:r>
              <a:rPr lang="en-US" altLang="zh-TW"/>
              <a:t>(3/3)</a:t>
            </a:r>
          </a:p>
        </p:txBody>
      </p:sp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665162"/>
          </a:xfrm>
        </p:spPr>
        <p:txBody>
          <a:bodyPr/>
          <a:lstStyle/>
          <a:p>
            <a:r>
              <a:rPr lang="zh-TW" altLang="en-US" sz="2600" dirty="0"/>
              <a:t>下面的敘述為常見的函數呼叫</a:t>
            </a:r>
          </a:p>
        </p:txBody>
      </p:sp>
      <p:sp>
        <p:nvSpPr>
          <p:cNvPr id="679946" name="AutoShape 10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67994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349500"/>
            <a:ext cx="5040313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79949" name="Rectangle 13"/>
          <p:cNvSpPr>
            <a:spLocks noChangeArrowheads="1"/>
          </p:cNvSpPr>
          <p:nvPr/>
        </p:nvSpPr>
        <p:spPr bwMode="auto">
          <a:xfrm>
            <a:off x="142875" y="4292600"/>
            <a:ext cx="5149205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692150" indent="-347663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987425" indent="-293688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281113" indent="-2921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598613" indent="-315913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0558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130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29702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27413" indent="-315913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600" dirty="0"/>
              <a:t>右邊的格式為自訂函數</a:t>
            </a:r>
            <a:r>
              <a:rPr lang="en-US" altLang="zh-TW" sz="2600" dirty="0"/>
              <a:t>square() </a:t>
            </a:r>
            <a:r>
              <a:rPr lang="zh-TW" altLang="en-US" sz="2600" dirty="0"/>
              <a:t>的宣告與呼叫方式</a:t>
            </a:r>
          </a:p>
          <a:p>
            <a:r>
              <a:rPr lang="zh-TW" altLang="en-US" sz="2600" dirty="0"/>
              <a:t>宣告於函數內的變數稱為「區域變數」 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788" y="3299892"/>
            <a:ext cx="3591337" cy="29618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0D654C-B9A6-449F-B014-966CC7E8EA3F}" type="slidenum">
              <a:rPr lang="en-US" altLang="zh-TW"/>
              <a:pPr/>
              <a:t>6</a:t>
            </a:fld>
            <a:endParaRPr lang="en-US" altLang="zh-TW"/>
          </a:p>
        </p:txBody>
      </p:sp>
      <p:sp>
        <p:nvSpPr>
          <p:cNvPr id="584716" name="Rectangle 12"/>
          <p:cNvSpPr>
            <a:spLocks noGrp="1" noChangeArrowheads="1"/>
          </p:cNvSpPr>
          <p:nvPr>
            <p:ph type="body" sz="half" idx="1"/>
          </p:nvPr>
        </p:nvSpPr>
        <p:spPr>
          <a:xfrm>
            <a:off x="143508" y="920892"/>
            <a:ext cx="7956550" cy="647700"/>
          </a:xfrm>
          <a:noFill/>
          <a:ln/>
        </p:spPr>
        <p:txBody>
          <a:bodyPr/>
          <a:lstStyle/>
          <a:p>
            <a:r>
              <a:rPr lang="zh-TW" altLang="en-US" sz="2600" dirty="0"/>
              <a:t>下面的程式是不使用函數原型的方式所撰寫而成的 </a:t>
            </a:r>
          </a:p>
        </p:txBody>
      </p:sp>
      <p:sp>
        <p:nvSpPr>
          <p:cNvPr id="584708" name="Rectangle 4"/>
          <p:cNvSpPr>
            <a:spLocks noGrp="1" noChangeArrowheads="1"/>
          </p:cNvSpPr>
          <p:nvPr>
            <p:ph type="title"/>
          </p:nvPr>
        </p:nvSpPr>
        <p:spPr>
          <a:xfrm>
            <a:off x="268288" y="152400"/>
            <a:ext cx="7543800" cy="647700"/>
          </a:xfrm>
        </p:spPr>
        <p:txBody>
          <a:bodyPr/>
          <a:lstStyle/>
          <a:p>
            <a:r>
              <a:rPr lang="zh-TW" altLang="en-US" dirty="0"/>
              <a:t>不使用函數原型的方式</a:t>
            </a:r>
            <a:endParaRPr lang="en-US" altLang="zh-TW" dirty="0"/>
          </a:p>
        </p:txBody>
      </p:sp>
      <p:sp>
        <p:nvSpPr>
          <p:cNvPr id="584724" name="AutoShape 20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734" y="1577874"/>
            <a:ext cx="6369466" cy="370225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65A4957-FC16-4F94-AB85-5F01C1231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507" y="1448646"/>
            <a:ext cx="3380985" cy="2459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03669-AB76-4CEA-811D-525030DC975B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5867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1074514"/>
          </a:xfrm>
        </p:spPr>
        <p:txBody>
          <a:bodyPr/>
          <a:lstStyle/>
          <a:p>
            <a:r>
              <a:rPr lang="zh-TW" altLang="en-US" dirty="0"/>
              <a:t>函數的引數與參數 </a:t>
            </a:r>
            <a:endParaRPr lang="en-US" altLang="zh-TW" dirty="0"/>
          </a:p>
        </p:txBody>
      </p:sp>
      <p:sp>
        <p:nvSpPr>
          <p:cNvPr id="586778" name="Rectangle 26"/>
          <p:cNvSpPr>
            <a:spLocks noGrp="1" noChangeArrowheads="1"/>
          </p:cNvSpPr>
          <p:nvPr>
            <p:ph type="body" sz="half" idx="1"/>
          </p:nvPr>
        </p:nvSpPr>
        <p:spPr>
          <a:xfrm>
            <a:off x="575556" y="1213643"/>
            <a:ext cx="7598482" cy="684213"/>
          </a:xfrm>
          <a:noFill/>
          <a:ln/>
        </p:spPr>
        <p:txBody>
          <a:bodyPr/>
          <a:lstStyle/>
          <a:p>
            <a:r>
              <a:rPr lang="zh-TW" altLang="en-US" sz="2600" dirty="0"/>
              <a:t>下面是傳入兩個引數的例子 </a:t>
            </a:r>
          </a:p>
        </p:txBody>
      </p:sp>
      <p:sp>
        <p:nvSpPr>
          <p:cNvPr id="586789" name="AutoShape 37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769111"/>
            <a:ext cx="6120680" cy="5013190"/>
          </a:xfrm>
          <a:prstGeom prst="rect">
            <a:avLst/>
          </a:prstGeom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DBCE7AA1-3F98-4581-A1D8-263477874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924" y="3717032"/>
            <a:ext cx="3405572" cy="2142764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dirty="0"/>
              <a:t>傳遞給函數的資料稱為函數的「引數」</a:t>
            </a:r>
          </a:p>
          <a:p>
            <a:r>
              <a:rPr lang="zh-TW" altLang="en-US" sz="1400" dirty="0"/>
              <a:t> 函數所收到的資料稱為「參數」</a:t>
            </a:r>
          </a:p>
          <a:p>
            <a:r>
              <a:rPr lang="zh-TW" altLang="en-US" sz="1400" dirty="0"/>
              <a:t> 傳址呼叫，</a:t>
            </a:r>
            <a:r>
              <a:rPr lang="en-US" altLang="zh-TW" sz="1400" dirty="0"/>
              <a:t>call by address</a:t>
            </a:r>
          </a:p>
          <a:p>
            <a:r>
              <a:rPr lang="zh-TW" altLang="en-US" sz="1400" dirty="0"/>
              <a:t>是指呼叫函數時，所傳遞的資料是某個變數的位址。</a:t>
            </a:r>
          </a:p>
          <a:p>
            <a:r>
              <a:rPr lang="zh-TW" altLang="en-US" sz="1400" dirty="0"/>
              <a:t> 傳值呼叫，</a:t>
            </a:r>
            <a:r>
              <a:rPr lang="en-US" altLang="zh-TW" sz="1400" dirty="0"/>
              <a:t>call by value</a:t>
            </a:r>
          </a:p>
          <a:p>
            <a:r>
              <a:rPr lang="zh-TW" altLang="en-US" sz="1400" dirty="0"/>
              <a:t>將資料的值當做引數來傳遞給函數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E3439C-EE1D-4537-BF74-41FD167EDEDA}" type="slidenum">
              <a:rPr lang="en-US" altLang="zh-TW"/>
              <a:pPr/>
              <a:t>8</a:t>
            </a:fld>
            <a:endParaRPr lang="en-US" altLang="zh-TW"/>
          </a:p>
        </p:txBody>
      </p:sp>
      <p:sp>
        <p:nvSpPr>
          <p:cNvPr id="68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函數的傳回值 </a:t>
            </a:r>
            <a:r>
              <a:rPr lang="en-US" altLang="zh-TW" dirty="0"/>
              <a:t>(2/2)</a:t>
            </a:r>
          </a:p>
        </p:txBody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1" y="1484313"/>
            <a:ext cx="7823200" cy="863600"/>
          </a:xfrm>
        </p:spPr>
        <p:txBody>
          <a:bodyPr/>
          <a:lstStyle/>
          <a:p>
            <a:r>
              <a:rPr lang="zh-TW" altLang="en-US" sz="2600" dirty="0"/>
              <a:t>下面的程式可以利用函數傳回兩個整數的較大值 </a:t>
            </a:r>
          </a:p>
        </p:txBody>
      </p:sp>
      <p:sp>
        <p:nvSpPr>
          <p:cNvPr id="681988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408" y="2068074"/>
            <a:ext cx="6583803" cy="47400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0779ACC-C377-48AB-8D2C-514CB7FA6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9188" y="2347913"/>
            <a:ext cx="2772308" cy="83680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85E8E7FD-9DFD-4EF9-BD55-7AED8A00B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8625" y="5583813"/>
            <a:ext cx="2662964" cy="8385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EE94-F49D-40E0-8AC7-1852AA653A17}" type="slidenum">
              <a:rPr lang="en-US" altLang="zh-TW"/>
              <a:pPr/>
              <a:t>9</a:t>
            </a:fld>
            <a:endParaRPr lang="en-US" altLang="zh-TW"/>
          </a:p>
        </p:txBody>
      </p:sp>
      <p:sp>
        <p:nvSpPr>
          <p:cNvPr id="68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86482"/>
          </a:xfrm>
        </p:spPr>
        <p:txBody>
          <a:bodyPr/>
          <a:lstStyle/>
          <a:p>
            <a:r>
              <a:rPr lang="zh-TW" altLang="en-US" dirty="0"/>
              <a:t>函數的傳回值 </a:t>
            </a:r>
            <a:r>
              <a:rPr lang="en-US" altLang="zh-TW" dirty="0"/>
              <a:t>(2/2)</a:t>
            </a:r>
          </a:p>
        </p:txBody>
      </p:sp>
      <p:sp>
        <p:nvSpPr>
          <p:cNvPr id="68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29702"/>
            <a:ext cx="7462838" cy="900112"/>
          </a:xfrm>
        </p:spPr>
        <p:txBody>
          <a:bodyPr/>
          <a:lstStyle/>
          <a:p>
            <a:r>
              <a:rPr lang="en-US" altLang="zh-TW" sz="2600" dirty="0"/>
              <a:t>Ch6_5</a:t>
            </a:r>
            <a:r>
              <a:rPr lang="zh-TW" altLang="en-US" sz="2600" dirty="0"/>
              <a:t>是沒有傳回值的函數之範例 </a:t>
            </a:r>
          </a:p>
        </p:txBody>
      </p:sp>
      <p:sp>
        <p:nvSpPr>
          <p:cNvPr id="68301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6.1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函數的基本架構</a:t>
            </a:r>
            <a:endParaRPr lang="zh-TW" altLang="en-US">
              <a:ea typeface="華康細圓體" panose="020F0309000000000000" pitchFamily="49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612572"/>
            <a:ext cx="6383566" cy="510685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B9A3E0E-E4BB-4F9D-80A7-70E16356D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1978127"/>
            <a:ext cx="2772308" cy="83680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031D6BE-BD1D-4001-B7E3-E499A8AE40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1444" y="5638422"/>
            <a:ext cx="2662964" cy="8385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ABF50-384E-4C29-BC07-5EE24A1C02C5}" type="slidenum">
              <a:rPr lang="en-US" altLang="zh-TW"/>
              <a:pPr/>
              <a:t>10</a:t>
            </a:fld>
            <a:endParaRPr lang="en-US" altLang="zh-TW"/>
          </a:p>
        </p:txBody>
      </p:sp>
      <p:sp>
        <p:nvSpPr>
          <p:cNvPr id="68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inline</a:t>
            </a:r>
            <a:r>
              <a:rPr lang="zh-TW" altLang="en-US"/>
              <a:t>函數 </a:t>
            </a:r>
            <a:r>
              <a:rPr lang="en-US" altLang="zh-TW"/>
              <a:t>(1/3)</a:t>
            </a:r>
          </a:p>
        </p:txBody>
      </p:sp>
      <p:sp>
        <p:nvSpPr>
          <p:cNvPr id="68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2178050"/>
          </a:xfrm>
        </p:spPr>
        <p:txBody>
          <a:bodyPr/>
          <a:lstStyle/>
          <a:p>
            <a:r>
              <a:rPr lang="en-US" altLang="zh-TW" sz="2600"/>
              <a:t>inline</a:t>
            </a:r>
            <a:r>
              <a:rPr lang="zh-TW" altLang="en-US" sz="2600"/>
              <a:t>函數是在函數定義前多加一個</a:t>
            </a:r>
            <a:r>
              <a:rPr lang="en-US" altLang="zh-TW" sz="2600"/>
              <a:t>inline</a:t>
            </a:r>
            <a:r>
              <a:rPr lang="zh-TW" altLang="en-US" sz="2600"/>
              <a:t>關鍵字</a:t>
            </a:r>
          </a:p>
          <a:p>
            <a:r>
              <a:rPr lang="zh-TW" altLang="en-US" sz="2600"/>
              <a:t> </a:t>
            </a:r>
            <a:r>
              <a:rPr lang="en-US" altLang="zh-TW" sz="2600"/>
              <a:t>inline</a:t>
            </a:r>
            <a:r>
              <a:rPr lang="zh-TW" altLang="en-US" sz="2600"/>
              <a:t>的功能像巨集，編譯器會在呼叫</a:t>
            </a:r>
            <a:r>
              <a:rPr lang="en-US" altLang="zh-TW" sz="2600"/>
              <a:t>inline</a:t>
            </a:r>
            <a:r>
              <a:rPr lang="zh-TW" altLang="en-US" sz="2600"/>
              <a:t>處，直接把程式碼嵌入到原始程式中，所以執行時效率較快</a:t>
            </a:r>
          </a:p>
          <a:p>
            <a:r>
              <a:rPr lang="en-US" altLang="zh-TW" sz="2600"/>
              <a:t>inline</a:t>
            </a:r>
            <a:r>
              <a:rPr lang="zh-TW" altLang="en-US" sz="2600"/>
              <a:t>函數的定義格式如下 </a:t>
            </a:r>
          </a:p>
        </p:txBody>
      </p:sp>
      <p:sp>
        <p:nvSpPr>
          <p:cNvPr id="684036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特殊的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inline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04" y="3897313"/>
            <a:ext cx="6047323" cy="2643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C1C2E-DF78-4059-9A8B-2B873398B6F2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inline</a:t>
            </a:r>
            <a:r>
              <a:rPr lang="zh-TW" altLang="en-US"/>
              <a:t>函數 </a:t>
            </a:r>
            <a:r>
              <a:rPr lang="en-US" altLang="zh-TW"/>
              <a:t>(2/3)</a:t>
            </a:r>
          </a:p>
        </p:txBody>
      </p:sp>
      <p:sp>
        <p:nvSpPr>
          <p:cNvPr id="68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701675"/>
          </a:xfrm>
        </p:spPr>
        <p:txBody>
          <a:bodyPr/>
          <a:lstStyle/>
          <a:p>
            <a:r>
              <a:rPr lang="zh-TW" altLang="en-US" sz="2600" dirty="0"/>
              <a:t>編譯器如何將</a:t>
            </a:r>
            <a:r>
              <a:rPr lang="en-US" altLang="zh-TW" sz="2600" dirty="0"/>
              <a:t>inline</a:t>
            </a:r>
            <a:r>
              <a:rPr lang="zh-TW" altLang="en-US" sz="2600" dirty="0"/>
              <a:t>函數嵌入到原始程式 </a:t>
            </a:r>
          </a:p>
        </p:txBody>
      </p:sp>
      <p:sp>
        <p:nvSpPr>
          <p:cNvPr id="685061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特殊的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inline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</a:t>
            </a:r>
          </a:p>
        </p:txBody>
      </p:sp>
      <p:sp>
        <p:nvSpPr>
          <p:cNvPr id="685063" name="Rectangle 7"/>
          <p:cNvSpPr>
            <a:spLocks noChangeArrowheads="1"/>
          </p:cNvSpPr>
          <p:nvPr/>
        </p:nvSpPr>
        <p:spPr bwMode="auto">
          <a:xfrm>
            <a:off x="4087019" y="2696644"/>
            <a:ext cx="4932362" cy="36126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71500" indent="-571500"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1pPr>
            <a:lvl2pPr marL="839788" indent="-495300"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2pPr>
            <a:lvl3pPr marL="1131888" indent="-438150"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3pPr>
            <a:lvl4pPr marL="1370013" indent="-381000"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4pPr>
            <a:lvl5pPr marL="1663700" indent="-381000"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5pPr>
            <a:lvl6pPr marL="2120900" indent="-3810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6pPr>
            <a:lvl7pPr marL="2578100" indent="-3810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7pPr>
            <a:lvl8pPr marL="3035300" indent="-3810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8pPr>
            <a:lvl9pPr marL="3492500" indent="-38100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華康細圓體" panose="020F0309000000000000" pitchFamily="49" charset="-120"/>
              </a:defRPr>
            </a:lvl9pPr>
          </a:lstStyle>
          <a:p>
            <a:r>
              <a:rPr lang="zh-TW" altLang="en-US" sz="2000" dirty="0"/>
              <a:t>編譯器可能會忽略</a:t>
            </a:r>
            <a:r>
              <a:rPr lang="en-US" altLang="zh-TW" sz="2000" dirty="0"/>
              <a:t>inline</a:t>
            </a:r>
            <a:r>
              <a:rPr lang="zh-TW" altLang="en-US" sz="2000" dirty="0"/>
              <a:t>函數的時機：</a:t>
            </a:r>
          </a:p>
          <a:p>
            <a:pPr lvl="1"/>
            <a:r>
              <a:rPr lang="en-US" altLang="zh-TW" sz="1800" dirty="0"/>
              <a:t>inline</a:t>
            </a:r>
            <a:r>
              <a:rPr lang="zh-TW" altLang="en-US" sz="1800" dirty="0"/>
              <a:t>函數內容過大</a:t>
            </a:r>
          </a:p>
          <a:p>
            <a:pPr lvl="1"/>
            <a:r>
              <a:rPr lang="en-US" altLang="zh-TW" sz="1800" dirty="0"/>
              <a:t>inline</a:t>
            </a:r>
            <a:r>
              <a:rPr lang="zh-TW" altLang="en-US" sz="1800" dirty="0"/>
              <a:t>函數使用遞迴函數的呼叫方式，呼叫自己本身</a:t>
            </a:r>
          </a:p>
          <a:p>
            <a:pPr lvl="1"/>
            <a:r>
              <a:rPr lang="zh-TW" altLang="en-US" sz="1800" dirty="0"/>
              <a:t>函數內部包含靜態變數</a:t>
            </a:r>
            <a:endParaRPr lang="en-US" altLang="zh-TW" sz="1800" dirty="0"/>
          </a:p>
          <a:p>
            <a:pPr lvl="1"/>
            <a:r>
              <a:rPr lang="zh-TW" altLang="en-US" sz="1800" dirty="0"/>
              <a:t>函數包含複雜的控制流</a:t>
            </a:r>
            <a:endParaRPr lang="en-US" altLang="zh-TW" sz="1800" dirty="0"/>
          </a:p>
          <a:p>
            <a:pPr lvl="1"/>
            <a:r>
              <a:rPr lang="zh-TW" altLang="zh-TW" sz="1800" dirty="0"/>
              <a:t>函數透過函數指標呼叫時，編譯器無法在編譯時確定具體呼叫的是哪個函數</a:t>
            </a:r>
            <a:endParaRPr lang="en-US" altLang="zh-TW" sz="1800" dirty="0"/>
          </a:p>
          <a:p>
            <a:pPr lvl="1"/>
            <a:r>
              <a:rPr lang="zh-TW" altLang="en-US" sz="1800" dirty="0"/>
              <a:t>沒有具體實作的抽象函數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811" y="2722563"/>
            <a:ext cx="2931267" cy="22865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760E83-EFCD-4F73-854C-1057CD262824}" type="slidenum">
              <a:rPr lang="en-US" altLang="zh-TW"/>
              <a:pPr/>
              <a:t>12</a:t>
            </a:fld>
            <a:endParaRPr lang="en-US" altLang="zh-TW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inline</a:t>
            </a:r>
            <a:r>
              <a:rPr lang="zh-TW" altLang="en-US"/>
              <a:t>函數 </a:t>
            </a:r>
            <a:r>
              <a:rPr lang="en-US" altLang="zh-TW"/>
              <a:t>(3/3)</a:t>
            </a:r>
          </a:p>
        </p:txBody>
      </p:sp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9263"/>
            <a:ext cx="8229600" cy="593725"/>
          </a:xfrm>
        </p:spPr>
        <p:txBody>
          <a:bodyPr/>
          <a:lstStyle/>
          <a:p>
            <a:r>
              <a:rPr lang="zh-TW" altLang="en-US" sz="2600"/>
              <a:t>下面是</a:t>
            </a:r>
            <a:r>
              <a:rPr lang="en-US" altLang="zh-TW" sz="2600"/>
              <a:t>inline</a:t>
            </a:r>
            <a:r>
              <a:rPr lang="zh-TW" altLang="en-US" sz="2600"/>
              <a:t>函數的使用範例 </a:t>
            </a:r>
          </a:p>
        </p:txBody>
      </p:sp>
      <p:sp>
        <p:nvSpPr>
          <p:cNvPr id="686085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6.2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特殊的</a:t>
            </a:r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inline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函數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2329367"/>
            <a:ext cx="6746870" cy="42437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9322BA-CE4D-48EF-922C-F68990265C92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變數的等級 </a:t>
            </a:r>
          </a:p>
        </p:txBody>
      </p:sp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2600" dirty="0"/>
              <a:t>C++</a:t>
            </a:r>
            <a:r>
              <a:rPr lang="zh-TW" altLang="en-US" sz="2600" dirty="0"/>
              <a:t>提供</a:t>
            </a:r>
            <a:r>
              <a:rPr lang="en-US" altLang="zh-TW" sz="2600" b="1" dirty="0">
                <a:solidFill>
                  <a:srgbClr val="FF0000"/>
                </a:solidFill>
              </a:rPr>
              <a:t>auto</a:t>
            </a:r>
            <a:r>
              <a:rPr lang="zh-TW" altLang="en-US" sz="2600" dirty="0"/>
              <a:t>、</a:t>
            </a:r>
            <a:r>
              <a:rPr lang="en-US" altLang="zh-TW" sz="2600" b="1" dirty="0">
                <a:solidFill>
                  <a:srgbClr val="FF0000"/>
                </a:solidFill>
              </a:rPr>
              <a:t>static</a:t>
            </a:r>
            <a:r>
              <a:rPr lang="zh-TW" altLang="en-US" sz="2600" dirty="0"/>
              <a:t>、</a:t>
            </a:r>
            <a:r>
              <a:rPr lang="en-US" altLang="zh-TW" sz="2600" b="1" dirty="0">
                <a:solidFill>
                  <a:srgbClr val="FF0000"/>
                </a:solidFill>
              </a:rPr>
              <a:t>extern</a:t>
            </a:r>
            <a:r>
              <a:rPr lang="zh-TW" altLang="en-US" sz="2600" dirty="0"/>
              <a:t>、</a:t>
            </a:r>
            <a:r>
              <a:rPr lang="en-US" altLang="zh-TW" sz="2600" b="1" dirty="0">
                <a:solidFill>
                  <a:srgbClr val="FF0000"/>
                </a:solidFill>
              </a:rPr>
              <a:t>static extern</a:t>
            </a:r>
            <a:r>
              <a:rPr lang="zh-TW" altLang="en-US" sz="2600" dirty="0"/>
              <a:t>及</a:t>
            </a:r>
            <a:r>
              <a:rPr lang="en-US" altLang="zh-TW" sz="2600" b="1" dirty="0">
                <a:solidFill>
                  <a:srgbClr val="FF0000"/>
                </a:solidFill>
              </a:rPr>
              <a:t>register</a:t>
            </a:r>
            <a:r>
              <a:rPr lang="zh-TW" altLang="en-US" sz="2600" dirty="0"/>
              <a:t>等五種變數等級</a:t>
            </a:r>
          </a:p>
          <a:p>
            <a:r>
              <a:rPr lang="zh-TW" altLang="en-US" sz="2600" dirty="0"/>
              <a:t>宣告變數時，可以一起將變數名稱及其等級同時宣告，如下面的敘述： </a:t>
            </a:r>
          </a:p>
        </p:txBody>
      </p:sp>
      <p:sp>
        <p:nvSpPr>
          <p:cNvPr id="687109" name="AutoShape 5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68711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3824288"/>
            <a:ext cx="6219825" cy="90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0883C-2A3C-48CD-8BB2-16814BFC944E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14474"/>
          </a:xfrm>
        </p:spPr>
        <p:txBody>
          <a:bodyPr/>
          <a:lstStyle/>
          <a:p>
            <a:r>
              <a:rPr lang="zh-TW" altLang="en-US" dirty="0"/>
              <a:t>區域變數 </a:t>
            </a:r>
            <a:r>
              <a:rPr lang="en-US" altLang="zh-TW" dirty="0"/>
              <a:t>(1/2)</a:t>
            </a:r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81263"/>
            <a:ext cx="8543292" cy="2754312"/>
          </a:xfrm>
        </p:spPr>
        <p:txBody>
          <a:bodyPr/>
          <a:lstStyle/>
          <a:p>
            <a:r>
              <a:rPr lang="zh-TW" altLang="en-US" sz="2600" dirty="0"/>
              <a:t>區域變數又稱為「</a:t>
            </a:r>
            <a:r>
              <a:rPr lang="zh-TW" altLang="en-US" sz="2600" b="1" dirty="0">
                <a:solidFill>
                  <a:srgbClr val="FF0000"/>
                </a:solidFill>
              </a:rPr>
              <a:t>自動變數</a:t>
            </a:r>
            <a:r>
              <a:rPr lang="zh-TW" altLang="en-US" sz="2600" dirty="0"/>
              <a:t>」</a:t>
            </a:r>
          </a:p>
          <a:p>
            <a:r>
              <a:rPr lang="zh-TW" altLang="en-US" sz="2600" dirty="0"/>
              <a:t>包含區域變數的程式碼區塊，區域變數的值自動消失</a:t>
            </a:r>
          </a:p>
          <a:p>
            <a:r>
              <a:rPr lang="zh-TW" altLang="en-US" sz="2600" dirty="0"/>
              <a:t>區域變數在程式執行時會以</a:t>
            </a:r>
            <a:r>
              <a:rPr lang="zh-TW" altLang="en-US" sz="2600" b="1" dirty="0">
                <a:solidFill>
                  <a:srgbClr val="FF0000"/>
                </a:solidFill>
              </a:rPr>
              <a:t>堆疊</a:t>
            </a:r>
            <a:r>
              <a:rPr lang="zh-TW" altLang="en-US" sz="2600" dirty="0"/>
              <a:t>的方式存放，屬於</a:t>
            </a:r>
            <a:r>
              <a:rPr lang="zh-TW" altLang="en-US" sz="2600" b="1" dirty="0">
                <a:solidFill>
                  <a:srgbClr val="FF0000"/>
                </a:solidFill>
              </a:rPr>
              <a:t>動態</a:t>
            </a:r>
            <a:r>
              <a:rPr lang="zh-TW" altLang="en-US" sz="2600" dirty="0"/>
              <a:t>的變數</a:t>
            </a:r>
          </a:p>
          <a:p>
            <a:r>
              <a:rPr lang="zh-TW" altLang="en-US" sz="2600" dirty="0"/>
              <a:t>下面的宣告皆是屬於區域變數的一種：</a:t>
            </a:r>
          </a:p>
        </p:txBody>
      </p:sp>
      <p:sp>
        <p:nvSpPr>
          <p:cNvPr id="688134" name="AutoShape 6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68813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596" y="3905807"/>
            <a:ext cx="5491230" cy="483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C1668369-DF95-40C6-988D-F456562B10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686949"/>
            <a:ext cx="3934780" cy="665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區域變數 </a:t>
            </a:r>
            <a:r>
              <a:rPr lang="en-US" altLang="zh-TW" sz="2600" dirty="0" err="1"/>
              <a:t>i</a:t>
            </a:r>
            <a:r>
              <a:rPr lang="en-US" altLang="zh-TW" sz="2600" dirty="0"/>
              <a:t> </a:t>
            </a:r>
            <a:r>
              <a:rPr lang="zh-TW" altLang="en-US" sz="2600" dirty="0"/>
              <a:t>的活動範圍 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0F996BF-0C53-4782-B6EB-0A45084158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1980" y="4569169"/>
            <a:ext cx="3132348" cy="216659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01CFA-457C-47FC-99BC-E24F5F251294}" type="slidenum">
              <a:rPr lang="en-US" altLang="zh-TW"/>
              <a:pPr/>
              <a:t>15</a:t>
            </a:fld>
            <a:endParaRPr lang="en-US" altLang="zh-TW"/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區域變數 </a:t>
            </a:r>
            <a:r>
              <a:rPr lang="en-US" altLang="zh-TW" dirty="0"/>
              <a:t>(2/2)</a:t>
            </a: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9388"/>
            <a:ext cx="7173913" cy="1062037"/>
          </a:xfrm>
        </p:spPr>
        <p:txBody>
          <a:bodyPr/>
          <a:lstStyle/>
          <a:p>
            <a:r>
              <a:rPr lang="zh-TW" altLang="en-US" sz="2600" dirty="0"/>
              <a:t>由下面的程式裡可以看到區域變數的使用 </a:t>
            </a:r>
          </a:p>
        </p:txBody>
      </p:sp>
      <p:sp>
        <p:nvSpPr>
          <p:cNvPr id="690182" name="AutoShape 6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70" y="2041845"/>
            <a:ext cx="6295771" cy="46637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8C57A-1075-4C19-9872-A5E7C23B0FD4}" type="slidenum">
              <a:rPr lang="en-US" altLang="zh-TW"/>
              <a:pPr/>
              <a:t>16</a:t>
            </a:fld>
            <a:endParaRPr lang="en-US" altLang="zh-TW"/>
          </a:p>
        </p:txBody>
      </p:sp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靜態區域變數 </a:t>
            </a:r>
            <a:endParaRPr lang="en-US" altLang="zh-TW" dirty="0"/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77511"/>
            <a:ext cx="7545388" cy="900112"/>
          </a:xfrm>
        </p:spPr>
        <p:txBody>
          <a:bodyPr/>
          <a:lstStyle/>
          <a:p>
            <a:r>
              <a:rPr lang="zh-TW" altLang="en-US" sz="2600" dirty="0"/>
              <a:t>靜態區域變數</a:t>
            </a:r>
            <a:r>
              <a:rPr lang="en-US" altLang="zh-TW" sz="2600" dirty="0"/>
              <a:t>a</a:t>
            </a:r>
            <a:r>
              <a:rPr lang="zh-TW" altLang="en-US" sz="2600" dirty="0"/>
              <a:t>的變化 </a:t>
            </a:r>
          </a:p>
        </p:txBody>
      </p:sp>
      <p:sp>
        <p:nvSpPr>
          <p:cNvPr id="692228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6096"/>
            <a:ext cx="6074772" cy="4730904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0F77706-76BB-46E5-B0C7-3E49DD2488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017380"/>
            <a:ext cx="4428492" cy="2159931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800" dirty="0"/>
              <a:t>靜態區域變數是在編譯時就已配置固定的記憶體空間</a:t>
            </a:r>
          </a:p>
          <a:p>
            <a:r>
              <a:rPr lang="zh-TW" altLang="en-US" sz="1800" dirty="0"/>
              <a:t>包含靜態區域變數的程式碼區塊執行完後，靜態區域變數的值不會自動消失</a:t>
            </a:r>
          </a:p>
          <a:p>
            <a:r>
              <a:rPr lang="zh-TW" altLang="en-US" sz="1800" dirty="0"/>
              <a:t>下面的敘述為靜態區域變數的範例 </a:t>
            </a:r>
            <a:endParaRPr lang="en-US" altLang="zh-TW" sz="1800" dirty="0"/>
          </a:p>
          <a:p>
            <a:pPr marL="0" indent="0">
              <a:buNone/>
            </a:pPr>
            <a:r>
              <a:rPr lang="en-US" altLang="zh-TW" sz="1800" dirty="0"/>
              <a:t>         </a:t>
            </a:r>
            <a:r>
              <a:rPr lang="en-US" altLang="zh-TW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static float f;</a:t>
            </a:r>
            <a:endParaRPr lang="zh-TW" alt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04837"/>
          </a:xfrm>
        </p:spPr>
        <p:txBody>
          <a:bodyPr/>
          <a:lstStyle/>
          <a:p>
            <a:r>
              <a:rPr lang="zh-TW" altLang="en-US" dirty="0"/>
              <a:t>外部變數 </a:t>
            </a:r>
            <a:r>
              <a:rPr lang="en-US" altLang="zh-TW" dirty="0"/>
              <a:t>(1/2) 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16732"/>
            <a:ext cx="7283152" cy="1836204"/>
          </a:xfrm>
        </p:spPr>
        <p:txBody>
          <a:bodyPr/>
          <a:lstStyle/>
          <a:p>
            <a:r>
              <a:rPr lang="zh-TW" altLang="en-US" sz="2600" b="1" dirty="0">
                <a:solidFill>
                  <a:srgbClr val="FF0000"/>
                </a:solidFill>
              </a:rPr>
              <a:t>外部變數</a:t>
            </a:r>
            <a:r>
              <a:rPr lang="zh-TW" altLang="en-US" sz="2600" dirty="0"/>
              <a:t>是在函數外面所宣告的變數</a:t>
            </a:r>
          </a:p>
          <a:p>
            <a:r>
              <a:rPr lang="zh-TW" altLang="en-US" sz="2600" dirty="0"/>
              <a:t>外部變數又稱為「</a:t>
            </a:r>
            <a:r>
              <a:rPr lang="zh-TW" altLang="en-US" sz="2600" b="1" dirty="0">
                <a:solidFill>
                  <a:srgbClr val="FF0000"/>
                </a:solidFill>
              </a:rPr>
              <a:t>總體變數</a:t>
            </a:r>
            <a:r>
              <a:rPr lang="zh-TW" altLang="en-US" sz="2600" dirty="0"/>
              <a:t>」或「</a:t>
            </a:r>
            <a:r>
              <a:rPr lang="zh-TW" altLang="en-US" sz="2600" b="1" dirty="0">
                <a:solidFill>
                  <a:srgbClr val="FF0000"/>
                </a:solidFill>
              </a:rPr>
              <a:t>全域變數</a:t>
            </a:r>
            <a:r>
              <a:rPr lang="zh-TW" altLang="en-US" sz="2600" dirty="0"/>
              <a:t>」</a:t>
            </a:r>
          </a:p>
          <a:p>
            <a:r>
              <a:rPr lang="zh-TW" altLang="en-US" sz="2600" dirty="0"/>
              <a:t>外部變數的宣告範例 </a:t>
            </a:r>
          </a:p>
        </p:txBody>
      </p:sp>
      <p:sp>
        <p:nvSpPr>
          <p:cNvPr id="69325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63" y="3212741"/>
            <a:ext cx="3999355" cy="1517227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7DA39213-0A63-43F5-B103-C7ECA2727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566" y="2651501"/>
            <a:ext cx="3790764" cy="665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外部變數</a:t>
            </a:r>
            <a:r>
              <a:rPr lang="en-US" altLang="zh-TW" sz="2600" dirty="0" err="1"/>
              <a:t>i</a:t>
            </a:r>
            <a:r>
              <a:rPr lang="zh-TW" altLang="en-US" sz="2600" dirty="0"/>
              <a:t>的活動範圍 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815A2B5-FF35-4B05-AB60-D0B7299C2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566" y="3273969"/>
            <a:ext cx="3999354" cy="3329341"/>
          </a:xfrm>
          <a:prstGeom prst="rect">
            <a:avLst/>
          </a:prstGeom>
        </p:spPr>
      </p:pic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EF3F5-E002-4C2F-BC32-C424A86069C4}" type="slidenum">
              <a:rPr lang="en-US" altLang="zh-TW"/>
              <a:pPr/>
              <a:t>17</a:t>
            </a:fld>
            <a:endParaRPr lang="en-US" altLang="zh-TW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4B0D0-33A9-43C9-96DA-B7E1746C358F}" type="slidenum">
              <a:rPr lang="en-US" altLang="zh-TW"/>
              <a:pPr/>
              <a:t>18</a:t>
            </a:fld>
            <a:endParaRPr lang="en-US" altLang="zh-TW"/>
          </a:p>
        </p:txBody>
      </p:sp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9"/>
            <a:ext cx="7543800" cy="678470"/>
          </a:xfrm>
        </p:spPr>
        <p:txBody>
          <a:bodyPr/>
          <a:lstStyle/>
          <a:p>
            <a:r>
              <a:rPr lang="zh-TW" altLang="en-US" dirty="0"/>
              <a:t>外部變數 </a:t>
            </a:r>
            <a:r>
              <a:rPr lang="en-US" altLang="zh-TW" dirty="0"/>
              <a:t>(2/2)</a:t>
            </a:r>
          </a:p>
        </p:txBody>
      </p:sp>
      <p:sp>
        <p:nvSpPr>
          <p:cNvPr id="695300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858821"/>
            <a:ext cx="5685013" cy="5936494"/>
          </a:xfrm>
          <a:prstGeom prst="rect">
            <a:avLst/>
          </a:prstGeom>
        </p:spPr>
      </p:pic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08625" y="1772816"/>
            <a:ext cx="3557890" cy="1368152"/>
          </a:xfrm>
          <a:solidFill>
            <a:srgbClr val="CCFFFF"/>
          </a:solidFill>
        </p:spPr>
        <p:txBody>
          <a:bodyPr/>
          <a:lstStyle/>
          <a:p>
            <a:r>
              <a:rPr lang="en-US" altLang="zh-TW" sz="2600" dirty="0"/>
              <a:t>Ch6_9</a:t>
            </a:r>
            <a:r>
              <a:rPr lang="zh-TW" altLang="en-US" sz="2600" dirty="0"/>
              <a:t>定義外部變數</a:t>
            </a:r>
            <a:r>
              <a:rPr lang="en-US" altLang="zh-TW" sz="2600" dirty="0"/>
              <a:t>pi</a:t>
            </a:r>
            <a:r>
              <a:rPr lang="zh-TW" altLang="en-US" sz="2600" dirty="0"/>
              <a:t>，利用它求取圓周及圓面積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822486"/>
          </a:xfrm>
        </p:spPr>
        <p:txBody>
          <a:bodyPr/>
          <a:lstStyle/>
          <a:p>
            <a:r>
              <a:rPr lang="zh-TW" altLang="en-US" dirty="0"/>
              <a:t>靜態外部變數</a:t>
            </a:r>
            <a:endParaRPr lang="en-US" altLang="zh-TW" dirty="0"/>
          </a:p>
        </p:txBody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8150" y="946397"/>
            <a:ext cx="7353938" cy="668344"/>
          </a:xfrm>
        </p:spPr>
        <p:txBody>
          <a:bodyPr/>
          <a:lstStyle/>
          <a:p>
            <a:r>
              <a:rPr lang="zh-TW" altLang="en-US" sz="2600" dirty="0"/>
              <a:t>靜態外部變數的生命週期與活動範圍 </a:t>
            </a:r>
          </a:p>
        </p:txBody>
      </p:sp>
      <p:sp>
        <p:nvSpPr>
          <p:cNvPr id="698372" name="AutoShape 4" descr="橡樹"/>
          <p:cNvSpPr>
            <a:spLocks noChangeArrowheads="1"/>
          </p:cNvSpPr>
          <p:nvPr/>
        </p:nvSpPr>
        <p:spPr bwMode="auto">
          <a:xfrm>
            <a:off x="5508625" y="260350"/>
            <a:ext cx="2303463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6.3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ea typeface="華康細圓體" panose="020F0309000000000000" pitchFamily="49" charset="-120"/>
              </a:rPr>
              <a:t>變數的等級</a:t>
            </a: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83" y="1550615"/>
            <a:ext cx="5939144" cy="4904870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C35B22B-1186-4213-A719-76D5BB21E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389" y="1903826"/>
            <a:ext cx="4332290" cy="1575387"/>
          </a:xfrm>
          <a:prstGeom prst="rect">
            <a:avLst/>
          </a:prstGeom>
          <a:solidFill>
            <a:srgbClr val="CCFFFF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600" dirty="0"/>
              <a:t>靜態外部變數</a:t>
            </a:r>
            <a:r>
              <a:rPr lang="zh-TW" altLang="en-US" sz="2600" b="1" dirty="0">
                <a:solidFill>
                  <a:srgbClr val="FF0000"/>
                </a:solidFill>
              </a:rPr>
              <a:t>只能</a:t>
            </a:r>
            <a:r>
              <a:rPr lang="zh-TW" altLang="en-US" sz="2600" dirty="0"/>
              <a:t>在一個程式檔內使用</a:t>
            </a:r>
          </a:p>
          <a:p>
            <a:r>
              <a:rPr lang="zh-TW" altLang="en-US" sz="2600" dirty="0"/>
              <a:t>靜態外部變數</a:t>
            </a:r>
            <a:r>
              <a:rPr lang="en-US" altLang="zh-TW" sz="2600" dirty="0" err="1"/>
              <a:t>i</a:t>
            </a:r>
            <a:r>
              <a:rPr lang="zh-TW" altLang="en-US" sz="2600" dirty="0"/>
              <a:t>的活動範圍 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46C9B1CE-8A4B-4FB3-9A43-B02173ACA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389" y="3559705"/>
            <a:ext cx="4332289" cy="3185899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5F388-EEC9-46CC-983D-6E638BE41AF5}" type="slidenum">
              <a:rPr lang="en-US" altLang="zh-TW"/>
              <a:pPr/>
              <a:t>19</a:t>
            </a:fld>
            <a:endParaRPr lang="en-US" altLang="zh-TW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D38F637-32BF-43CA-A139-BA07BC3B2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78697"/>
            <a:ext cx="5257021" cy="5773525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120B94-CB75-4F7F-8C05-F7E1B04B1FE9}" type="slidenum">
              <a:rPr lang="en-US" altLang="zh-TW"/>
              <a:pPr/>
              <a:t>20</a:t>
            </a:fld>
            <a:endParaRPr lang="en-US" altLang="zh-TW"/>
          </a:p>
        </p:txBody>
      </p:sp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466"/>
          </a:xfrm>
        </p:spPr>
        <p:txBody>
          <a:bodyPr/>
          <a:lstStyle/>
          <a:p>
            <a:r>
              <a:rPr lang="zh-TW" altLang="en-US" dirty="0"/>
              <a:t>呼叫多個函數</a:t>
            </a:r>
            <a:r>
              <a:rPr lang="en-US" altLang="zh-TW" dirty="0"/>
              <a:t> </a:t>
            </a:r>
          </a:p>
        </p:txBody>
      </p:sp>
      <p:sp>
        <p:nvSpPr>
          <p:cNvPr id="702468" name="AutoShape 4" descr="橡樹"/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同時使用多個函數</a:t>
            </a:r>
            <a:endParaRPr lang="zh-TW" altLang="en-US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70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57228" y="1160748"/>
            <a:ext cx="3862772" cy="917649"/>
          </a:xfrm>
          <a:solidFill>
            <a:srgbClr val="CCFFFF"/>
          </a:solidFill>
        </p:spPr>
        <p:txBody>
          <a:bodyPr/>
          <a:lstStyle/>
          <a:p>
            <a:r>
              <a:rPr lang="en-US" altLang="zh-TW" sz="2600" dirty="0"/>
              <a:t>Ch6_11</a:t>
            </a:r>
            <a:r>
              <a:rPr lang="zh-TW" altLang="en-US" sz="2600" dirty="0"/>
              <a:t>是在主程式裡呼叫多個函數的例子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13BA-61AE-4170-9F49-31BBDFE4B55C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642466"/>
          </a:xfrm>
        </p:spPr>
        <p:txBody>
          <a:bodyPr/>
          <a:lstStyle/>
          <a:p>
            <a:r>
              <a:rPr lang="zh-TW" altLang="en-US" dirty="0"/>
              <a:t>函數之間的相互呼叫</a:t>
            </a:r>
            <a:endParaRPr lang="en-US" altLang="zh-TW" dirty="0"/>
          </a:p>
        </p:txBody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03424"/>
            <a:ext cx="8229600" cy="665162"/>
          </a:xfrm>
        </p:spPr>
        <p:txBody>
          <a:bodyPr/>
          <a:lstStyle/>
          <a:p>
            <a:r>
              <a:rPr lang="zh-TW" altLang="en-US" sz="2600" dirty="0"/>
              <a:t>在函數間呼叫其它函數的例子 </a:t>
            </a:r>
          </a:p>
        </p:txBody>
      </p:sp>
      <p:sp>
        <p:nvSpPr>
          <p:cNvPr id="704517" name="AutoShape 5" descr="橡樹"/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2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同時使用多個函數</a:t>
            </a:r>
            <a:endParaRPr lang="zh-TW" altLang="en-US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8E1F558-3199-4D0B-9F5C-3F57490F4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50" y="1408174"/>
            <a:ext cx="4497150" cy="53622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ECD8B78-9433-4D3C-A99B-46E6DD1C5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1" y="1448780"/>
            <a:ext cx="5074973" cy="5148258"/>
          </a:xfrm>
          <a:prstGeom prst="rect">
            <a:avLst/>
          </a:prstGeom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EB7760A2-CA1E-4302-85CA-E8533B0F1E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703" y="3591449"/>
            <a:ext cx="4231612" cy="30791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895583-1C5D-4606-B865-8BA8AF0479E5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07372"/>
          </a:xfrm>
        </p:spPr>
        <p:txBody>
          <a:bodyPr/>
          <a:lstStyle/>
          <a:p>
            <a:r>
              <a:rPr lang="zh-TW" altLang="en-US" dirty="0"/>
              <a:t>遞迴函數 </a:t>
            </a:r>
            <a:r>
              <a:rPr lang="en-US" altLang="zh-TW" dirty="0"/>
              <a:t>(1/2)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524" y="846935"/>
            <a:ext cx="8229600" cy="738187"/>
          </a:xfrm>
        </p:spPr>
        <p:txBody>
          <a:bodyPr/>
          <a:lstStyle/>
          <a:p>
            <a:r>
              <a:rPr lang="zh-TW" altLang="en-US" sz="2600" dirty="0"/>
              <a:t>利用遞迴計算階乘</a:t>
            </a:r>
            <a:r>
              <a:rPr lang="en-US" altLang="zh-TW" sz="2600" dirty="0"/>
              <a:t>fact(a) </a:t>
            </a:r>
            <a:r>
              <a:rPr lang="zh-TW" altLang="en-US" sz="2600" dirty="0"/>
              <a:t>的運算結果 </a:t>
            </a:r>
          </a:p>
        </p:txBody>
      </p:sp>
      <p:sp>
        <p:nvSpPr>
          <p:cNvPr id="707588" name="AutoShape 4" descr="橡樹"/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同時使用多個函數</a:t>
            </a:r>
            <a:endParaRPr lang="zh-TW" altLang="en-US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704BC9E-9731-4C80-A946-69328C42A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793" y="2672214"/>
            <a:ext cx="4094112" cy="845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b="1" dirty="0">
                <a:solidFill>
                  <a:srgbClr val="FF0000"/>
                </a:solidFill>
              </a:rPr>
              <a:t>遞迴函數</a:t>
            </a:r>
            <a:r>
              <a:rPr lang="zh-TW" altLang="en-US" sz="2000" dirty="0"/>
              <a:t>就是函數呼叫自己本身</a:t>
            </a:r>
          </a:p>
          <a:p>
            <a:r>
              <a:rPr lang="zh-TW" altLang="en-US" sz="2000" b="1" dirty="0">
                <a:solidFill>
                  <a:srgbClr val="FF0000"/>
                </a:solidFill>
              </a:rPr>
              <a:t>階乘</a:t>
            </a:r>
            <a:r>
              <a:rPr lang="zh-TW" altLang="en-US" sz="2000" dirty="0"/>
              <a:t>的遞迴情形 </a:t>
            </a: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8916B0CB-C5E0-424F-86EA-27E77CC12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335" y="791882"/>
            <a:ext cx="2700300" cy="1858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BB4E6B0-64BD-4414-928D-BD9E40AD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23193"/>
            <a:ext cx="5941640" cy="4205021"/>
          </a:xfrm>
          <a:prstGeom prst="rect">
            <a:avLst/>
          </a:prstGeom>
        </p:spPr>
      </p:pic>
      <p:sp>
        <p:nvSpPr>
          <p:cNvPr id="8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874888-1F68-489B-86DE-BDB056C46C0A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2238"/>
            <a:ext cx="7543800" cy="750478"/>
          </a:xfrm>
        </p:spPr>
        <p:txBody>
          <a:bodyPr/>
          <a:lstStyle/>
          <a:p>
            <a:r>
              <a:rPr lang="zh-TW" altLang="en-US" dirty="0"/>
              <a:t>遞迴函數 </a:t>
            </a:r>
            <a:r>
              <a:rPr lang="en-US" altLang="zh-TW" dirty="0"/>
              <a:t>(2/2)</a:t>
            </a:r>
          </a:p>
        </p:txBody>
      </p:sp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872716"/>
            <a:ext cx="7643813" cy="1133475"/>
          </a:xfrm>
        </p:spPr>
        <p:txBody>
          <a:bodyPr/>
          <a:lstStyle/>
          <a:p>
            <a:r>
              <a:rPr lang="zh-TW" altLang="en-US" sz="2600" dirty="0"/>
              <a:t>以遞迴函數求次方的程式 </a:t>
            </a:r>
          </a:p>
        </p:txBody>
      </p:sp>
      <p:sp>
        <p:nvSpPr>
          <p:cNvPr id="710660" name="AutoShape 4" descr="橡樹"/>
          <p:cNvSpPr>
            <a:spLocks noChangeArrowheads="1"/>
          </p:cNvSpPr>
          <p:nvPr/>
        </p:nvSpPr>
        <p:spPr bwMode="auto">
          <a:xfrm>
            <a:off x="5364163" y="260350"/>
            <a:ext cx="2447925" cy="395288"/>
          </a:xfrm>
          <a:prstGeom prst="roundRect">
            <a:avLst>
              <a:gd name="adj" fmla="val 16667"/>
            </a:avLst>
          </a:prstGeom>
          <a:blipFill dpi="0" rotWithShape="1">
            <a:blip r:embed="rId3"/>
            <a:srcRect/>
            <a:tile tx="0" ty="0" sx="100000" sy="100000" flip="none" algn="tl"/>
          </a:blipFill>
          <a:ln w="635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TW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6.4 </a:t>
            </a:r>
            <a:r>
              <a:rPr lang="zh-TW" altLang="en-US">
                <a:solidFill>
                  <a:srgbClr val="FFCC9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DDBB"/>
                    </a:outerShdw>
                  </a:cont>
                  <a:cont type="tree" name="">
                    <a:effect ref="fillLine"/>
                    <a:outerShdw dist="38100" dir="2700000" algn="tl">
                      <a:srgbClr val="997A5B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華康細圓體" panose="020F0309000000000000" pitchFamily="49" charset="-120"/>
              </a:rPr>
              <a:t>同時使用多個函數</a:t>
            </a:r>
            <a:endParaRPr lang="zh-TW" altLang="en-US">
              <a:latin typeface="Times New Roman" panose="02020603050405020304" pitchFamily="18" charset="0"/>
              <a:ea typeface="華康細圓體" panose="020F0309000000000000" pitchFamily="49" charset="-120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33E5310F-A308-48ED-9641-FFC5F98537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9240" y="2639948"/>
            <a:ext cx="4785333" cy="230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B2A8AE01-A410-4660-A6BF-246DC1F68A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221" y="2144336"/>
            <a:ext cx="3774521" cy="49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kumimoji="1"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fontAlgn="base">
              <a:spcBef>
                <a:spcPct val="0"/>
              </a:spcBef>
              <a:spcAft>
                <a:spcPct val="5000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kumimoji="1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25" indent="-293688" algn="l" rtl="0" fontAlgn="base">
              <a:spcBef>
                <a:spcPct val="0"/>
              </a:spcBef>
              <a:spcAft>
                <a:spcPct val="5000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kumimoji="1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1113" indent="-292100" algn="l" rtl="0" fontAlgn="base">
              <a:spcBef>
                <a:spcPct val="0"/>
              </a:spcBef>
              <a:spcAft>
                <a:spcPct val="5000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98613" indent="-315913" algn="l" rtl="0" fontAlgn="base">
              <a:spcBef>
                <a:spcPct val="0"/>
              </a:spcBef>
              <a:spcAft>
                <a:spcPct val="4000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000" dirty="0"/>
              <a:t>遞迴函數</a:t>
            </a:r>
            <a:r>
              <a:rPr lang="en-US" altLang="zh-TW" sz="2000" dirty="0"/>
              <a:t>power() </a:t>
            </a:r>
            <a:r>
              <a:rPr lang="zh-TW" altLang="en-US" sz="2000" dirty="0"/>
              <a:t>的執行過程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6AFD-4F63-4A07-A60C-A2F9F8190C81}" type="slidenum">
              <a:rPr lang="en-US" altLang="zh-TW"/>
              <a:pPr/>
              <a:t>24</a:t>
            </a:fld>
            <a:endParaRPr lang="en-US" altLang="zh-TW"/>
          </a:p>
        </p:txBody>
      </p:sp>
      <p:sp>
        <p:nvSpPr>
          <p:cNvPr id="387076" name="WordArt 4"/>
          <p:cNvSpPr>
            <a:spLocks noChangeArrowheads="1" noChangeShapeType="1" noTextEdit="1"/>
          </p:cNvSpPr>
          <p:nvPr/>
        </p:nvSpPr>
        <p:spPr bwMode="auto">
          <a:xfrm>
            <a:off x="1979613" y="2924175"/>
            <a:ext cx="4321175" cy="108108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>
              <a:buFont typeface="Wingdings" panose="05000000000000000000" pitchFamily="2" charset="2"/>
              <a:buNone/>
            </a:pPr>
            <a:r>
              <a:rPr lang="en-US" altLang="zh-TW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80000"/>
                    </a:srgbClr>
                  </a:outerShdw>
                </a:effectLst>
                <a:latin typeface="Comic Sans MS" panose="030F0702030302020204" pitchFamily="66" charset="0"/>
              </a:rPr>
              <a:t>-The End-</a:t>
            </a:r>
            <a:endParaRPr lang="zh-TW" altLang="en-US" sz="3600" kern="10">
              <a:ln w="12700">
                <a:solidFill>
                  <a:srgbClr val="EAEAEA"/>
                </a:solidFill>
                <a:round/>
                <a:headEnd/>
                <a:tailEnd/>
              </a:ln>
              <a:gradFill rotWithShape="0">
                <a:gsLst>
                  <a:gs pos="0">
                    <a:srgbClr val="A603AB"/>
                  </a:gs>
                  <a:gs pos="12000">
                    <a:srgbClr val="E81766"/>
                  </a:gs>
                  <a:gs pos="27000">
                    <a:srgbClr val="EE3F17"/>
                  </a:gs>
                  <a:gs pos="48000">
                    <a:srgbClr val="FFFF00"/>
                  </a:gs>
                  <a:gs pos="64999">
                    <a:srgbClr val="1A8D48"/>
                  </a:gs>
                  <a:gs pos="78999">
                    <a:srgbClr val="0819FB"/>
                  </a:gs>
                  <a:gs pos="100000">
                    <a:srgbClr val="A603AB"/>
                  </a:gs>
                </a:gsLst>
                <a:lin ang="0" scaled="1"/>
              </a:gradFill>
              <a:effectLst>
                <a:outerShdw dist="35921" dir="2700000" sy="50000" kx="2115830" algn="bl" rotWithShape="0">
                  <a:srgbClr val="C0C0C0">
                    <a:alpha val="80000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default">
      <a:majorFont>
        <a:latin typeface="Times New Roman"/>
        <a:ea typeface="華康細圓體"/>
        <a:cs typeface=""/>
      </a:majorFont>
      <a:minorFont>
        <a:latin typeface="Times New Roman"/>
        <a:ea typeface="華康細圓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</Template>
  <TotalTime>4312</TotalTime>
  <Words>918</Words>
  <Application>Microsoft Office PowerPoint</Application>
  <PresentationFormat>如螢幕大小 (4:3)</PresentationFormat>
  <Paragraphs>141</Paragraphs>
  <Slides>24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0" baseType="lpstr">
      <vt:lpstr>Comic Sans MS</vt:lpstr>
      <vt:lpstr>Wingdings</vt:lpstr>
      <vt:lpstr>Arial</vt:lpstr>
      <vt:lpstr>Times New Roman</vt:lpstr>
      <vt:lpstr>Courier New</vt:lpstr>
      <vt:lpstr>default</vt:lpstr>
      <vt:lpstr>第六章 函  數</vt:lpstr>
      <vt:lpstr>簡單的函數 </vt:lpstr>
      <vt:lpstr>函數原型的宣告、撰寫與呼叫(1/3)</vt:lpstr>
      <vt:lpstr>函數原型的宣告、撰寫與呼叫(2/3)</vt:lpstr>
      <vt:lpstr>函數原型的宣告、撰寫與呼叫(3/3)</vt:lpstr>
      <vt:lpstr>不使用函數原型的方式</vt:lpstr>
      <vt:lpstr>函數的引數與參數 </vt:lpstr>
      <vt:lpstr>函數的傳回值 (2/2)</vt:lpstr>
      <vt:lpstr>函數的傳回值 (2/2)</vt:lpstr>
      <vt:lpstr>inline函數 (1/3)</vt:lpstr>
      <vt:lpstr>inline函數 (2/3)</vt:lpstr>
      <vt:lpstr>inline函數 (3/3)</vt:lpstr>
      <vt:lpstr>變數的等級 </vt:lpstr>
      <vt:lpstr>區域變數 (1/2)</vt:lpstr>
      <vt:lpstr>區域變數 (2/2)</vt:lpstr>
      <vt:lpstr>靜態區域變數 </vt:lpstr>
      <vt:lpstr>外部變數 (1/2) </vt:lpstr>
      <vt:lpstr>外部變數 (2/2)</vt:lpstr>
      <vt:lpstr>靜態外部變數</vt:lpstr>
      <vt:lpstr>呼叫多個函數 </vt:lpstr>
      <vt:lpstr>函數之間的相互呼叫</vt:lpstr>
      <vt:lpstr>遞迴函數 (1/2)</vt:lpstr>
      <vt:lpstr>遞迴函數 (2/2)</vt:lpstr>
      <vt:lpstr>PowerPoint 簡報</vt:lpstr>
    </vt:vector>
  </TitlesOfParts>
  <Company>My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認識C語言</dc:title>
  <dc:creator>Customer</dc:creator>
  <cp:lastModifiedBy>Eclair Chen</cp:lastModifiedBy>
  <cp:revision>172</cp:revision>
  <cp:lastPrinted>1601-01-01T00:00:00Z</cp:lastPrinted>
  <dcterms:created xsi:type="dcterms:W3CDTF">2007-03-13T09:49:44Z</dcterms:created>
  <dcterms:modified xsi:type="dcterms:W3CDTF">2024-10-31T14:40:12Z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3</vt:i4>
  </property>
</Properties>
</file>