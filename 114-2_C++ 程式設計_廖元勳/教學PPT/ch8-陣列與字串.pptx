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3" r:id="rId1"/>
  </p:sldMasterIdLst>
  <p:notesMasterIdLst>
    <p:notesMasterId r:id="rId35"/>
  </p:notesMasterIdLst>
  <p:handoutMasterIdLst>
    <p:handoutMasterId r:id="rId36"/>
  </p:handoutMasterIdLst>
  <p:sldIdLst>
    <p:sldId id="256" r:id="rId2"/>
    <p:sldId id="304" r:id="rId3"/>
    <p:sldId id="308" r:id="rId4"/>
    <p:sldId id="342" r:id="rId5"/>
    <p:sldId id="309" r:id="rId6"/>
    <p:sldId id="311" r:id="rId7"/>
    <p:sldId id="343" r:id="rId8"/>
    <p:sldId id="345" r:id="rId9"/>
    <p:sldId id="347" r:id="rId10"/>
    <p:sldId id="348" r:id="rId11"/>
    <p:sldId id="349" r:id="rId12"/>
    <p:sldId id="353" r:id="rId13"/>
    <p:sldId id="356" r:id="rId14"/>
    <p:sldId id="358" r:id="rId15"/>
    <p:sldId id="360" r:id="rId16"/>
    <p:sldId id="362" r:id="rId17"/>
    <p:sldId id="363" r:id="rId18"/>
    <p:sldId id="365" r:id="rId19"/>
    <p:sldId id="366" r:id="rId20"/>
    <p:sldId id="367" r:id="rId21"/>
    <p:sldId id="368" r:id="rId22"/>
    <p:sldId id="369" r:id="rId23"/>
    <p:sldId id="371" r:id="rId24"/>
    <p:sldId id="372" r:id="rId25"/>
    <p:sldId id="374" r:id="rId26"/>
    <p:sldId id="376" r:id="rId27"/>
    <p:sldId id="378" r:id="rId28"/>
    <p:sldId id="379" r:id="rId29"/>
    <p:sldId id="382" r:id="rId30"/>
    <p:sldId id="385" r:id="rId31"/>
    <p:sldId id="387" r:id="rId32"/>
    <p:sldId id="388" r:id="rId33"/>
    <p:sldId id="272" r:id="rId34"/>
  </p:sldIdLst>
  <p:sldSz cx="9144000" cy="6858000" type="screen4x3"/>
  <p:notesSz cx="6858000" cy="9144000"/>
  <p:embeddedFontLst>
    <p:embeddedFont>
      <p:font typeface="Comic Sans MS" panose="030F0702030302020204" pitchFamily="66" charset="0"/>
      <p:regular r:id="rId37"/>
      <p:bold r:id="rId38"/>
      <p:italic r:id="rId39"/>
      <p:boldItalic r:id="rId40"/>
    </p:embeddedFont>
  </p:embeddedFontLst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華康細圓體" panose="020F0309000000000000" pitchFamily="49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華康細圓體" panose="020F0309000000000000" pitchFamily="49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華康細圓體" panose="020F0309000000000000" pitchFamily="49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華康細圓體" panose="020F0309000000000000" pitchFamily="49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華康細圓體" panose="020F0309000000000000" pitchFamily="49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華康細圓體" panose="020F0309000000000000" pitchFamily="49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華康細圓體" panose="020F0309000000000000" pitchFamily="49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華康細圓體" panose="020F0309000000000000" pitchFamily="49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華康細圓體" panose="020F0309000000000000" pitchFamily="49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57">
          <p15:clr>
            <a:srgbClr val="A4A3A4"/>
          </p15:clr>
        </p15:guide>
        <p15:guide id="2" pos="38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9900CC"/>
    <a:srgbClr val="CCFFFF"/>
    <a:srgbClr val="FFCCCC"/>
    <a:srgbClr val="FFFFCC"/>
    <a:srgbClr val="99CCFF"/>
    <a:srgbClr val="CCFF99"/>
    <a:srgbClr val="333399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98" autoAdjust="0"/>
    <p:restoredTop sz="94660" autoAdjust="0"/>
  </p:normalViewPr>
  <p:slideViewPr>
    <p:cSldViewPr>
      <p:cViewPr>
        <p:scale>
          <a:sx n="70" d="100"/>
          <a:sy n="70" d="100"/>
        </p:scale>
        <p:origin x="82" y="293"/>
      </p:cViewPr>
      <p:guideLst>
        <p:guide orient="horz" pos="1457"/>
        <p:guide pos="38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36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clair Chen" userId="bee3a08289d85a0e" providerId="LiveId" clId="{30E43723-BF8B-4467-BF17-CE1963DE7F9C}"/>
    <pc:docChg chg="custSel delSld modSld">
      <pc:chgData name="Eclair Chen" userId="bee3a08289d85a0e" providerId="LiveId" clId="{30E43723-BF8B-4467-BF17-CE1963DE7F9C}" dt="2024-06-16T13:42:51.541" v="226" actId="20577"/>
      <pc:docMkLst>
        <pc:docMk/>
      </pc:docMkLst>
      <pc:sldChg chg="addSp delSp modSp mod">
        <pc:chgData name="Eclair Chen" userId="bee3a08289d85a0e" providerId="LiveId" clId="{30E43723-BF8B-4467-BF17-CE1963DE7F9C}" dt="2024-06-16T12:55:08.854" v="38" actId="692"/>
        <pc:sldMkLst>
          <pc:docMk/>
          <pc:sldMk cId="0" sldId="304"/>
        </pc:sldMkLst>
        <pc:spChg chg="add mod">
          <ac:chgData name="Eclair Chen" userId="bee3a08289d85a0e" providerId="LiveId" clId="{30E43723-BF8B-4467-BF17-CE1963DE7F9C}" dt="2024-06-16T12:48:31.075" v="28" actId="1076"/>
          <ac:spMkLst>
            <pc:docMk/>
            <pc:sldMk cId="0" sldId="304"/>
            <ac:spMk id="13" creationId="{EFA0E2E5-E934-4350-8791-6C15A66A547D}"/>
          </ac:spMkLst>
        </pc:spChg>
        <pc:spChg chg="mod">
          <ac:chgData name="Eclair Chen" userId="bee3a08289d85a0e" providerId="LiveId" clId="{30E43723-BF8B-4467-BF17-CE1963DE7F9C}" dt="2024-06-16T12:48:50.035" v="32" actId="14100"/>
          <ac:spMkLst>
            <pc:docMk/>
            <pc:sldMk cId="0" sldId="304"/>
            <ac:spMk id="578565" creationId="{00000000-0000-0000-0000-000000000000}"/>
          </ac:spMkLst>
        </pc:spChg>
        <pc:picChg chg="add del mod">
          <ac:chgData name="Eclair Chen" userId="bee3a08289d85a0e" providerId="LiveId" clId="{30E43723-BF8B-4467-BF17-CE1963DE7F9C}" dt="2024-06-16T12:47:54.948" v="19" actId="478"/>
          <ac:picMkLst>
            <pc:docMk/>
            <pc:sldMk cId="0" sldId="304"/>
            <ac:picMk id="3" creationId="{EADB9F37-DA49-4220-BAF4-565A3FB8EBC5}"/>
          </ac:picMkLst>
        </pc:picChg>
        <pc:picChg chg="mod ord">
          <ac:chgData name="Eclair Chen" userId="bee3a08289d85a0e" providerId="LiveId" clId="{30E43723-BF8B-4467-BF17-CE1963DE7F9C}" dt="2024-06-16T12:48:57.033" v="33" actId="1076"/>
          <ac:picMkLst>
            <pc:docMk/>
            <pc:sldMk cId="0" sldId="304"/>
            <ac:picMk id="10" creationId="{44F4536B-9DCE-49E0-9AFE-7ABD80DCA0EF}"/>
          </ac:picMkLst>
        </pc:picChg>
        <pc:picChg chg="add mod">
          <ac:chgData name="Eclair Chen" userId="bee3a08289d85a0e" providerId="LiveId" clId="{30E43723-BF8B-4467-BF17-CE1963DE7F9C}" dt="2024-06-16T12:55:08.854" v="38" actId="692"/>
          <ac:picMkLst>
            <pc:docMk/>
            <pc:sldMk cId="0" sldId="304"/>
            <ac:picMk id="11" creationId="{23997E0C-5391-4D83-83AA-292CB487FC8A}"/>
          </ac:picMkLst>
        </pc:picChg>
        <pc:picChg chg="add del mod">
          <ac:chgData name="Eclair Chen" userId="bee3a08289d85a0e" providerId="LiveId" clId="{30E43723-BF8B-4467-BF17-CE1963DE7F9C}" dt="2024-06-16T12:47:12.864" v="14"/>
          <ac:picMkLst>
            <pc:docMk/>
            <pc:sldMk cId="0" sldId="304"/>
            <ac:picMk id="12" creationId="{5645AA25-0CA5-4802-B777-AF0350893126}"/>
          </ac:picMkLst>
        </pc:picChg>
        <pc:picChg chg="mod">
          <ac:chgData name="Eclair Chen" userId="bee3a08289d85a0e" providerId="LiveId" clId="{30E43723-BF8B-4467-BF17-CE1963DE7F9C}" dt="2024-06-16T12:54:55.144" v="36" actId="692"/>
          <ac:picMkLst>
            <pc:docMk/>
            <pc:sldMk cId="0" sldId="304"/>
            <ac:picMk id="578571" creationId="{00000000-0000-0000-0000-000000000000}"/>
          </ac:picMkLst>
        </pc:picChg>
        <pc:picChg chg="mod">
          <ac:chgData name="Eclair Chen" userId="bee3a08289d85a0e" providerId="LiveId" clId="{30E43723-BF8B-4467-BF17-CE1963DE7F9C}" dt="2024-06-16T12:48:38.157" v="30" actId="14100"/>
          <ac:picMkLst>
            <pc:docMk/>
            <pc:sldMk cId="0" sldId="304"/>
            <ac:picMk id="578572" creationId="{00000000-0000-0000-0000-000000000000}"/>
          </ac:picMkLst>
        </pc:picChg>
      </pc:sldChg>
      <pc:sldChg chg="del">
        <pc:chgData name="Eclair Chen" userId="bee3a08289d85a0e" providerId="LiveId" clId="{30E43723-BF8B-4467-BF17-CE1963DE7F9C}" dt="2024-06-16T12:49:09.427" v="34" actId="2696"/>
        <pc:sldMkLst>
          <pc:docMk/>
          <pc:sldMk cId="0" sldId="307"/>
        </pc:sldMkLst>
      </pc:sldChg>
      <pc:sldChg chg="modSp mod">
        <pc:chgData name="Eclair Chen" userId="bee3a08289d85a0e" providerId="LiveId" clId="{30E43723-BF8B-4467-BF17-CE1963DE7F9C}" dt="2024-06-16T13:00:39.069" v="54" actId="14100"/>
        <pc:sldMkLst>
          <pc:docMk/>
          <pc:sldMk cId="0" sldId="311"/>
        </pc:sldMkLst>
        <pc:spChg chg="mod">
          <ac:chgData name="Eclair Chen" userId="bee3a08289d85a0e" providerId="LiveId" clId="{30E43723-BF8B-4467-BF17-CE1963DE7F9C}" dt="2024-06-16T13:00:39.069" v="54" actId="14100"/>
          <ac:spMkLst>
            <pc:docMk/>
            <pc:sldMk cId="0" sldId="311"/>
            <ac:spMk id="7" creationId="{3E39A295-3498-4EE3-9794-BE37145094A0}"/>
          </ac:spMkLst>
        </pc:spChg>
      </pc:sldChg>
      <pc:sldChg chg="modSp mod">
        <pc:chgData name="Eclair Chen" userId="bee3a08289d85a0e" providerId="LiveId" clId="{30E43723-BF8B-4467-BF17-CE1963DE7F9C}" dt="2024-06-16T13:13:44.455" v="127" actId="20577"/>
        <pc:sldMkLst>
          <pc:docMk/>
          <pc:sldMk cId="0" sldId="343"/>
        </pc:sldMkLst>
        <pc:spChg chg="mod">
          <ac:chgData name="Eclair Chen" userId="bee3a08289d85a0e" providerId="LiveId" clId="{30E43723-BF8B-4467-BF17-CE1963DE7F9C}" dt="2024-06-16T13:13:44.455" v="127" actId="20577"/>
          <ac:spMkLst>
            <pc:docMk/>
            <pc:sldMk cId="0" sldId="343"/>
            <ac:spMk id="680962" creationId="{00000000-0000-0000-0000-000000000000}"/>
          </ac:spMkLst>
        </pc:spChg>
      </pc:sldChg>
      <pc:sldChg chg="del">
        <pc:chgData name="Eclair Chen" userId="bee3a08289d85a0e" providerId="LiveId" clId="{30E43723-BF8B-4467-BF17-CE1963DE7F9C}" dt="2024-06-16T13:04:57.977" v="62" actId="2696"/>
        <pc:sldMkLst>
          <pc:docMk/>
          <pc:sldMk cId="0" sldId="344"/>
        </pc:sldMkLst>
      </pc:sldChg>
      <pc:sldChg chg="addSp modSp mod">
        <pc:chgData name="Eclair Chen" userId="bee3a08289d85a0e" providerId="LiveId" clId="{30E43723-BF8B-4467-BF17-CE1963DE7F9C}" dt="2024-06-16T13:13:47.436" v="128" actId="20577"/>
        <pc:sldMkLst>
          <pc:docMk/>
          <pc:sldMk cId="0" sldId="345"/>
        </pc:sldMkLst>
        <pc:spChg chg="add mod">
          <ac:chgData name="Eclair Chen" userId="bee3a08289d85a0e" providerId="LiveId" clId="{30E43723-BF8B-4467-BF17-CE1963DE7F9C}" dt="2024-06-16T13:13:23.178" v="125" actId="1076"/>
          <ac:spMkLst>
            <pc:docMk/>
            <pc:sldMk cId="0" sldId="345"/>
            <ac:spMk id="13" creationId="{C589A2EC-863C-4ADE-AA74-823A02D79E7F}"/>
          </ac:spMkLst>
        </pc:spChg>
        <pc:spChg chg="mod">
          <ac:chgData name="Eclair Chen" userId="bee3a08289d85a0e" providerId="LiveId" clId="{30E43723-BF8B-4467-BF17-CE1963DE7F9C}" dt="2024-06-16T13:13:47.436" v="128" actId="20577"/>
          <ac:spMkLst>
            <pc:docMk/>
            <pc:sldMk cId="0" sldId="345"/>
            <ac:spMk id="683010" creationId="{00000000-0000-0000-0000-000000000000}"/>
          </ac:spMkLst>
        </pc:spChg>
        <pc:spChg chg="mod">
          <ac:chgData name="Eclair Chen" userId="bee3a08289d85a0e" providerId="LiveId" clId="{30E43723-BF8B-4467-BF17-CE1963DE7F9C}" dt="2024-06-16T13:13:01.125" v="121" actId="255"/>
          <ac:spMkLst>
            <pc:docMk/>
            <pc:sldMk cId="0" sldId="345"/>
            <ac:spMk id="683011" creationId="{00000000-0000-0000-0000-000000000000}"/>
          </ac:spMkLst>
        </pc:spChg>
        <pc:picChg chg="mod">
          <ac:chgData name="Eclair Chen" userId="bee3a08289d85a0e" providerId="LiveId" clId="{30E43723-BF8B-4467-BF17-CE1963DE7F9C}" dt="2024-06-16T13:13:10.646" v="123" actId="1076"/>
          <ac:picMkLst>
            <pc:docMk/>
            <pc:sldMk cId="0" sldId="345"/>
            <ac:picMk id="2" creationId="{00000000-0000-0000-0000-000000000000}"/>
          </ac:picMkLst>
        </pc:picChg>
        <pc:picChg chg="add mod">
          <ac:chgData name="Eclair Chen" userId="bee3a08289d85a0e" providerId="LiveId" clId="{30E43723-BF8B-4467-BF17-CE1963DE7F9C}" dt="2024-06-16T13:13:05.310" v="122" actId="1076"/>
          <ac:picMkLst>
            <pc:docMk/>
            <pc:sldMk cId="0" sldId="345"/>
            <ac:picMk id="9" creationId="{87FC4E70-3BA6-4E27-BDBC-8196A3EF1896}"/>
          </ac:picMkLst>
        </pc:picChg>
        <pc:picChg chg="add mod">
          <ac:chgData name="Eclair Chen" userId="bee3a08289d85a0e" providerId="LiveId" clId="{30E43723-BF8B-4467-BF17-CE1963DE7F9C}" dt="2024-06-16T13:13:16.880" v="124" actId="1076"/>
          <ac:picMkLst>
            <pc:docMk/>
            <pc:sldMk cId="0" sldId="345"/>
            <ac:picMk id="10" creationId="{5C7287F4-8A7A-4150-BBB4-233BEB51DA12}"/>
          </ac:picMkLst>
        </pc:picChg>
        <pc:picChg chg="add mod">
          <ac:chgData name="Eclair Chen" userId="bee3a08289d85a0e" providerId="LiveId" clId="{30E43723-BF8B-4467-BF17-CE1963DE7F9C}" dt="2024-06-16T13:09:20.250" v="84" actId="1076"/>
          <ac:picMkLst>
            <pc:docMk/>
            <pc:sldMk cId="0" sldId="345"/>
            <ac:picMk id="11" creationId="{0EECC8B0-6EF5-4259-81C1-6ECA4AF80ED2}"/>
          </ac:picMkLst>
        </pc:picChg>
        <pc:picChg chg="add mod">
          <ac:chgData name="Eclair Chen" userId="bee3a08289d85a0e" providerId="LiveId" clId="{30E43723-BF8B-4467-BF17-CE1963DE7F9C}" dt="2024-06-16T13:13:23.178" v="125" actId="1076"/>
          <ac:picMkLst>
            <pc:docMk/>
            <pc:sldMk cId="0" sldId="345"/>
            <ac:picMk id="12" creationId="{0A77A3AA-D2BB-4536-AF3D-DEDD524F3CCE}"/>
          </ac:picMkLst>
        </pc:picChg>
        <pc:picChg chg="mod">
          <ac:chgData name="Eclair Chen" userId="bee3a08289d85a0e" providerId="LiveId" clId="{30E43723-BF8B-4467-BF17-CE1963DE7F9C}" dt="2024-06-16T13:13:05.310" v="122" actId="1076"/>
          <ac:picMkLst>
            <pc:docMk/>
            <pc:sldMk cId="0" sldId="345"/>
            <ac:picMk id="683015" creationId="{00000000-0000-0000-0000-000000000000}"/>
          </ac:picMkLst>
        </pc:picChg>
      </pc:sldChg>
      <pc:sldChg chg="delSp modSp del mod">
        <pc:chgData name="Eclair Chen" userId="bee3a08289d85a0e" providerId="LiveId" clId="{30E43723-BF8B-4467-BF17-CE1963DE7F9C}" dt="2024-06-16T13:13:35.860" v="126" actId="2696"/>
        <pc:sldMkLst>
          <pc:docMk/>
          <pc:sldMk cId="0" sldId="346"/>
        </pc:sldMkLst>
        <pc:spChg chg="mod">
          <ac:chgData name="Eclair Chen" userId="bee3a08289d85a0e" providerId="LiveId" clId="{30E43723-BF8B-4467-BF17-CE1963DE7F9C}" dt="2024-06-16T13:05:18.262" v="67" actId="20577"/>
          <ac:spMkLst>
            <pc:docMk/>
            <pc:sldMk cId="0" sldId="346"/>
            <ac:spMk id="684034" creationId="{00000000-0000-0000-0000-000000000000}"/>
          </ac:spMkLst>
        </pc:spChg>
        <pc:spChg chg="mod">
          <ac:chgData name="Eclair Chen" userId="bee3a08289d85a0e" providerId="LiveId" clId="{30E43723-BF8B-4467-BF17-CE1963DE7F9C}" dt="2024-06-16T13:10:58.461" v="101" actId="14100"/>
          <ac:spMkLst>
            <pc:docMk/>
            <pc:sldMk cId="0" sldId="346"/>
            <ac:spMk id="684035" creationId="{00000000-0000-0000-0000-000000000000}"/>
          </ac:spMkLst>
        </pc:spChg>
        <pc:picChg chg="del">
          <ac:chgData name="Eclair Chen" userId="bee3a08289d85a0e" providerId="LiveId" clId="{30E43723-BF8B-4467-BF17-CE1963DE7F9C}" dt="2024-06-16T13:10:49.119" v="98" actId="478"/>
          <ac:picMkLst>
            <pc:docMk/>
            <pc:sldMk cId="0" sldId="346"/>
            <ac:picMk id="684037" creationId="{00000000-0000-0000-0000-000000000000}"/>
          </ac:picMkLst>
        </pc:picChg>
      </pc:sldChg>
      <pc:sldChg chg="addSp modSp">
        <pc:chgData name="Eclair Chen" userId="bee3a08289d85a0e" providerId="LiveId" clId="{30E43723-BF8B-4467-BF17-CE1963DE7F9C}" dt="2024-06-16T13:06:08.607" v="73" actId="1076"/>
        <pc:sldMkLst>
          <pc:docMk/>
          <pc:sldMk cId="0" sldId="347"/>
        </pc:sldMkLst>
        <pc:picChg chg="add mod">
          <ac:chgData name="Eclair Chen" userId="bee3a08289d85a0e" providerId="LiveId" clId="{30E43723-BF8B-4467-BF17-CE1963DE7F9C}" dt="2024-06-16T13:06:08.607" v="73" actId="1076"/>
          <ac:picMkLst>
            <pc:docMk/>
            <pc:sldMk cId="0" sldId="347"/>
            <ac:picMk id="7" creationId="{59B586CC-32ED-4B6D-B97B-D5AAFD1F8CEF}"/>
          </ac:picMkLst>
        </pc:picChg>
      </pc:sldChg>
      <pc:sldChg chg="modSp mod">
        <pc:chgData name="Eclair Chen" userId="bee3a08289d85a0e" providerId="LiveId" clId="{30E43723-BF8B-4467-BF17-CE1963DE7F9C}" dt="2024-06-16T13:23:10.947" v="152" actId="20577"/>
        <pc:sldMkLst>
          <pc:docMk/>
          <pc:sldMk cId="0" sldId="348"/>
        </pc:sldMkLst>
        <pc:spChg chg="mod">
          <ac:chgData name="Eclair Chen" userId="bee3a08289d85a0e" providerId="LiveId" clId="{30E43723-BF8B-4467-BF17-CE1963DE7F9C}" dt="2024-06-16T13:23:10.947" v="152" actId="20577"/>
          <ac:spMkLst>
            <pc:docMk/>
            <pc:sldMk cId="0" sldId="348"/>
            <ac:spMk id="686082" creationId="{00000000-0000-0000-0000-000000000000}"/>
          </ac:spMkLst>
        </pc:spChg>
      </pc:sldChg>
      <pc:sldChg chg="addSp delSp modSp mod">
        <pc:chgData name="Eclair Chen" userId="bee3a08289d85a0e" providerId="LiveId" clId="{30E43723-BF8B-4467-BF17-CE1963DE7F9C}" dt="2024-06-16T13:23:08.182" v="151" actId="20577"/>
        <pc:sldMkLst>
          <pc:docMk/>
          <pc:sldMk cId="0" sldId="349"/>
        </pc:sldMkLst>
        <pc:spChg chg="mod">
          <ac:chgData name="Eclair Chen" userId="bee3a08289d85a0e" providerId="LiveId" clId="{30E43723-BF8B-4467-BF17-CE1963DE7F9C}" dt="2024-06-16T13:23:08.182" v="151" actId="20577"/>
          <ac:spMkLst>
            <pc:docMk/>
            <pc:sldMk cId="0" sldId="349"/>
            <ac:spMk id="687106" creationId="{00000000-0000-0000-0000-000000000000}"/>
          </ac:spMkLst>
        </pc:spChg>
        <pc:picChg chg="ord">
          <ac:chgData name="Eclair Chen" userId="bee3a08289d85a0e" providerId="LiveId" clId="{30E43723-BF8B-4467-BF17-CE1963DE7F9C}" dt="2024-06-16T13:21:54.637" v="143" actId="167"/>
          <ac:picMkLst>
            <pc:docMk/>
            <pc:sldMk cId="0" sldId="349"/>
            <ac:picMk id="2" creationId="{00000000-0000-0000-0000-000000000000}"/>
          </ac:picMkLst>
        </pc:picChg>
        <pc:picChg chg="add mod">
          <ac:chgData name="Eclair Chen" userId="bee3a08289d85a0e" providerId="LiveId" clId="{30E43723-BF8B-4467-BF17-CE1963DE7F9C}" dt="2024-06-16T13:20:20.356" v="135" actId="692"/>
          <ac:picMkLst>
            <pc:docMk/>
            <pc:sldMk cId="0" sldId="349"/>
            <ac:picMk id="3" creationId="{96490D07-9F74-4520-8BCB-8861C9A3A3AB}"/>
          </ac:picMkLst>
        </pc:picChg>
        <pc:picChg chg="del">
          <ac:chgData name="Eclair Chen" userId="bee3a08289d85a0e" providerId="LiveId" clId="{30E43723-BF8B-4467-BF17-CE1963DE7F9C}" dt="2024-06-16T13:19:37.826" v="129" actId="478"/>
          <ac:picMkLst>
            <pc:docMk/>
            <pc:sldMk cId="0" sldId="349"/>
            <ac:picMk id="7" creationId="{00000000-0000-0000-0000-000000000000}"/>
          </ac:picMkLst>
        </pc:picChg>
        <pc:picChg chg="add mod">
          <ac:chgData name="Eclair Chen" userId="bee3a08289d85a0e" providerId="LiveId" clId="{30E43723-BF8B-4467-BF17-CE1963DE7F9C}" dt="2024-06-16T13:22:48.906" v="148" actId="1076"/>
          <ac:picMkLst>
            <pc:docMk/>
            <pc:sldMk cId="0" sldId="349"/>
            <ac:picMk id="9" creationId="{8A6D71ED-E2D6-4A9F-8DBD-AF43EC61CB28}"/>
          </ac:picMkLst>
        </pc:picChg>
        <pc:picChg chg="add mod">
          <ac:chgData name="Eclair Chen" userId="bee3a08289d85a0e" providerId="LiveId" clId="{30E43723-BF8B-4467-BF17-CE1963DE7F9C}" dt="2024-06-16T13:22:52.328" v="149" actId="1076"/>
          <ac:picMkLst>
            <pc:docMk/>
            <pc:sldMk cId="0" sldId="349"/>
            <ac:picMk id="10" creationId="{8D64B23C-CA47-41E5-8FC1-C7618DEC1570}"/>
          </ac:picMkLst>
        </pc:picChg>
      </pc:sldChg>
      <pc:sldChg chg="modSp del">
        <pc:chgData name="Eclair Chen" userId="bee3a08289d85a0e" providerId="LiveId" clId="{30E43723-BF8B-4467-BF17-CE1963DE7F9C}" dt="2024-06-16T13:23:04.426" v="150" actId="2696"/>
        <pc:sldMkLst>
          <pc:docMk/>
          <pc:sldMk cId="0" sldId="351"/>
        </pc:sldMkLst>
        <pc:spChg chg="mod">
          <ac:chgData name="Eclair Chen" userId="bee3a08289d85a0e" providerId="LiveId" clId="{30E43723-BF8B-4467-BF17-CE1963DE7F9C}" dt="2024-06-16T13:21:13.096" v="136" actId="167"/>
          <ac:spMkLst>
            <pc:docMk/>
            <pc:sldMk cId="0" sldId="351"/>
            <ac:spMk id="689155" creationId="{00000000-0000-0000-0000-000000000000}"/>
          </ac:spMkLst>
        </pc:spChg>
      </pc:sldChg>
      <pc:sldChg chg="addSp delSp modSp mod">
        <pc:chgData name="Eclair Chen" userId="bee3a08289d85a0e" providerId="LiveId" clId="{30E43723-BF8B-4467-BF17-CE1963DE7F9C}" dt="2024-06-16T13:27:31.426" v="156" actId="1076"/>
        <pc:sldMkLst>
          <pc:docMk/>
          <pc:sldMk cId="0" sldId="358"/>
        </pc:sldMkLst>
        <pc:picChg chg="del">
          <ac:chgData name="Eclair Chen" userId="bee3a08289d85a0e" providerId="LiveId" clId="{30E43723-BF8B-4467-BF17-CE1963DE7F9C}" dt="2024-06-16T13:27:23.015" v="153" actId="478"/>
          <ac:picMkLst>
            <pc:docMk/>
            <pc:sldMk cId="0" sldId="358"/>
            <ac:picMk id="3" creationId="{00000000-0000-0000-0000-000000000000}"/>
          </ac:picMkLst>
        </pc:picChg>
        <pc:picChg chg="add mod">
          <ac:chgData name="Eclair Chen" userId="bee3a08289d85a0e" providerId="LiveId" clId="{30E43723-BF8B-4467-BF17-CE1963DE7F9C}" dt="2024-06-16T13:27:31.426" v="156" actId="1076"/>
          <ac:picMkLst>
            <pc:docMk/>
            <pc:sldMk cId="0" sldId="358"/>
            <ac:picMk id="4" creationId="{34E2FBA2-9874-4F14-9B49-1818B6776742}"/>
          </ac:picMkLst>
        </pc:picChg>
      </pc:sldChg>
      <pc:sldChg chg="addSp delSp modSp mod">
        <pc:chgData name="Eclair Chen" userId="bee3a08289d85a0e" providerId="LiveId" clId="{30E43723-BF8B-4467-BF17-CE1963DE7F9C}" dt="2024-06-16T13:31:10.528" v="161" actId="14100"/>
        <pc:sldMkLst>
          <pc:docMk/>
          <pc:sldMk cId="0" sldId="360"/>
        </pc:sldMkLst>
        <pc:picChg chg="add mod">
          <ac:chgData name="Eclair Chen" userId="bee3a08289d85a0e" providerId="LiveId" clId="{30E43723-BF8B-4467-BF17-CE1963DE7F9C}" dt="2024-06-16T13:31:10.528" v="161" actId="14100"/>
          <ac:picMkLst>
            <pc:docMk/>
            <pc:sldMk cId="0" sldId="360"/>
            <ac:picMk id="3" creationId="{4467D810-7B35-499E-8E32-1631DE404EA4}"/>
          </ac:picMkLst>
        </pc:picChg>
        <pc:picChg chg="del">
          <ac:chgData name="Eclair Chen" userId="bee3a08289d85a0e" providerId="LiveId" clId="{30E43723-BF8B-4467-BF17-CE1963DE7F9C}" dt="2024-06-16T13:30:59.792" v="157" actId="478"/>
          <ac:picMkLst>
            <pc:docMk/>
            <pc:sldMk cId="0" sldId="360"/>
            <ac:picMk id="8" creationId="{3F0CE640-BDCF-4DB8-99C7-7A2A06266CD4}"/>
          </ac:picMkLst>
        </pc:picChg>
      </pc:sldChg>
      <pc:sldChg chg="modSp mod">
        <pc:chgData name="Eclair Chen" userId="bee3a08289d85a0e" providerId="LiveId" clId="{30E43723-BF8B-4467-BF17-CE1963DE7F9C}" dt="2024-06-16T13:35:09.542" v="177" actId="1076"/>
        <pc:sldMkLst>
          <pc:docMk/>
          <pc:sldMk cId="0" sldId="371"/>
        </pc:sldMkLst>
        <pc:spChg chg="mod">
          <ac:chgData name="Eclair Chen" userId="bee3a08289d85a0e" providerId="LiveId" clId="{30E43723-BF8B-4467-BF17-CE1963DE7F9C}" dt="2024-06-16T13:35:02.103" v="176" actId="6549"/>
          <ac:spMkLst>
            <pc:docMk/>
            <pc:sldMk cId="0" sldId="371"/>
            <ac:spMk id="709635" creationId="{00000000-0000-0000-0000-000000000000}"/>
          </ac:spMkLst>
        </pc:spChg>
        <pc:spChg chg="mod">
          <ac:chgData name="Eclair Chen" userId="bee3a08289d85a0e" providerId="LiveId" clId="{30E43723-BF8B-4467-BF17-CE1963DE7F9C}" dt="2024-06-16T13:34:36.350" v="169"/>
          <ac:spMkLst>
            <pc:docMk/>
            <pc:sldMk cId="0" sldId="371"/>
            <ac:spMk id="709640" creationId="{00000000-0000-0000-0000-000000000000}"/>
          </ac:spMkLst>
        </pc:spChg>
        <pc:picChg chg="mod">
          <ac:chgData name="Eclair Chen" userId="bee3a08289d85a0e" providerId="LiveId" clId="{30E43723-BF8B-4467-BF17-CE1963DE7F9C}" dt="2024-06-16T13:35:09.542" v="177" actId="1076"/>
          <ac:picMkLst>
            <pc:docMk/>
            <pc:sldMk cId="0" sldId="371"/>
            <ac:picMk id="2" creationId="{00000000-0000-0000-0000-000000000000}"/>
          </ac:picMkLst>
        </pc:picChg>
        <pc:picChg chg="mod">
          <ac:chgData name="Eclair Chen" userId="bee3a08289d85a0e" providerId="LiveId" clId="{30E43723-BF8B-4467-BF17-CE1963DE7F9C}" dt="2024-06-16T13:35:09.542" v="177" actId="1076"/>
          <ac:picMkLst>
            <pc:docMk/>
            <pc:sldMk cId="0" sldId="371"/>
            <ac:picMk id="3" creationId="{00000000-0000-0000-0000-000000000000}"/>
          </ac:picMkLst>
        </pc:picChg>
      </pc:sldChg>
      <pc:sldChg chg="modSp mod">
        <pc:chgData name="Eclair Chen" userId="bee3a08289d85a0e" providerId="LiveId" clId="{30E43723-BF8B-4467-BF17-CE1963DE7F9C}" dt="2024-06-16T13:35:50.739" v="180" actId="179"/>
        <pc:sldMkLst>
          <pc:docMk/>
          <pc:sldMk cId="0" sldId="374"/>
        </pc:sldMkLst>
        <pc:spChg chg="mod">
          <ac:chgData name="Eclair Chen" userId="bee3a08289d85a0e" providerId="LiveId" clId="{30E43723-BF8B-4467-BF17-CE1963DE7F9C}" dt="2024-06-16T13:35:50.739" v="180" actId="179"/>
          <ac:spMkLst>
            <pc:docMk/>
            <pc:sldMk cId="0" sldId="374"/>
            <ac:spMk id="10" creationId="{E4BF4A62-32AF-4BD5-8334-3C323A0D54CD}"/>
          </ac:spMkLst>
        </pc:spChg>
      </pc:sldChg>
      <pc:sldChg chg="addSp delSp modSp mod">
        <pc:chgData name="Eclair Chen" userId="bee3a08289d85a0e" providerId="LiveId" clId="{30E43723-BF8B-4467-BF17-CE1963DE7F9C}" dt="2024-06-16T13:38:35.922" v="189" actId="20577"/>
        <pc:sldMkLst>
          <pc:docMk/>
          <pc:sldMk cId="0" sldId="379"/>
        </pc:sldMkLst>
        <pc:spChg chg="mod">
          <ac:chgData name="Eclair Chen" userId="bee3a08289d85a0e" providerId="LiveId" clId="{30E43723-BF8B-4467-BF17-CE1963DE7F9C}" dt="2024-06-16T13:38:35.922" v="189" actId="20577"/>
          <ac:spMkLst>
            <pc:docMk/>
            <pc:sldMk cId="0" sldId="379"/>
            <ac:spMk id="717826" creationId="{00000000-0000-0000-0000-000000000000}"/>
          </ac:spMkLst>
        </pc:spChg>
        <pc:picChg chg="add mod">
          <ac:chgData name="Eclair Chen" userId="bee3a08289d85a0e" providerId="LiveId" clId="{30E43723-BF8B-4467-BF17-CE1963DE7F9C}" dt="2024-06-16T13:38:22.461" v="187" actId="1076"/>
          <ac:picMkLst>
            <pc:docMk/>
            <pc:sldMk cId="0" sldId="379"/>
            <ac:picMk id="2" creationId="{6FE9FBCC-B368-43DC-8FA5-AC8BC5118C51}"/>
          </ac:picMkLst>
        </pc:picChg>
        <pc:picChg chg="del">
          <ac:chgData name="Eclair Chen" userId="bee3a08289d85a0e" providerId="LiveId" clId="{30E43723-BF8B-4467-BF17-CE1963DE7F9C}" dt="2024-06-16T13:38:01.938" v="181" actId="478"/>
          <ac:picMkLst>
            <pc:docMk/>
            <pc:sldMk cId="0" sldId="379"/>
            <ac:picMk id="8" creationId="{00000000-0000-0000-0000-000000000000}"/>
          </ac:picMkLst>
        </pc:picChg>
        <pc:picChg chg="del">
          <ac:chgData name="Eclair Chen" userId="bee3a08289d85a0e" providerId="LiveId" clId="{30E43723-BF8B-4467-BF17-CE1963DE7F9C}" dt="2024-06-16T13:38:02.700" v="182" actId="478"/>
          <ac:picMkLst>
            <pc:docMk/>
            <pc:sldMk cId="0" sldId="379"/>
            <ac:picMk id="717831" creationId="{00000000-0000-0000-0000-000000000000}"/>
          </ac:picMkLst>
        </pc:picChg>
      </pc:sldChg>
      <pc:sldChg chg="del">
        <pc:chgData name="Eclair Chen" userId="bee3a08289d85a0e" providerId="LiveId" clId="{30E43723-BF8B-4467-BF17-CE1963DE7F9C}" dt="2024-06-16T13:38:28.381" v="188" actId="2696"/>
        <pc:sldMkLst>
          <pc:docMk/>
          <pc:sldMk cId="0" sldId="381"/>
        </pc:sldMkLst>
      </pc:sldChg>
      <pc:sldChg chg="modSp mod">
        <pc:chgData name="Eclair Chen" userId="bee3a08289d85a0e" providerId="LiveId" clId="{30E43723-BF8B-4467-BF17-CE1963DE7F9C}" dt="2024-06-16T13:38:41.830" v="191" actId="20577"/>
        <pc:sldMkLst>
          <pc:docMk/>
          <pc:sldMk cId="0" sldId="382"/>
        </pc:sldMkLst>
        <pc:spChg chg="mod">
          <ac:chgData name="Eclair Chen" userId="bee3a08289d85a0e" providerId="LiveId" clId="{30E43723-BF8B-4467-BF17-CE1963DE7F9C}" dt="2024-06-16T13:38:41.830" v="191" actId="20577"/>
          <ac:spMkLst>
            <pc:docMk/>
            <pc:sldMk cId="0" sldId="382"/>
            <ac:spMk id="720898" creationId="{00000000-0000-0000-0000-000000000000}"/>
          </ac:spMkLst>
        </pc:spChg>
      </pc:sldChg>
      <pc:sldChg chg="del">
        <pc:chgData name="Eclair Chen" userId="bee3a08289d85a0e" providerId="LiveId" clId="{30E43723-BF8B-4467-BF17-CE1963DE7F9C}" dt="2024-06-16T13:42:43.110" v="222" actId="2696"/>
        <pc:sldMkLst>
          <pc:docMk/>
          <pc:sldMk cId="0" sldId="384"/>
        </pc:sldMkLst>
      </pc:sldChg>
      <pc:sldChg chg="addSp modSp mod">
        <pc:chgData name="Eclair Chen" userId="bee3a08289d85a0e" providerId="LiveId" clId="{30E43723-BF8B-4467-BF17-CE1963DE7F9C}" dt="2024-06-16T13:42:47.251" v="224" actId="20577"/>
        <pc:sldMkLst>
          <pc:docMk/>
          <pc:sldMk cId="0" sldId="385"/>
        </pc:sldMkLst>
        <pc:spChg chg="mod">
          <ac:chgData name="Eclair Chen" userId="bee3a08289d85a0e" providerId="LiveId" clId="{30E43723-BF8B-4467-BF17-CE1963DE7F9C}" dt="2024-06-16T13:42:47.251" v="224" actId="20577"/>
          <ac:spMkLst>
            <pc:docMk/>
            <pc:sldMk cId="0" sldId="385"/>
            <ac:spMk id="723970" creationId="{00000000-0000-0000-0000-000000000000}"/>
          </ac:spMkLst>
        </pc:spChg>
        <pc:picChg chg="mod">
          <ac:chgData name="Eclair Chen" userId="bee3a08289d85a0e" providerId="LiveId" clId="{30E43723-BF8B-4467-BF17-CE1963DE7F9C}" dt="2024-06-16T13:40:49.981" v="204" actId="1076"/>
          <ac:picMkLst>
            <pc:docMk/>
            <pc:sldMk cId="0" sldId="385"/>
            <ac:picMk id="2" creationId="{00000000-0000-0000-0000-000000000000}"/>
          </ac:picMkLst>
        </pc:picChg>
        <pc:picChg chg="add mod">
          <ac:chgData name="Eclair Chen" userId="bee3a08289d85a0e" providerId="LiveId" clId="{30E43723-BF8B-4467-BF17-CE1963DE7F9C}" dt="2024-06-16T13:40:35.359" v="202" actId="1076"/>
          <ac:picMkLst>
            <pc:docMk/>
            <pc:sldMk cId="0" sldId="385"/>
            <ac:picMk id="8" creationId="{97B0F0AB-86C7-4533-B22B-0BB329E3A68B}"/>
          </ac:picMkLst>
        </pc:picChg>
        <pc:picChg chg="mod">
          <ac:chgData name="Eclair Chen" userId="bee3a08289d85a0e" providerId="LiveId" clId="{30E43723-BF8B-4467-BF17-CE1963DE7F9C}" dt="2024-06-16T13:41:06.841" v="206" actId="1076"/>
          <ac:picMkLst>
            <pc:docMk/>
            <pc:sldMk cId="0" sldId="385"/>
            <ac:picMk id="9" creationId="{00000000-0000-0000-0000-000000000000}"/>
          </ac:picMkLst>
        </pc:picChg>
        <pc:picChg chg="add mod">
          <ac:chgData name="Eclair Chen" userId="bee3a08289d85a0e" providerId="LiveId" clId="{30E43723-BF8B-4467-BF17-CE1963DE7F9C}" dt="2024-06-16T13:42:19.745" v="218" actId="1076"/>
          <ac:picMkLst>
            <pc:docMk/>
            <pc:sldMk cId="0" sldId="385"/>
            <ac:picMk id="10" creationId="{B81D2B20-970F-4172-9C5E-7062F0604CCD}"/>
          </ac:picMkLst>
        </pc:picChg>
        <pc:picChg chg="add mod">
          <ac:chgData name="Eclair Chen" userId="bee3a08289d85a0e" providerId="LiveId" clId="{30E43723-BF8B-4467-BF17-CE1963DE7F9C}" dt="2024-06-16T13:41:44.111" v="212" actId="692"/>
          <ac:picMkLst>
            <pc:docMk/>
            <pc:sldMk cId="0" sldId="385"/>
            <ac:picMk id="11" creationId="{5EA123EF-6A58-4AD5-8E1D-9D665A5DCADF}"/>
          </ac:picMkLst>
        </pc:picChg>
        <pc:picChg chg="add mod">
          <ac:chgData name="Eclair Chen" userId="bee3a08289d85a0e" providerId="LiveId" clId="{30E43723-BF8B-4467-BF17-CE1963DE7F9C}" dt="2024-06-16T13:42:33.790" v="221" actId="1076"/>
          <ac:picMkLst>
            <pc:docMk/>
            <pc:sldMk cId="0" sldId="385"/>
            <ac:picMk id="12" creationId="{20468048-8539-4FE5-AC60-D4BFDED6B3B7}"/>
          </ac:picMkLst>
        </pc:picChg>
      </pc:sldChg>
      <pc:sldChg chg="modSp mod">
        <pc:chgData name="Eclair Chen" userId="bee3a08289d85a0e" providerId="LiveId" clId="{30E43723-BF8B-4467-BF17-CE1963DE7F9C}" dt="2024-06-16T13:42:51.541" v="226" actId="20577"/>
        <pc:sldMkLst>
          <pc:docMk/>
          <pc:sldMk cId="0" sldId="387"/>
        </pc:sldMkLst>
        <pc:spChg chg="mod">
          <ac:chgData name="Eclair Chen" userId="bee3a08289d85a0e" providerId="LiveId" clId="{30E43723-BF8B-4467-BF17-CE1963DE7F9C}" dt="2024-06-16T13:42:51.541" v="226" actId="20577"/>
          <ac:spMkLst>
            <pc:docMk/>
            <pc:sldMk cId="0" sldId="387"/>
            <ac:spMk id="726018" creationId="{00000000-0000-0000-0000-000000000000}"/>
          </ac:spMkLst>
        </pc:spChg>
      </pc:sldChg>
    </pc:docChg>
  </pc:docChgLst>
  <pc:docChgLst>
    <pc:chgData name="Eclair Chen" userId="bee3a08289d85a0e" providerId="LiveId" clId="{203E3EA4-16EA-448A-97DA-79B081678689}"/>
    <pc:docChg chg="undo custSel modSld">
      <pc:chgData name="Eclair Chen" userId="bee3a08289d85a0e" providerId="LiveId" clId="{203E3EA4-16EA-448A-97DA-79B081678689}" dt="2024-11-03T09:23:42.166" v="97" actId="1076"/>
      <pc:docMkLst>
        <pc:docMk/>
      </pc:docMkLst>
      <pc:sldChg chg="addSp delSp modSp mod">
        <pc:chgData name="Eclair Chen" userId="bee3a08289d85a0e" providerId="LiveId" clId="{203E3EA4-16EA-448A-97DA-79B081678689}" dt="2024-11-03T08:31:02.034" v="4" actId="1076"/>
        <pc:sldMkLst>
          <pc:docMk/>
          <pc:sldMk cId="0" sldId="308"/>
        </pc:sldMkLst>
        <pc:picChg chg="add mod">
          <ac:chgData name="Eclair Chen" userId="bee3a08289d85a0e" providerId="LiveId" clId="{203E3EA4-16EA-448A-97DA-79B081678689}" dt="2024-11-03T08:30:17.335" v="2" actId="1076"/>
          <ac:picMkLst>
            <pc:docMk/>
            <pc:sldMk cId="0" sldId="308"/>
            <ac:picMk id="3" creationId="{33EE5E27-EDE3-422A-BC0B-01F1756F04DB}"/>
          </ac:picMkLst>
        </pc:picChg>
        <pc:picChg chg="add mod">
          <ac:chgData name="Eclair Chen" userId="bee3a08289d85a0e" providerId="LiveId" clId="{203E3EA4-16EA-448A-97DA-79B081678689}" dt="2024-11-03T08:31:02.034" v="4" actId="1076"/>
          <ac:picMkLst>
            <pc:docMk/>
            <pc:sldMk cId="0" sldId="308"/>
            <ac:picMk id="4" creationId="{6E77C665-8E90-4F95-AAC7-71AC8577F1AF}"/>
          </ac:picMkLst>
        </pc:picChg>
        <pc:picChg chg="del">
          <ac:chgData name="Eclair Chen" userId="bee3a08289d85a0e" providerId="LiveId" clId="{203E3EA4-16EA-448A-97DA-79B081678689}" dt="2024-11-03T08:30:13.718" v="0" actId="478"/>
          <ac:picMkLst>
            <pc:docMk/>
            <pc:sldMk cId="0" sldId="308"/>
            <ac:picMk id="582692" creationId="{00000000-0000-0000-0000-000000000000}"/>
          </ac:picMkLst>
        </pc:picChg>
      </pc:sldChg>
      <pc:sldChg chg="modSp mod">
        <pc:chgData name="Eclair Chen" userId="bee3a08289d85a0e" providerId="LiveId" clId="{203E3EA4-16EA-448A-97DA-79B081678689}" dt="2024-11-03T08:32:14.380" v="13" actId="20577"/>
        <pc:sldMkLst>
          <pc:docMk/>
          <pc:sldMk cId="0" sldId="309"/>
        </pc:sldMkLst>
        <pc:spChg chg="mod">
          <ac:chgData name="Eclair Chen" userId="bee3a08289d85a0e" providerId="LiveId" clId="{203E3EA4-16EA-448A-97DA-79B081678689}" dt="2024-11-03T08:32:14.380" v="13" actId="20577"/>
          <ac:spMkLst>
            <pc:docMk/>
            <pc:sldMk cId="0" sldId="309"/>
            <ac:spMk id="583685" creationId="{00000000-0000-0000-0000-000000000000}"/>
          </ac:spMkLst>
        </pc:spChg>
      </pc:sldChg>
      <pc:sldChg chg="modSp mod">
        <pc:chgData name="Eclair Chen" userId="bee3a08289d85a0e" providerId="LiveId" clId="{203E3EA4-16EA-448A-97DA-79B081678689}" dt="2024-11-03T08:35:57.488" v="20" actId="6549"/>
        <pc:sldMkLst>
          <pc:docMk/>
          <pc:sldMk cId="0" sldId="311"/>
        </pc:sldMkLst>
        <pc:spChg chg="mod">
          <ac:chgData name="Eclair Chen" userId="bee3a08289d85a0e" providerId="LiveId" clId="{203E3EA4-16EA-448A-97DA-79B081678689}" dt="2024-11-03T08:35:57.488" v="20" actId="6549"/>
          <ac:spMkLst>
            <pc:docMk/>
            <pc:sldMk cId="0" sldId="311"/>
            <ac:spMk id="7" creationId="{3E39A295-3498-4EE3-9794-BE37145094A0}"/>
          </ac:spMkLst>
        </pc:spChg>
      </pc:sldChg>
      <pc:sldChg chg="modSp mod">
        <pc:chgData name="Eclair Chen" userId="bee3a08289d85a0e" providerId="LiveId" clId="{203E3EA4-16EA-448A-97DA-79B081678689}" dt="2024-11-03T08:32:24.355" v="19" actId="6549"/>
        <pc:sldMkLst>
          <pc:docMk/>
          <pc:sldMk cId="0" sldId="342"/>
        </pc:sldMkLst>
        <pc:spChg chg="mod">
          <ac:chgData name="Eclair Chen" userId="bee3a08289d85a0e" providerId="LiveId" clId="{203E3EA4-16EA-448A-97DA-79B081678689}" dt="2024-11-03T08:32:24.355" v="19" actId="6549"/>
          <ac:spMkLst>
            <pc:docMk/>
            <pc:sldMk cId="0" sldId="342"/>
            <ac:spMk id="679939" creationId="{00000000-0000-0000-0000-000000000000}"/>
          </ac:spMkLst>
        </pc:spChg>
      </pc:sldChg>
      <pc:sldChg chg="addSp delSp modSp mod">
        <pc:chgData name="Eclair Chen" userId="bee3a08289d85a0e" providerId="LiveId" clId="{203E3EA4-16EA-448A-97DA-79B081678689}" dt="2024-11-03T08:54:48.525" v="30" actId="1076"/>
        <pc:sldMkLst>
          <pc:docMk/>
          <pc:sldMk cId="0" sldId="347"/>
        </pc:sldMkLst>
        <pc:spChg chg="mod">
          <ac:chgData name="Eclair Chen" userId="bee3a08289d85a0e" providerId="LiveId" clId="{203E3EA4-16EA-448A-97DA-79B081678689}" dt="2024-11-03T08:39:03.933" v="28" actId="1076"/>
          <ac:spMkLst>
            <pc:docMk/>
            <pc:sldMk cId="0" sldId="347"/>
            <ac:spMk id="685059" creationId="{00000000-0000-0000-0000-000000000000}"/>
          </ac:spMkLst>
        </pc:spChg>
        <pc:picChg chg="del">
          <ac:chgData name="Eclair Chen" userId="bee3a08289d85a0e" providerId="LiveId" clId="{203E3EA4-16EA-448A-97DA-79B081678689}" dt="2024-11-03T08:38:42.669" v="21" actId="478"/>
          <ac:picMkLst>
            <pc:docMk/>
            <pc:sldMk cId="0" sldId="347"/>
            <ac:picMk id="2" creationId="{00000000-0000-0000-0000-000000000000}"/>
          </ac:picMkLst>
        </pc:picChg>
        <pc:picChg chg="add mod ord">
          <ac:chgData name="Eclair Chen" userId="bee3a08289d85a0e" providerId="LiveId" clId="{203E3EA4-16EA-448A-97DA-79B081678689}" dt="2024-11-03T08:39:00.896" v="27" actId="1076"/>
          <ac:picMkLst>
            <pc:docMk/>
            <pc:sldMk cId="0" sldId="347"/>
            <ac:picMk id="3" creationId="{6792B701-C5BE-4198-B7BD-47BC9B498E4C}"/>
          </ac:picMkLst>
        </pc:picChg>
        <pc:picChg chg="add mod">
          <ac:chgData name="Eclair Chen" userId="bee3a08289d85a0e" providerId="LiveId" clId="{203E3EA4-16EA-448A-97DA-79B081678689}" dt="2024-11-03T08:54:48.525" v="30" actId="1076"/>
          <ac:picMkLst>
            <pc:docMk/>
            <pc:sldMk cId="0" sldId="347"/>
            <ac:picMk id="9" creationId="{50D54DC8-E9EE-4345-80BF-4FB38ED11832}"/>
          </ac:picMkLst>
        </pc:picChg>
      </pc:sldChg>
      <pc:sldChg chg="modSp mod">
        <pc:chgData name="Eclair Chen" userId="bee3a08289d85a0e" providerId="LiveId" clId="{203E3EA4-16EA-448A-97DA-79B081678689}" dt="2024-11-03T09:00:45.480" v="31" actId="6549"/>
        <pc:sldMkLst>
          <pc:docMk/>
          <pc:sldMk cId="0" sldId="348"/>
        </pc:sldMkLst>
        <pc:spChg chg="mod">
          <ac:chgData name="Eclair Chen" userId="bee3a08289d85a0e" providerId="LiveId" clId="{203E3EA4-16EA-448A-97DA-79B081678689}" dt="2024-11-03T09:00:45.480" v="31" actId="6549"/>
          <ac:spMkLst>
            <pc:docMk/>
            <pc:sldMk cId="0" sldId="348"/>
            <ac:spMk id="686083" creationId="{00000000-0000-0000-0000-000000000000}"/>
          </ac:spMkLst>
        </pc:spChg>
      </pc:sldChg>
      <pc:sldChg chg="modSp mod">
        <pc:chgData name="Eclair Chen" userId="bee3a08289d85a0e" providerId="LiveId" clId="{203E3EA4-16EA-448A-97DA-79B081678689}" dt="2024-11-03T09:02:13.669" v="33" actId="207"/>
        <pc:sldMkLst>
          <pc:docMk/>
          <pc:sldMk cId="0" sldId="349"/>
        </pc:sldMkLst>
        <pc:spChg chg="mod">
          <ac:chgData name="Eclair Chen" userId="bee3a08289d85a0e" providerId="LiveId" clId="{203E3EA4-16EA-448A-97DA-79B081678689}" dt="2024-11-03T09:02:13.669" v="33" actId="207"/>
          <ac:spMkLst>
            <pc:docMk/>
            <pc:sldMk cId="0" sldId="349"/>
            <ac:spMk id="687107" creationId="{00000000-0000-0000-0000-000000000000}"/>
          </ac:spMkLst>
        </pc:spChg>
      </pc:sldChg>
      <pc:sldChg chg="modSp mod">
        <pc:chgData name="Eclair Chen" userId="bee3a08289d85a0e" providerId="LiveId" clId="{203E3EA4-16EA-448A-97DA-79B081678689}" dt="2024-11-03T09:03:47.223" v="34" actId="6549"/>
        <pc:sldMkLst>
          <pc:docMk/>
          <pc:sldMk cId="0" sldId="358"/>
        </pc:sldMkLst>
        <pc:spChg chg="mod">
          <ac:chgData name="Eclair Chen" userId="bee3a08289d85a0e" providerId="LiveId" clId="{203E3EA4-16EA-448A-97DA-79B081678689}" dt="2024-11-03T09:03:47.223" v="34" actId="6549"/>
          <ac:spMkLst>
            <pc:docMk/>
            <pc:sldMk cId="0" sldId="358"/>
            <ac:spMk id="696323" creationId="{00000000-0000-0000-0000-000000000000}"/>
          </ac:spMkLst>
        </pc:spChg>
      </pc:sldChg>
      <pc:sldChg chg="addSp delSp modSp mod">
        <pc:chgData name="Eclair Chen" userId="bee3a08289d85a0e" providerId="LiveId" clId="{203E3EA4-16EA-448A-97DA-79B081678689}" dt="2024-11-03T09:07:58.668" v="52" actId="14861"/>
        <pc:sldMkLst>
          <pc:docMk/>
          <pc:sldMk cId="0" sldId="360"/>
        </pc:sldMkLst>
        <pc:picChg chg="add del">
          <ac:chgData name="Eclair Chen" userId="bee3a08289d85a0e" providerId="LiveId" clId="{203E3EA4-16EA-448A-97DA-79B081678689}" dt="2024-11-03T09:05:49.644" v="37" actId="478"/>
          <ac:picMkLst>
            <pc:docMk/>
            <pc:sldMk cId="0" sldId="360"/>
            <ac:picMk id="4" creationId="{00000000-0000-0000-0000-000000000000}"/>
          </ac:picMkLst>
        </pc:picChg>
        <pc:picChg chg="add del mod">
          <ac:chgData name="Eclair Chen" userId="bee3a08289d85a0e" providerId="LiveId" clId="{203E3EA4-16EA-448A-97DA-79B081678689}" dt="2024-11-03T09:07:16.699" v="45" actId="478"/>
          <ac:picMkLst>
            <pc:docMk/>
            <pc:sldMk cId="0" sldId="360"/>
            <ac:picMk id="5" creationId="{F5579705-0AC7-4EED-8031-7F4C23B8C864}"/>
          </ac:picMkLst>
        </pc:picChg>
        <pc:picChg chg="add mod">
          <ac:chgData name="Eclair Chen" userId="bee3a08289d85a0e" providerId="LiveId" clId="{203E3EA4-16EA-448A-97DA-79B081678689}" dt="2024-11-03T09:07:58.668" v="52" actId="14861"/>
          <ac:picMkLst>
            <pc:docMk/>
            <pc:sldMk cId="0" sldId="360"/>
            <ac:picMk id="6" creationId="{F2844EDC-2465-4A57-8A20-38E2F8F4B0FB}"/>
          </ac:picMkLst>
        </pc:picChg>
      </pc:sldChg>
      <pc:sldChg chg="modSp mod">
        <pc:chgData name="Eclair Chen" userId="bee3a08289d85a0e" providerId="LiveId" clId="{203E3EA4-16EA-448A-97DA-79B081678689}" dt="2024-11-03T09:17:26.502" v="60" actId="20577"/>
        <pc:sldMkLst>
          <pc:docMk/>
          <pc:sldMk cId="0" sldId="374"/>
        </pc:sldMkLst>
        <pc:spChg chg="mod">
          <ac:chgData name="Eclair Chen" userId="bee3a08289d85a0e" providerId="LiveId" clId="{203E3EA4-16EA-448A-97DA-79B081678689}" dt="2024-11-03T09:17:26.502" v="60" actId="20577"/>
          <ac:spMkLst>
            <pc:docMk/>
            <pc:sldMk cId="0" sldId="374"/>
            <ac:spMk id="10" creationId="{E4BF4A62-32AF-4BD5-8334-3C323A0D54CD}"/>
          </ac:spMkLst>
        </pc:spChg>
      </pc:sldChg>
      <pc:sldChg chg="addSp delSp modSp mod">
        <pc:chgData name="Eclair Chen" userId="bee3a08289d85a0e" providerId="LiveId" clId="{203E3EA4-16EA-448A-97DA-79B081678689}" dt="2024-11-03T09:19:32.104" v="72" actId="1076"/>
        <pc:sldMkLst>
          <pc:docMk/>
          <pc:sldMk cId="0" sldId="376"/>
        </pc:sldMkLst>
        <pc:spChg chg="mod">
          <ac:chgData name="Eclair Chen" userId="bee3a08289d85a0e" providerId="LiveId" clId="{203E3EA4-16EA-448A-97DA-79B081678689}" dt="2024-11-03T09:19:26.342" v="70" actId="166"/>
          <ac:spMkLst>
            <pc:docMk/>
            <pc:sldMk cId="0" sldId="376"/>
            <ac:spMk id="7" creationId="{00000000-0000-0000-0000-000000000000}"/>
          </ac:spMkLst>
        </pc:spChg>
        <pc:picChg chg="del">
          <ac:chgData name="Eclair Chen" userId="bee3a08289d85a0e" providerId="LiveId" clId="{203E3EA4-16EA-448A-97DA-79B081678689}" dt="2024-11-03T09:19:02.122" v="61" actId="478"/>
          <ac:picMkLst>
            <pc:docMk/>
            <pc:sldMk cId="0" sldId="376"/>
            <ac:picMk id="2" creationId="{00000000-0000-0000-0000-000000000000}"/>
          </ac:picMkLst>
        </pc:picChg>
        <pc:picChg chg="add mod ord">
          <ac:chgData name="Eclair Chen" userId="bee3a08289d85a0e" providerId="LiveId" clId="{203E3EA4-16EA-448A-97DA-79B081678689}" dt="2024-11-03T09:19:32.104" v="72" actId="1076"/>
          <ac:picMkLst>
            <pc:docMk/>
            <pc:sldMk cId="0" sldId="376"/>
            <ac:picMk id="3" creationId="{EA57557E-0078-4B8D-93D5-FD235B0C3ADF}"/>
          </ac:picMkLst>
        </pc:picChg>
      </pc:sldChg>
      <pc:sldChg chg="modSp mod">
        <pc:chgData name="Eclair Chen" userId="bee3a08289d85a0e" providerId="LiveId" clId="{203E3EA4-16EA-448A-97DA-79B081678689}" dt="2024-11-03T09:21:43.773" v="91" actId="1076"/>
        <pc:sldMkLst>
          <pc:docMk/>
          <pc:sldMk cId="0" sldId="378"/>
        </pc:sldMkLst>
        <pc:spChg chg="mod">
          <ac:chgData name="Eclair Chen" userId="bee3a08289d85a0e" providerId="LiveId" clId="{203E3EA4-16EA-448A-97DA-79B081678689}" dt="2024-11-03T09:21:43.773" v="91" actId="1076"/>
          <ac:spMkLst>
            <pc:docMk/>
            <pc:sldMk cId="0" sldId="378"/>
            <ac:spMk id="716803" creationId="{00000000-0000-0000-0000-000000000000}"/>
          </ac:spMkLst>
        </pc:spChg>
        <pc:picChg chg="mod">
          <ac:chgData name="Eclair Chen" userId="bee3a08289d85a0e" providerId="LiveId" clId="{203E3EA4-16EA-448A-97DA-79B081678689}" dt="2024-11-03T09:21:36.427" v="89" actId="1076"/>
          <ac:picMkLst>
            <pc:docMk/>
            <pc:sldMk cId="0" sldId="378"/>
            <ac:picMk id="2" creationId="{00000000-0000-0000-0000-000000000000}"/>
          </ac:picMkLst>
        </pc:picChg>
        <pc:picChg chg="mod">
          <ac:chgData name="Eclair Chen" userId="bee3a08289d85a0e" providerId="LiveId" clId="{203E3EA4-16EA-448A-97DA-79B081678689}" dt="2024-11-03T09:21:22.144" v="86" actId="1076"/>
          <ac:picMkLst>
            <pc:docMk/>
            <pc:sldMk cId="0" sldId="378"/>
            <ac:picMk id="7" creationId="{00000000-0000-0000-0000-000000000000}"/>
          </ac:picMkLst>
        </pc:picChg>
      </pc:sldChg>
      <pc:sldChg chg="addSp delSp modSp mod">
        <pc:chgData name="Eclair Chen" userId="bee3a08289d85a0e" providerId="LiveId" clId="{203E3EA4-16EA-448A-97DA-79B081678689}" dt="2024-11-03T09:23:42.166" v="97" actId="1076"/>
        <pc:sldMkLst>
          <pc:docMk/>
          <pc:sldMk cId="0" sldId="379"/>
        </pc:sldMkLst>
        <pc:spChg chg="mod">
          <ac:chgData name="Eclair Chen" userId="bee3a08289d85a0e" providerId="LiveId" clId="{203E3EA4-16EA-448A-97DA-79B081678689}" dt="2024-11-03T09:23:42.166" v="97" actId="1076"/>
          <ac:spMkLst>
            <pc:docMk/>
            <pc:sldMk cId="0" sldId="379"/>
            <ac:spMk id="717827" creationId="{00000000-0000-0000-0000-000000000000}"/>
          </ac:spMkLst>
        </pc:spChg>
        <pc:picChg chg="del">
          <ac:chgData name="Eclair Chen" userId="bee3a08289d85a0e" providerId="LiveId" clId="{203E3EA4-16EA-448A-97DA-79B081678689}" dt="2024-11-03T09:23:25.014" v="92" actId="478"/>
          <ac:picMkLst>
            <pc:docMk/>
            <pc:sldMk cId="0" sldId="379"/>
            <ac:picMk id="2" creationId="{6FE9FBCC-B368-43DC-8FA5-AC8BC5118C51}"/>
          </ac:picMkLst>
        </pc:picChg>
        <pc:picChg chg="add mod">
          <ac:chgData name="Eclair Chen" userId="bee3a08289d85a0e" providerId="LiveId" clId="{203E3EA4-16EA-448A-97DA-79B081678689}" dt="2024-11-03T09:23:37.451" v="96" actId="1076"/>
          <ac:picMkLst>
            <pc:docMk/>
            <pc:sldMk cId="0" sldId="379"/>
            <ac:picMk id="3" creationId="{5DB9D25E-69A4-430C-8502-D08A2954970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5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5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fld id="{C822238F-1F59-4698-BBA0-D9FEA9680D1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919524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40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4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344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44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fld id="{6B9086C6-8143-4E42-A6EC-BC7D2CF8324F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179783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8C6F9B-84EE-4989-BCCF-9EC81BD51C21}" type="slidenum">
              <a:rPr lang="en-US" altLang="zh-TW"/>
              <a:pPr/>
              <a:t>33</a:t>
            </a:fld>
            <a:endParaRPr lang="en-US" altLang="zh-TW"/>
          </a:p>
        </p:txBody>
      </p:sp>
      <p:sp>
        <p:nvSpPr>
          <p:cNvPr id="388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8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92670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153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32154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321541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2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3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6AB42EB2-B376-4EC0-B577-586DA0211D0F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1544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321545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6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7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8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9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0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1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2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3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4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5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6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7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8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9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0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1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2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3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4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5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6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7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8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9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0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1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2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3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4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5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321576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53A9DE-2A9D-4D74-BE2E-9A80C200D2E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31686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0C8430-E8DA-4C2D-9234-9D0638FA018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56096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CE101E-EA31-47BB-9BC1-E2202E7FA611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75273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EC1DAB-8DF9-4071-8809-097216BCA57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7322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D0B8EA-8371-47A7-A80D-35D026E56EF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42130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2B0C16-1AD7-4FD6-819F-4FB38728E70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65938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CA33A2-67D8-4011-B4B1-DB4FB262756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3310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EE1EBB-B636-46C4-A900-64202B6A345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93043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577477-0191-4CB3-8E40-204F91B7D6CF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3132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9CE0AF-13EF-49D0-9483-61762F689C1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611608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8229600" cy="21288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4000500"/>
            <a:ext cx="8229600" cy="21304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287AC8A0-F764-4ADE-BC05-8A25348A0F0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1993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051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2051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2051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0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2051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0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2051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00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fld id="{F099B2AF-4DDC-4DAF-B07D-56EA161A7FC0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0520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320521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2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3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4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5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6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7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8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9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0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1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2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3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4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5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6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7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8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9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0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1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2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3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4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5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6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7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8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9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0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1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9pPr>
    </p:titleStyle>
    <p:bodyStyle>
      <a:lvl1pPr marL="342900" indent="-342900" algn="l" rtl="0" fontAlgn="base">
        <a:spcBef>
          <a:spcPct val="0"/>
        </a:spcBef>
        <a:spcAft>
          <a:spcPct val="50000"/>
        </a:spcAft>
        <a:buClr>
          <a:schemeClr val="tx2"/>
        </a:buClr>
        <a:buSzPct val="70000"/>
        <a:buFont typeface="Wingdings" panose="05000000000000000000" pitchFamily="2" charset="2"/>
        <a:buChar char="l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0"/>
        </a:spcBef>
        <a:spcAft>
          <a:spcPct val="5000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fontAlgn="base">
        <a:spcBef>
          <a:spcPct val="0"/>
        </a:spcBef>
        <a:spcAft>
          <a:spcPct val="5000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kumimoji="1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fontAlgn="base">
        <a:spcBef>
          <a:spcPct val="0"/>
        </a:spcBef>
        <a:spcAft>
          <a:spcPct val="50000"/>
        </a:spcAft>
        <a:buClr>
          <a:schemeClr val="tx2"/>
        </a:buClr>
        <a:buSzPct val="75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fontAlgn="base">
        <a:spcBef>
          <a:spcPct val="0"/>
        </a:spcBef>
        <a:spcAft>
          <a:spcPct val="4000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E0EE34B8-07F9-46CE-8419-29CAA2BFFF2D}" type="slidenum">
              <a:rPr lang="en-US" altLang="zh-TW"/>
              <a:pPr/>
              <a:t>1</a:t>
            </a:fld>
            <a:endParaRPr lang="en-US" altLang="zh-TW"/>
          </a:p>
        </p:txBody>
      </p:sp>
      <p:sp>
        <p:nvSpPr>
          <p:cNvPr id="34611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第八章</a:t>
            </a:r>
            <a:b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陣列與字串</a:t>
            </a: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3295650"/>
          </a:xfrm>
        </p:spPr>
        <p:txBody>
          <a:bodyPr/>
          <a:lstStyle/>
          <a:p>
            <a:r>
              <a:rPr lang="zh-TW" altLang="en-US" sz="2800"/>
              <a:t>認識一維與二維以上的陣列</a:t>
            </a:r>
          </a:p>
          <a:p>
            <a:r>
              <a:rPr lang="zh-TW" altLang="en-US" sz="2800"/>
              <a:t>瞭解陣列元素的表示方法</a:t>
            </a:r>
          </a:p>
          <a:p>
            <a:r>
              <a:rPr lang="zh-TW" altLang="en-US" sz="2800"/>
              <a:t>迴圈與陣列的使用</a:t>
            </a:r>
          </a:p>
          <a:p>
            <a:r>
              <a:rPr lang="zh-TW" altLang="en-US" sz="2800"/>
              <a:t>學習傳遞陣列至函數裡</a:t>
            </a:r>
          </a:p>
          <a:p>
            <a:r>
              <a:rPr lang="zh-TW" altLang="en-US" sz="2800"/>
              <a:t>字串的認識與使用</a:t>
            </a:r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44F4536B-9DCE-49E0-9AFE-7ABD80DCA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14" y="3473871"/>
            <a:ext cx="5858201" cy="3261891"/>
          </a:xfrm>
          <a:prstGeom prst="rect">
            <a:avLst/>
          </a:prstGeom>
        </p:spPr>
      </p:pic>
      <p:sp>
        <p:nvSpPr>
          <p:cNvPr id="57856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78470"/>
          </a:xfrm>
        </p:spPr>
        <p:txBody>
          <a:bodyPr/>
          <a:lstStyle/>
          <a:p>
            <a:r>
              <a:rPr lang="zh-TW" altLang="en-US" dirty="0"/>
              <a:t>一維陣列的宣告</a:t>
            </a:r>
            <a:endParaRPr lang="en-US" altLang="zh-TW" dirty="0"/>
          </a:p>
        </p:txBody>
      </p:sp>
      <p:sp>
        <p:nvSpPr>
          <p:cNvPr id="578565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839072"/>
            <a:ext cx="7848600" cy="1130766"/>
          </a:xfrm>
        </p:spPr>
        <p:txBody>
          <a:bodyPr/>
          <a:lstStyle/>
          <a:p>
            <a:r>
              <a:rPr lang="zh-TW" altLang="en-US" sz="2600" dirty="0"/>
              <a:t>陣列可用來存放相同型態的元素 </a:t>
            </a:r>
          </a:p>
          <a:p>
            <a:r>
              <a:rPr lang="zh-TW" altLang="en-US" sz="2600" dirty="0"/>
              <a:t>一維陣列的宣告格式</a:t>
            </a:r>
          </a:p>
        </p:txBody>
      </p:sp>
      <p:sp>
        <p:nvSpPr>
          <p:cNvPr id="578567" name="AutoShape 7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Arial" panose="020B0604020202020204" pitchFamily="34" charset="0"/>
              </a:rPr>
              <a:t>一維陣列</a:t>
            </a:r>
            <a:endParaRPr lang="zh-TW" altLang="en-US">
              <a:latin typeface="Arial" panose="020B0604020202020204" pitchFamily="34" charset="0"/>
            </a:endParaRPr>
          </a:p>
        </p:txBody>
      </p:sp>
      <p:pic>
        <p:nvPicPr>
          <p:cNvPr id="578571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1866" y="1714701"/>
            <a:ext cx="3959734" cy="1422980"/>
          </a:xfrm>
          <a:prstGeom prst="rect">
            <a:avLst/>
          </a:prstGeom>
          <a:noFill/>
          <a:ln w="9525">
            <a:solidFill>
              <a:srgbClr val="99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78572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5869486"/>
            <a:ext cx="1572109" cy="728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309" y="2077787"/>
            <a:ext cx="4028552" cy="832633"/>
          </a:xfrm>
          <a:prstGeom prst="rect">
            <a:avLst/>
          </a:prstGeom>
        </p:spPr>
      </p:pic>
      <p:sp>
        <p:nvSpPr>
          <p:cNvPr id="9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D45B-7AE0-4648-89D2-E42C1B2A0DA3}" type="slidenum">
              <a:rPr lang="en-US" altLang="zh-TW"/>
              <a:pPr/>
              <a:t>2</a:t>
            </a:fld>
            <a:endParaRPr lang="en-US" altLang="zh-TW"/>
          </a:p>
        </p:txBody>
      </p:sp>
      <p:pic>
        <p:nvPicPr>
          <p:cNvPr id="11" name="Picture 21">
            <a:extLst>
              <a:ext uri="{FF2B5EF4-FFF2-40B4-BE49-F238E27FC236}">
                <a16:creationId xmlns:a16="http://schemas.microsoft.com/office/drawing/2014/main" id="{23997E0C-5391-4D83-83AA-292CB487F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3874" y="3685611"/>
            <a:ext cx="3705907" cy="1378076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EFA0E2E5-E934-4350-8791-6C15A66A5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9986" y="5262554"/>
            <a:ext cx="298161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600" dirty="0"/>
              <a:t>合法的一維陣列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37E-F74E-406E-8C39-7DEFE85CF090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58266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陣列初值的設定 </a:t>
            </a:r>
            <a:r>
              <a:rPr lang="en-US" altLang="zh-TW"/>
              <a:t>(1/2)</a:t>
            </a:r>
          </a:p>
        </p:txBody>
      </p:sp>
      <p:sp>
        <p:nvSpPr>
          <p:cNvPr id="582682" name="Rectangle 26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881188"/>
            <a:ext cx="8255000" cy="4284662"/>
          </a:xfrm>
          <a:noFill/>
          <a:ln/>
        </p:spPr>
        <p:txBody>
          <a:bodyPr/>
          <a:lstStyle/>
          <a:p>
            <a:r>
              <a:rPr lang="zh-TW" altLang="en-US" sz="2600" dirty="0"/>
              <a:t>在宣告時就給予陣列初值，可用下面的語法 </a:t>
            </a:r>
          </a:p>
          <a:p>
            <a:endParaRPr lang="zh-TW" altLang="en-US" sz="2600" dirty="0"/>
          </a:p>
          <a:p>
            <a:endParaRPr lang="zh-TW" altLang="en-US" sz="2600" dirty="0"/>
          </a:p>
          <a:p>
            <a:r>
              <a:rPr lang="en-US" altLang="zh-TW" sz="2600" dirty="0"/>
              <a:t>C++</a:t>
            </a:r>
            <a:r>
              <a:rPr lang="zh-TW" altLang="en-US" sz="2600" dirty="0"/>
              <a:t>陣列宣告及初值的設定範例</a:t>
            </a:r>
          </a:p>
        </p:txBody>
      </p:sp>
      <p:sp>
        <p:nvSpPr>
          <p:cNvPr id="582690" name="AutoShape 3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Arial" panose="020B0604020202020204" pitchFamily="34" charset="0"/>
              </a:rPr>
              <a:t>一維陣列</a:t>
            </a:r>
            <a:endParaRPr lang="zh-TW" altLang="en-US">
              <a:latin typeface="Arial" panose="020B0604020202020204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88" y="2564904"/>
            <a:ext cx="4540288" cy="920792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33EE5E27-EDE3-422A-BC0B-01F1756F0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97" y="4401108"/>
            <a:ext cx="6142252" cy="160034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6E77C665-8E90-4F95-AAC7-71AC8577F1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588" y="4868153"/>
            <a:ext cx="6569009" cy="9906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82299-A638-4C0C-8568-6B21C624D0A9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67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陣列初值的設定 </a:t>
            </a:r>
            <a:r>
              <a:rPr lang="en-US" altLang="zh-TW"/>
              <a:t>(2/2)</a:t>
            </a:r>
          </a:p>
        </p:txBody>
      </p:sp>
      <p:sp>
        <p:nvSpPr>
          <p:cNvPr id="67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b="1" dirty="0"/>
              <a:t>一維陣列設定初值的範例</a:t>
            </a:r>
            <a:r>
              <a:rPr lang="zh-TW" altLang="en-US" sz="2600" dirty="0"/>
              <a:t> </a:t>
            </a:r>
          </a:p>
        </p:txBody>
      </p:sp>
      <p:sp>
        <p:nvSpPr>
          <p:cNvPr id="679945" name="AutoShape 9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Arial" panose="020B0604020202020204" pitchFamily="34" charset="0"/>
              </a:rPr>
              <a:t>一維陣列</a:t>
            </a:r>
            <a:endParaRPr lang="zh-TW" altLang="en-US">
              <a:latin typeface="Arial" panose="020B0604020202020204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56" y="2348880"/>
            <a:ext cx="6404948" cy="3409456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868" y="5300012"/>
            <a:ext cx="4925908" cy="12892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圓角矩形 4"/>
          <p:cNvSpPr/>
          <p:nvPr/>
        </p:nvSpPr>
        <p:spPr>
          <a:xfrm>
            <a:off x="4516405" y="4970007"/>
            <a:ext cx="2035650" cy="427309"/>
          </a:xfrm>
          <a:prstGeom prst="roundRect">
            <a:avLst/>
          </a:prstGeom>
          <a:solidFill>
            <a:srgbClr val="99CCFF"/>
          </a:solidFill>
          <a:ln>
            <a:solidFill>
              <a:srgbClr val="FF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rgbClr val="9900CC"/>
                </a:solidFill>
              </a:rPr>
              <a:t>修改第</a:t>
            </a:r>
            <a:r>
              <a:rPr lang="en-US" altLang="zh-TW" sz="1400" dirty="0">
                <a:solidFill>
                  <a:srgbClr val="9900CC"/>
                </a:solidFill>
              </a:rPr>
              <a:t>5</a:t>
            </a:r>
            <a:r>
              <a:rPr lang="zh-TW" altLang="en-US" sz="1400" dirty="0">
                <a:solidFill>
                  <a:srgbClr val="9900CC"/>
                </a:solidFill>
              </a:rPr>
              <a:t>行並加入敘述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E7FA-3812-45FC-8C55-22D054144628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5836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簡單的範例 </a:t>
            </a:r>
          </a:p>
        </p:txBody>
      </p:sp>
      <p:sp>
        <p:nvSpPr>
          <p:cNvPr id="583685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215516" y="1417637"/>
            <a:ext cx="8100900" cy="625475"/>
          </a:xfrm>
        </p:spPr>
        <p:txBody>
          <a:bodyPr/>
          <a:lstStyle/>
          <a:p>
            <a:pPr marL="495300" indent="-495300"/>
            <a:r>
              <a:rPr lang="zh-TW" altLang="en-US" sz="2600" dirty="0"/>
              <a:t>將陣列裡的最大及最小值列出</a:t>
            </a:r>
          </a:p>
        </p:txBody>
      </p:sp>
      <p:sp>
        <p:nvSpPr>
          <p:cNvPr id="583827" name="AutoShape 147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Arial" panose="020B0604020202020204" pitchFamily="34" charset="0"/>
              </a:rPr>
              <a:t>一維陣列</a:t>
            </a:r>
            <a:endParaRPr lang="zh-TW" altLang="en-US">
              <a:latin typeface="Arial" panose="020B0604020202020204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354" y="2036587"/>
            <a:ext cx="5539068" cy="47265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C061B-A158-4BFA-A7C9-33E68BB48BD0}" type="slidenum">
              <a:rPr lang="en-US" altLang="zh-TW"/>
              <a:pPr/>
              <a:t>6</a:t>
            </a:fld>
            <a:endParaRPr lang="en-US" altLang="zh-TW"/>
          </a:p>
        </p:txBody>
      </p:sp>
      <p:sp>
        <p:nvSpPr>
          <p:cNvPr id="585732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78470"/>
          </a:xfrm>
        </p:spPr>
        <p:txBody>
          <a:bodyPr/>
          <a:lstStyle/>
          <a:p>
            <a:r>
              <a:rPr lang="zh-TW" altLang="en-US" dirty="0"/>
              <a:t>陣列界限的檢查 </a:t>
            </a:r>
            <a:endParaRPr lang="en-US" altLang="zh-TW" dirty="0"/>
          </a:p>
        </p:txBody>
      </p:sp>
      <p:sp>
        <p:nvSpPr>
          <p:cNvPr id="585733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793750"/>
            <a:ext cx="8229600" cy="522287"/>
          </a:xfrm>
        </p:spPr>
        <p:txBody>
          <a:bodyPr/>
          <a:lstStyle/>
          <a:p>
            <a:r>
              <a:rPr lang="zh-TW" altLang="en-US" sz="2600" dirty="0"/>
              <a:t>下面的程式裡，將陣列界限的檢查範圍加入 </a:t>
            </a:r>
          </a:p>
        </p:txBody>
      </p:sp>
      <p:sp>
        <p:nvSpPr>
          <p:cNvPr id="585745" name="AutoShape 17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Arial" panose="020B0604020202020204" pitchFamily="34" charset="0"/>
              </a:rPr>
              <a:t>一維陣列</a:t>
            </a:r>
            <a:endParaRPr lang="zh-TW" altLang="en-US">
              <a:latin typeface="Arial" panose="020B0604020202020204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88" y="1395797"/>
            <a:ext cx="4442470" cy="5377727"/>
          </a:xfrm>
          <a:prstGeom prst="rect">
            <a:avLst/>
          </a:prstGeom>
        </p:spPr>
      </p:pic>
      <p:sp>
        <p:nvSpPr>
          <p:cNvPr id="7" name="Rectangle 12">
            <a:extLst>
              <a:ext uri="{FF2B5EF4-FFF2-40B4-BE49-F238E27FC236}">
                <a16:creationId xmlns:a16="http://schemas.microsoft.com/office/drawing/2014/main" id="{3E39A295-3498-4EE3-9794-BE3714509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9426" y="2096853"/>
            <a:ext cx="4049529" cy="2268252"/>
          </a:xfrm>
          <a:prstGeom prst="rect">
            <a:avLst/>
          </a:prstGeom>
          <a:solidFill>
            <a:srgbClr val="FFFFCC"/>
          </a:solidFill>
          <a:ln>
            <a:solidFill>
              <a:srgbClr val="7030A0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2000" dirty="0"/>
              <a:t>C++</a:t>
            </a:r>
            <a:r>
              <a:rPr lang="zh-TW" altLang="en-US" sz="2000" dirty="0"/>
              <a:t>不會檢查註標值的大小</a:t>
            </a:r>
          </a:p>
          <a:p>
            <a:pPr algn="just"/>
            <a:r>
              <a:rPr lang="zh-TW" altLang="en-US" sz="2000" dirty="0"/>
              <a:t>當註標值超過陣列的長度時，可能造成不可預期的錯誤</a:t>
            </a:r>
          </a:p>
          <a:p>
            <a:pPr algn="just"/>
            <a:r>
              <a:rPr lang="zh-TW" altLang="en-US" sz="2000" dirty="0"/>
              <a:t>這種錯誤是在執行時才發生，，不是在編譯時期發生的錯誤，編譯器無法提出警告訊息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F1AB9-A544-4DD2-87F0-DB3C6DAA6B09}" type="slidenum">
              <a:rPr lang="en-US" altLang="zh-TW"/>
              <a:pPr/>
              <a:t>7</a:t>
            </a:fld>
            <a:endParaRPr lang="en-US" altLang="zh-TW"/>
          </a:p>
        </p:txBody>
      </p:sp>
      <p:sp>
        <p:nvSpPr>
          <p:cNvPr id="68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二維陣列的宣告 </a:t>
            </a:r>
            <a:r>
              <a:rPr lang="en-US" altLang="zh-TW" dirty="0"/>
              <a:t>(1/2)</a:t>
            </a:r>
          </a:p>
        </p:txBody>
      </p:sp>
      <p:sp>
        <p:nvSpPr>
          <p:cNvPr id="68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dirty="0"/>
              <a:t>二維陣列（</a:t>
            </a:r>
            <a:r>
              <a:rPr lang="en-US" altLang="zh-TW" sz="2600" dirty="0"/>
              <a:t>2-dimensional array</a:t>
            </a:r>
            <a:r>
              <a:rPr lang="zh-TW" altLang="en-US" sz="2600" dirty="0"/>
              <a:t>） 宣告格式</a:t>
            </a:r>
          </a:p>
          <a:p>
            <a:endParaRPr lang="zh-TW" altLang="en-US" sz="2600" dirty="0"/>
          </a:p>
          <a:p>
            <a:endParaRPr lang="zh-TW" altLang="en-US" sz="2600" dirty="0"/>
          </a:p>
          <a:p>
            <a:endParaRPr lang="en-US" altLang="zh-TW" sz="2600" dirty="0"/>
          </a:p>
          <a:p>
            <a:r>
              <a:rPr lang="zh-TW" altLang="en-US" sz="2600" dirty="0"/>
              <a:t>下面的範例都是合法的陣列宣告  </a:t>
            </a:r>
          </a:p>
        </p:txBody>
      </p:sp>
      <p:sp>
        <p:nvSpPr>
          <p:cNvPr id="680964" name="AutoShape 4" descr="橡樹"/>
          <p:cNvSpPr>
            <a:spLocks noChangeArrowheads="1"/>
          </p:cNvSpPr>
          <p:nvPr/>
        </p:nvSpPr>
        <p:spPr bwMode="auto">
          <a:xfrm>
            <a:off x="5003800" y="260350"/>
            <a:ext cx="2808288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二維以上的多維陣列</a:t>
            </a:r>
          </a:p>
        </p:txBody>
      </p:sp>
      <p:pic>
        <p:nvPicPr>
          <p:cNvPr id="68096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4761148"/>
            <a:ext cx="7653338" cy="62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448" y="2564904"/>
            <a:ext cx="4262292" cy="10420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FFD0B-3EA9-48EF-994C-1EA8166EF689}" type="slidenum">
              <a:rPr lang="en-US" altLang="zh-TW"/>
              <a:pPr/>
              <a:t>8</a:t>
            </a:fld>
            <a:endParaRPr lang="en-US" altLang="zh-TW"/>
          </a:p>
        </p:txBody>
      </p:sp>
      <p:sp>
        <p:nvSpPr>
          <p:cNvPr id="68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9974" y="122238"/>
            <a:ext cx="7543800" cy="698249"/>
          </a:xfrm>
        </p:spPr>
        <p:txBody>
          <a:bodyPr/>
          <a:lstStyle/>
          <a:p>
            <a:r>
              <a:rPr lang="zh-TW" altLang="en-US" dirty="0"/>
              <a:t>二維陣列的宣告 </a:t>
            </a:r>
            <a:r>
              <a:rPr lang="en-US" altLang="zh-TW" dirty="0"/>
              <a:t>(2/2)</a:t>
            </a:r>
          </a:p>
        </p:txBody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" y="1093839"/>
            <a:ext cx="8229600" cy="4411662"/>
          </a:xfrm>
        </p:spPr>
        <p:txBody>
          <a:bodyPr/>
          <a:lstStyle/>
          <a:p>
            <a:r>
              <a:rPr lang="zh-TW" altLang="en-US" sz="2000" dirty="0"/>
              <a:t>想直接在宣告時就給予陣列初值，如下面的格式</a:t>
            </a:r>
          </a:p>
          <a:p>
            <a:endParaRPr lang="zh-TW" altLang="en-US" sz="2600" dirty="0"/>
          </a:p>
          <a:p>
            <a:endParaRPr lang="zh-TW" altLang="en-US" sz="2600" dirty="0"/>
          </a:p>
          <a:p>
            <a:endParaRPr lang="zh-TW" altLang="en-US" sz="2600" dirty="0"/>
          </a:p>
          <a:p>
            <a:r>
              <a:rPr lang="zh-TW" altLang="en-US" sz="2000" dirty="0"/>
              <a:t>下面的陣列</a:t>
            </a:r>
            <a:r>
              <a:rPr lang="en-US" altLang="zh-TW" sz="2000" dirty="0"/>
              <a:t>sale</a:t>
            </a:r>
            <a:r>
              <a:rPr lang="zh-TW" altLang="en-US" sz="2000" dirty="0"/>
              <a:t>宣告及初值的設定範例  </a:t>
            </a:r>
          </a:p>
        </p:txBody>
      </p:sp>
      <p:sp>
        <p:nvSpPr>
          <p:cNvPr id="683012" name="AutoShape 4" descr="橡樹"/>
          <p:cNvSpPr>
            <a:spLocks noChangeArrowheads="1"/>
          </p:cNvSpPr>
          <p:nvPr/>
        </p:nvSpPr>
        <p:spPr bwMode="auto">
          <a:xfrm>
            <a:off x="5003800" y="260350"/>
            <a:ext cx="2808288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二維以上的多維陣列</a:t>
            </a:r>
          </a:p>
        </p:txBody>
      </p:sp>
      <p:pic>
        <p:nvPicPr>
          <p:cNvPr id="683015" name="Picture 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559" b="1716"/>
          <a:stretch/>
        </p:blipFill>
        <p:spPr bwMode="auto">
          <a:xfrm>
            <a:off x="800100" y="3931137"/>
            <a:ext cx="3384995" cy="449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866" y="1741511"/>
            <a:ext cx="4247804" cy="1143165"/>
          </a:xfrm>
          <a:prstGeom prst="rect">
            <a:avLst/>
          </a:prstGeom>
        </p:spPr>
      </p:pic>
      <p:pic>
        <p:nvPicPr>
          <p:cNvPr id="9" name="Picture 5">
            <a:extLst>
              <a:ext uri="{FF2B5EF4-FFF2-40B4-BE49-F238E27FC236}">
                <a16:creationId xmlns:a16="http://schemas.microsoft.com/office/drawing/2014/main" id="{87FC4E70-3BA6-4E27-BDBC-8196A3EF1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728" y="4499346"/>
            <a:ext cx="3384995" cy="871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5C7287F4-8A7A-4150-BBB4-233BEB51D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379" y="3619599"/>
            <a:ext cx="2953110" cy="1973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0EECC8B0-6EF5-4259-81C1-6ECA4AF80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778888"/>
            <a:ext cx="4247803" cy="1459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0A77A3AA-D2BB-4536-AF3D-DEDD524F3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9920" y="5867967"/>
            <a:ext cx="3168489" cy="69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C589A2EC-863C-4ADE-AA74-823A02D79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392" y="5769221"/>
            <a:ext cx="3384995" cy="69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000" dirty="0"/>
              <a:t>宣告二維陣列，並設定初值時，列的個數可以省略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792B701-C5BE-4198-B7BD-47BC9B498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66" y="1558006"/>
            <a:ext cx="5938534" cy="5147594"/>
          </a:xfrm>
          <a:prstGeom prst="rect">
            <a:avLst/>
          </a:prstGeom>
        </p:spPr>
      </p:pic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CE85B-19E6-44A6-AA7F-90FCCF71CA06}" type="slidenum">
              <a:rPr lang="en-US" altLang="zh-TW"/>
              <a:pPr/>
              <a:t>9</a:t>
            </a:fld>
            <a:endParaRPr lang="en-US" altLang="zh-TW"/>
          </a:p>
        </p:txBody>
      </p:sp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二維陣列元素的引用及存取 </a:t>
            </a:r>
          </a:p>
        </p:txBody>
      </p:sp>
      <p:sp>
        <p:nvSpPr>
          <p:cNvPr id="685060" name="AutoShape 4" descr="橡樹"/>
          <p:cNvSpPr>
            <a:spLocks noChangeArrowheads="1"/>
          </p:cNvSpPr>
          <p:nvPr/>
        </p:nvSpPr>
        <p:spPr bwMode="auto">
          <a:xfrm>
            <a:off x="5003800" y="260350"/>
            <a:ext cx="2808288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二維以上的多維陣列</a:t>
            </a:r>
          </a:p>
        </p:txBody>
      </p:sp>
      <p:sp>
        <p:nvSpPr>
          <p:cNvPr id="68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91294" y="1704978"/>
            <a:ext cx="3935413" cy="886741"/>
          </a:xfrm>
          <a:solidFill>
            <a:srgbClr val="99CCFF"/>
          </a:solidFill>
        </p:spPr>
        <p:txBody>
          <a:bodyPr/>
          <a:lstStyle/>
          <a:p>
            <a:r>
              <a:rPr lang="zh-TW" altLang="en-US" sz="2600" dirty="0"/>
              <a:t>以二維陣列</a:t>
            </a:r>
            <a:r>
              <a:rPr lang="en-US" altLang="zh-TW" sz="2600" dirty="0"/>
              <a:t>sale</a:t>
            </a:r>
            <a:r>
              <a:rPr lang="zh-TW" altLang="en-US" sz="2600" dirty="0"/>
              <a:t>為例，介紹如何讀取二維陣列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B586CC-32ED-4B6D-B97B-D5AAFD1F8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3342603"/>
            <a:ext cx="2582260" cy="1725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0D54DC8-E9EE-4345-80BF-4FB38ED118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6290" y="5465225"/>
            <a:ext cx="4247804" cy="11431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8E5B-20F6-4B35-A989-3B4151F8BFBB}" type="slidenum">
              <a:rPr lang="en-US" altLang="zh-TW"/>
              <a:pPr/>
              <a:t>10</a:t>
            </a:fld>
            <a:endParaRPr lang="en-US" altLang="zh-TW"/>
          </a:p>
        </p:txBody>
      </p:sp>
      <p:sp>
        <p:nvSpPr>
          <p:cNvPr id="68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多維陣列 </a:t>
            </a:r>
            <a:r>
              <a:rPr lang="en-US" altLang="zh-TW" dirty="0"/>
              <a:t>(1/2) </a:t>
            </a:r>
          </a:p>
        </p:txBody>
      </p:sp>
      <p:sp>
        <p:nvSpPr>
          <p:cNvPr id="68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dirty="0"/>
              <a:t>宣告一個</a:t>
            </a:r>
            <a:r>
              <a:rPr lang="en-US" altLang="zh-TW" sz="2600" dirty="0"/>
              <a:t>2×4×3</a:t>
            </a:r>
            <a:r>
              <a:rPr lang="zh-TW" altLang="en-US" sz="2600" dirty="0"/>
              <a:t>的陣列</a:t>
            </a:r>
            <a:r>
              <a:rPr lang="en-US" altLang="zh-TW" sz="2600" dirty="0"/>
              <a:t>A</a:t>
            </a:r>
            <a:r>
              <a:rPr lang="zh-TW" altLang="en-US" sz="2600" dirty="0"/>
              <a:t>，可以利用下面的語法 </a:t>
            </a:r>
          </a:p>
        </p:txBody>
      </p:sp>
      <p:sp>
        <p:nvSpPr>
          <p:cNvPr id="686084" name="AutoShape 4" descr="橡樹"/>
          <p:cNvSpPr>
            <a:spLocks noChangeArrowheads="1"/>
          </p:cNvSpPr>
          <p:nvPr/>
        </p:nvSpPr>
        <p:spPr bwMode="auto">
          <a:xfrm>
            <a:off x="5003800" y="260350"/>
            <a:ext cx="2808288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二維以上的多維陣列</a:t>
            </a:r>
          </a:p>
        </p:txBody>
      </p:sp>
      <p:pic>
        <p:nvPicPr>
          <p:cNvPr id="68608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276475"/>
            <a:ext cx="65690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913" y="2955031"/>
            <a:ext cx="5669166" cy="35259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08" y="1488837"/>
            <a:ext cx="5551045" cy="52961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6D71ED-E2D6-4A9F-8DBD-AF43EC61C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8014" y="4064642"/>
            <a:ext cx="3808611" cy="2061615"/>
          </a:xfrm>
          <a:prstGeom prst="rect">
            <a:avLst/>
          </a:prstGeom>
          <a:noFill/>
          <a:ln w="9525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CD574-13DE-440A-B5DC-ADCF67C6E2CC}" type="slidenum">
              <a:rPr lang="en-US" altLang="zh-TW"/>
              <a:pPr/>
              <a:t>11</a:t>
            </a:fld>
            <a:endParaRPr lang="en-US" altLang="zh-TW"/>
          </a:p>
        </p:txBody>
      </p:sp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12569"/>
          </a:xfrm>
        </p:spPr>
        <p:txBody>
          <a:bodyPr/>
          <a:lstStyle/>
          <a:p>
            <a:r>
              <a:rPr lang="zh-TW" altLang="en-US" dirty="0"/>
              <a:t>多維陣列 </a:t>
            </a:r>
            <a:r>
              <a:rPr lang="en-US" altLang="zh-TW" dirty="0"/>
              <a:t>(2/2)</a:t>
            </a:r>
          </a:p>
        </p:txBody>
      </p:sp>
      <p:sp>
        <p:nvSpPr>
          <p:cNvPr id="68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92243"/>
            <a:ext cx="8507413" cy="593613"/>
          </a:xfrm>
        </p:spPr>
        <p:txBody>
          <a:bodyPr/>
          <a:lstStyle/>
          <a:p>
            <a:r>
              <a:rPr lang="zh-TW" altLang="en-US" sz="2600" dirty="0"/>
              <a:t>在三維陣列裡，找出元素的</a:t>
            </a:r>
            <a:r>
              <a:rPr lang="zh-TW" altLang="en-US" sz="2600" b="1" dirty="0">
                <a:solidFill>
                  <a:srgbClr val="FF0000"/>
                </a:solidFill>
              </a:rPr>
              <a:t>最大值</a:t>
            </a:r>
          </a:p>
        </p:txBody>
      </p:sp>
      <p:sp>
        <p:nvSpPr>
          <p:cNvPr id="687108" name="AutoShape 4" descr="橡樹"/>
          <p:cNvSpPr>
            <a:spLocks noChangeArrowheads="1"/>
          </p:cNvSpPr>
          <p:nvPr/>
        </p:nvSpPr>
        <p:spPr bwMode="auto">
          <a:xfrm>
            <a:off x="5003800" y="260350"/>
            <a:ext cx="2808288" cy="395288"/>
          </a:xfrm>
          <a:prstGeom prst="roundRect">
            <a:avLst>
              <a:gd name="adj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二維以上的多維陣列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6490D07-9F74-4520-8BCB-8861C9A3A3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156" y="1890272"/>
            <a:ext cx="4435872" cy="2052228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8D64B23C-CA47-41E5-8FC1-C7618DEC1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0" y="6320631"/>
            <a:ext cx="6578600" cy="312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4B74-ED9C-4FDF-AA0B-29710C43EEFA}" type="slidenum">
              <a:rPr lang="en-US" altLang="zh-TW"/>
              <a:pPr/>
              <a:t>12</a:t>
            </a:fld>
            <a:endParaRPr lang="en-US" altLang="zh-TW"/>
          </a:p>
        </p:txBody>
      </p:sp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70520" y="122238"/>
            <a:ext cx="7930480" cy="1326542"/>
          </a:xfrm>
        </p:spPr>
        <p:txBody>
          <a:bodyPr/>
          <a:lstStyle/>
          <a:p>
            <a:r>
              <a:rPr lang="zh-TW" altLang="en-US" dirty="0"/>
              <a:t>一維陣列為引數傳遞</a:t>
            </a:r>
            <a:br>
              <a:rPr lang="en-US" altLang="zh-TW" dirty="0"/>
            </a:br>
            <a:endParaRPr lang="en-US" altLang="zh-TW" dirty="0"/>
          </a:p>
        </p:txBody>
      </p:sp>
      <p:sp>
        <p:nvSpPr>
          <p:cNvPr id="691205" name="AutoShape 5" descr="橡樹"/>
          <p:cNvSpPr>
            <a:spLocks noChangeArrowheads="1"/>
          </p:cNvSpPr>
          <p:nvPr/>
        </p:nvSpPr>
        <p:spPr bwMode="auto">
          <a:xfrm>
            <a:off x="5003800" y="260350"/>
            <a:ext cx="2808288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傳遞陣列給函數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92" y="995772"/>
            <a:ext cx="5009580" cy="576996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5DAA7C5-2F16-4AEF-9A36-95FF34BD5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024" y="1831388"/>
            <a:ext cx="4285456" cy="27154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245A4-D876-4F37-ABD8-EF6078C4A615}" type="slidenum">
              <a:rPr lang="en-US" altLang="zh-TW"/>
              <a:pPr/>
              <a:t>13</a:t>
            </a:fld>
            <a:endParaRPr lang="en-US" altLang="zh-TW"/>
          </a:p>
        </p:txBody>
      </p:sp>
      <p:sp>
        <p:nvSpPr>
          <p:cNvPr id="69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31800" y="0"/>
            <a:ext cx="7543800" cy="688975"/>
          </a:xfrm>
        </p:spPr>
        <p:txBody>
          <a:bodyPr/>
          <a:lstStyle/>
          <a:p>
            <a:r>
              <a:rPr lang="zh-TW" altLang="en-US" dirty="0"/>
              <a:t>傳遞多維陣列 </a:t>
            </a:r>
            <a:endParaRPr lang="en-US" altLang="zh-TW" dirty="0"/>
          </a:p>
        </p:txBody>
      </p:sp>
      <p:sp>
        <p:nvSpPr>
          <p:cNvPr id="69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765175"/>
            <a:ext cx="7642225" cy="501815"/>
          </a:xfrm>
        </p:spPr>
        <p:txBody>
          <a:bodyPr/>
          <a:lstStyle/>
          <a:p>
            <a:r>
              <a:rPr lang="zh-TW" altLang="en-US" sz="2600" dirty="0"/>
              <a:t>下面是傳遞二維陣列到函數的練習 </a:t>
            </a:r>
          </a:p>
        </p:txBody>
      </p:sp>
      <p:sp>
        <p:nvSpPr>
          <p:cNvPr id="694277" name="AutoShape 5" descr="橡樹"/>
          <p:cNvSpPr>
            <a:spLocks noChangeArrowheads="1"/>
          </p:cNvSpPr>
          <p:nvPr/>
        </p:nvSpPr>
        <p:spPr bwMode="auto">
          <a:xfrm>
            <a:off x="5003800" y="260350"/>
            <a:ext cx="2808288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傳遞陣列給函數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16" y="1343190"/>
            <a:ext cx="6019097" cy="543861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50F9D6D-F2C7-44F4-822F-3607DF351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5147" y="1520788"/>
            <a:ext cx="5036105" cy="270935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53148"/>
            <a:ext cx="6330840" cy="4352452"/>
          </a:xfrm>
          <a:prstGeom prst="rect">
            <a:avLst/>
          </a:prstGeom>
        </p:spPr>
      </p:pic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AD6F4-7C6A-4FCD-91AE-6D68B932AF1B}" type="slidenum">
              <a:rPr lang="en-US" altLang="zh-TW"/>
              <a:pPr/>
              <a:t>14</a:t>
            </a:fld>
            <a:endParaRPr lang="en-US" altLang="zh-TW"/>
          </a:p>
        </p:txBody>
      </p:sp>
      <p:sp>
        <p:nvSpPr>
          <p:cNvPr id="69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傳「值」還是傳「位址」？ </a:t>
            </a:r>
            <a:r>
              <a:rPr lang="en-US" altLang="zh-TW" dirty="0"/>
              <a:t>(1/2)</a:t>
            </a:r>
          </a:p>
        </p:txBody>
      </p:sp>
      <p:sp>
        <p:nvSpPr>
          <p:cNvPr id="69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dirty="0"/>
              <a:t>函數傳值的過程 </a:t>
            </a:r>
          </a:p>
        </p:txBody>
      </p:sp>
      <p:sp>
        <p:nvSpPr>
          <p:cNvPr id="696324" name="AutoShape 4" descr="橡樹"/>
          <p:cNvSpPr>
            <a:spLocks noChangeArrowheads="1"/>
          </p:cNvSpPr>
          <p:nvPr/>
        </p:nvSpPr>
        <p:spPr bwMode="auto">
          <a:xfrm>
            <a:off x="5003800" y="260350"/>
            <a:ext cx="2808288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傳遞陣列給函數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4E2FBA2-9874-4F14-9B49-1818B6776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9205" y="1952836"/>
            <a:ext cx="3450606" cy="18749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A06C5-6AE9-4803-A7BB-29B2DFB774D1}" type="slidenum">
              <a:rPr lang="en-US" altLang="zh-TW"/>
              <a:pPr/>
              <a:t>15</a:t>
            </a:fld>
            <a:endParaRPr lang="en-US" altLang="zh-TW"/>
          </a:p>
        </p:txBody>
      </p:sp>
      <p:sp>
        <p:nvSpPr>
          <p:cNvPr id="69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傳「值」還是傳「位址」？ </a:t>
            </a:r>
            <a:r>
              <a:rPr lang="en-US" altLang="zh-TW" dirty="0"/>
              <a:t>(2/2)</a:t>
            </a:r>
          </a:p>
        </p:txBody>
      </p:sp>
      <p:sp>
        <p:nvSpPr>
          <p:cNvPr id="69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55750"/>
            <a:ext cx="8229600" cy="557609"/>
          </a:xfrm>
        </p:spPr>
        <p:txBody>
          <a:bodyPr/>
          <a:lstStyle/>
          <a:p>
            <a:r>
              <a:rPr lang="zh-TW" altLang="en-US" sz="2600" dirty="0"/>
              <a:t>下面是函數傳遞陣列位址的範例 </a:t>
            </a:r>
          </a:p>
        </p:txBody>
      </p:sp>
      <p:sp>
        <p:nvSpPr>
          <p:cNvPr id="698372" name="AutoShape 4" descr="橡樹"/>
          <p:cNvSpPr>
            <a:spLocks noChangeArrowheads="1"/>
          </p:cNvSpPr>
          <p:nvPr/>
        </p:nvSpPr>
        <p:spPr bwMode="auto">
          <a:xfrm>
            <a:off x="5003800" y="260350"/>
            <a:ext cx="2808288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傳遞陣列給函數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32" y="2113359"/>
            <a:ext cx="4864287" cy="4622199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467D810-7B35-499E-8E32-1631DE404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1217" y="2300869"/>
            <a:ext cx="3942102" cy="231626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2844EDC-2465-4A57-8A20-38E2F8F4B0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4927" y="4713319"/>
            <a:ext cx="1860764" cy="1763681"/>
          </a:xfrm>
          <a:prstGeom prst="rect">
            <a:avLst/>
          </a:prstGeom>
          <a:ln w="12700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9B952-461A-426E-8AEE-89EAA33CEF1A}" type="slidenum">
              <a:rPr lang="en-US" altLang="zh-TW"/>
              <a:pPr/>
              <a:t>16</a:t>
            </a:fld>
            <a:endParaRPr lang="en-US" altLang="zh-TW"/>
          </a:p>
        </p:txBody>
      </p:sp>
      <p:sp>
        <p:nvSpPr>
          <p:cNvPr id="70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字串常數 </a:t>
            </a:r>
          </a:p>
        </p:txBody>
      </p:sp>
      <p:sp>
        <p:nvSpPr>
          <p:cNvPr id="70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/>
              <a:t>字串常數是以兩個雙引號（</a:t>
            </a:r>
            <a:r>
              <a:rPr lang="en-US" altLang="zh-TW" sz="2600"/>
              <a:t>"</a:t>
            </a:r>
            <a:r>
              <a:rPr lang="zh-TW" altLang="en-US" sz="2600"/>
              <a:t>）包圍起來的資料</a:t>
            </a:r>
          </a:p>
          <a:p>
            <a:endParaRPr lang="zh-TW" altLang="en-US" sz="2600"/>
          </a:p>
          <a:p>
            <a:endParaRPr lang="zh-TW" altLang="en-US" sz="2600"/>
          </a:p>
          <a:p>
            <a:r>
              <a:rPr lang="zh-TW" altLang="en-US" sz="2600"/>
              <a:t>字串儲存在記憶體時，會加上字串結束字元</a:t>
            </a:r>
            <a:r>
              <a:rPr lang="en-US" altLang="zh-TW" sz="2600"/>
              <a:t>\0</a:t>
            </a:r>
            <a:r>
              <a:rPr lang="zh-TW" altLang="en-US" sz="2600"/>
              <a:t>做結尾  </a:t>
            </a:r>
          </a:p>
        </p:txBody>
      </p:sp>
      <p:sp>
        <p:nvSpPr>
          <p:cNvPr id="700420" name="AutoShape 4" descr="橡樹"/>
          <p:cNvSpPr>
            <a:spLocks noChangeArrowheads="1"/>
          </p:cNvSpPr>
          <p:nvPr/>
        </p:nvSpPr>
        <p:spPr bwMode="auto">
          <a:xfrm>
            <a:off x="4932363" y="260350"/>
            <a:ext cx="287972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字元陣列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--C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型態字串</a:t>
            </a:r>
          </a:p>
        </p:txBody>
      </p:sp>
      <p:pic>
        <p:nvPicPr>
          <p:cNvPr id="70042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2384425"/>
            <a:ext cx="2232025" cy="836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0042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863" y="4292600"/>
            <a:ext cx="4752975" cy="61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82564" y="112242"/>
            <a:ext cx="7543800" cy="1192522"/>
          </a:xfrm>
        </p:spPr>
        <p:txBody>
          <a:bodyPr/>
          <a:lstStyle/>
          <a:p>
            <a:r>
              <a:rPr lang="zh-TW" altLang="en-US" dirty="0"/>
              <a:t>字串的宣告與初值</a:t>
            </a:r>
            <a:br>
              <a:rPr lang="en-US" altLang="zh-TW" dirty="0"/>
            </a:br>
            <a:r>
              <a:rPr lang="zh-TW" altLang="en-US" dirty="0"/>
              <a:t>的設定</a:t>
            </a:r>
            <a:endParaRPr lang="en-US" altLang="zh-TW" dirty="0"/>
          </a:p>
        </p:txBody>
      </p:sp>
      <p:sp>
        <p:nvSpPr>
          <p:cNvPr id="70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30606"/>
            <a:ext cx="8229600" cy="4411662"/>
          </a:xfrm>
        </p:spPr>
        <p:txBody>
          <a:bodyPr/>
          <a:lstStyle/>
          <a:p>
            <a:r>
              <a:rPr lang="zh-TW" altLang="en-US" sz="2600" dirty="0"/>
              <a:t>字串的宣告格式 </a:t>
            </a:r>
          </a:p>
          <a:p>
            <a:endParaRPr lang="zh-TW" altLang="en-US" sz="2600" dirty="0"/>
          </a:p>
          <a:p>
            <a:endParaRPr lang="zh-TW" altLang="en-US" sz="2600" dirty="0"/>
          </a:p>
          <a:p>
            <a:r>
              <a:rPr lang="zh-TW" altLang="en-US" sz="2600" dirty="0"/>
              <a:t>合法的字串變數宣告 </a:t>
            </a:r>
          </a:p>
        </p:txBody>
      </p:sp>
      <p:sp>
        <p:nvSpPr>
          <p:cNvPr id="701445" name="AutoShape 5" descr="橡樹"/>
          <p:cNvSpPr>
            <a:spLocks noChangeArrowheads="1"/>
          </p:cNvSpPr>
          <p:nvPr/>
        </p:nvSpPr>
        <p:spPr bwMode="auto">
          <a:xfrm>
            <a:off x="4932363" y="260350"/>
            <a:ext cx="287972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字元陣列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--C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型態字串</a:t>
            </a:r>
          </a:p>
        </p:txBody>
      </p:sp>
      <p:pic>
        <p:nvPicPr>
          <p:cNvPr id="70144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56" y="3820696"/>
            <a:ext cx="76073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957" y="2179732"/>
            <a:ext cx="3204356" cy="815849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7964" y="2179732"/>
            <a:ext cx="3888432" cy="83716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15DE07F-3416-4F0A-AC42-486674BADE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4081" y="3309295"/>
            <a:ext cx="5018238" cy="3409758"/>
          </a:xfrm>
          <a:prstGeom prst="rect">
            <a:avLst/>
          </a:prstGeom>
        </p:spPr>
      </p:pic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12E95-B04E-48D3-9A83-17C4C58CA65F}" type="slidenum">
              <a:rPr lang="en-US" altLang="zh-TW"/>
              <a:pPr/>
              <a:t>17</a:t>
            </a:fld>
            <a:endParaRPr lang="en-US" altLang="zh-TW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6A741-3DC5-4A88-BF56-77B02E4FC72B}" type="slidenum">
              <a:rPr lang="en-US" altLang="zh-TW"/>
              <a:pPr/>
              <a:t>18</a:t>
            </a:fld>
            <a:endParaRPr lang="en-US" altLang="zh-TW"/>
          </a:p>
        </p:txBody>
      </p:sp>
      <p:sp>
        <p:nvSpPr>
          <p:cNvPr id="70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字串的輸出與輸入 </a:t>
            </a:r>
            <a:r>
              <a:rPr lang="en-US" altLang="zh-TW"/>
              <a:t>(1/3)</a:t>
            </a:r>
          </a:p>
        </p:txBody>
      </p:sp>
      <p:sp>
        <p:nvSpPr>
          <p:cNvPr id="70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 dirty="0"/>
              <a:t>以</a:t>
            </a:r>
            <a:r>
              <a:rPr lang="en-US" altLang="zh-TW" sz="2600" dirty="0" err="1"/>
              <a:t>cout</a:t>
            </a:r>
            <a:r>
              <a:rPr lang="zh-TW" altLang="en-US" sz="2600" dirty="0"/>
              <a:t>輸出字串常數，須用資料流插入運算子「</a:t>
            </a:r>
            <a:r>
              <a:rPr lang="en-US" altLang="zh-TW" sz="2600" dirty="0"/>
              <a:t>&lt;&lt;</a:t>
            </a:r>
            <a:r>
              <a:rPr lang="zh-TW" altLang="en-US" sz="2600" dirty="0"/>
              <a:t>」</a:t>
            </a:r>
          </a:p>
          <a:p>
            <a:endParaRPr lang="zh-TW" altLang="en-US" sz="2600" dirty="0"/>
          </a:p>
          <a:p>
            <a:r>
              <a:rPr lang="zh-TW" altLang="en-US" sz="2600" dirty="0"/>
              <a:t>利用</a:t>
            </a:r>
            <a:r>
              <a:rPr lang="en-US" altLang="zh-TW" sz="2600" dirty="0" err="1"/>
              <a:t>cout</a:t>
            </a:r>
            <a:r>
              <a:rPr lang="zh-TW" altLang="en-US" sz="2600" dirty="0"/>
              <a:t>印出字串物件的內容</a:t>
            </a:r>
          </a:p>
          <a:p>
            <a:endParaRPr lang="zh-TW" altLang="en-US" sz="2600" dirty="0"/>
          </a:p>
          <a:p>
            <a:r>
              <a:rPr lang="zh-TW" altLang="en-US" sz="2600" dirty="0"/>
              <a:t>以</a:t>
            </a:r>
            <a:r>
              <a:rPr lang="en-US" altLang="zh-TW" sz="2600" dirty="0" err="1"/>
              <a:t>cin</a:t>
            </a:r>
            <a:r>
              <a:rPr lang="zh-TW" altLang="en-US" sz="2600" dirty="0"/>
              <a:t>輸入字串時，要使用資料流擷取運算子「</a:t>
            </a:r>
            <a:r>
              <a:rPr lang="en-US" altLang="zh-TW" sz="2600" dirty="0"/>
              <a:t>&gt;&gt;</a:t>
            </a:r>
            <a:r>
              <a:rPr lang="zh-TW" altLang="en-US" sz="2600" dirty="0"/>
              <a:t>」</a:t>
            </a:r>
          </a:p>
          <a:p>
            <a:endParaRPr lang="zh-TW" altLang="en-US" sz="2600" dirty="0"/>
          </a:p>
          <a:p>
            <a:r>
              <a:rPr lang="zh-TW" altLang="en-US" sz="2600" dirty="0"/>
              <a:t>使用</a:t>
            </a:r>
            <a:r>
              <a:rPr lang="en-US" altLang="zh-TW" sz="2600" dirty="0" err="1"/>
              <a:t>cin</a:t>
            </a:r>
            <a:r>
              <a:rPr lang="zh-TW" altLang="en-US" sz="2600" dirty="0"/>
              <a:t>輸入資料內容前，會利用</a:t>
            </a:r>
            <a:r>
              <a:rPr lang="en-US" altLang="zh-TW" sz="2600" dirty="0" err="1"/>
              <a:t>cout</a:t>
            </a:r>
            <a:r>
              <a:rPr lang="zh-TW" altLang="en-US" sz="2600" dirty="0"/>
              <a:t>輸出提示訊息 </a:t>
            </a:r>
          </a:p>
        </p:txBody>
      </p:sp>
      <p:sp>
        <p:nvSpPr>
          <p:cNvPr id="703493" name="AutoShape 5" descr="橡樹"/>
          <p:cNvSpPr>
            <a:spLocks noChangeArrowheads="1"/>
          </p:cNvSpPr>
          <p:nvPr/>
        </p:nvSpPr>
        <p:spPr bwMode="auto">
          <a:xfrm>
            <a:off x="4932363" y="260350"/>
            <a:ext cx="287972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字元陣列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--C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型態字串</a:t>
            </a:r>
          </a:p>
        </p:txBody>
      </p:sp>
      <p:pic>
        <p:nvPicPr>
          <p:cNvPr id="70349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2312988"/>
            <a:ext cx="4681537" cy="40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0349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3536950"/>
            <a:ext cx="6542087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03496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4689475"/>
            <a:ext cx="5197475" cy="56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03497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5949950"/>
            <a:ext cx="6865937" cy="550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6D818-0C12-4650-8017-D43027F26D6E}" type="slidenum">
              <a:rPr lang="en-US" altLang="zh-TW"/>
              <a:pPr/>
              <a:t>19</a:t>
            </a:fld>
            <a:endParaRPr lang="en-US" altLang="zh-TW"/>
          </a:p>
        </p:txBody>
      </p:sp>
      <p:sp>
        <p:nvSpPr>
          <p:cNvPr id="70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字串的輸出與輸入 </a:t>
            </a:r>
            <a:r>
              <a:rPr lang="en-US" altLang="zh-TW"/>
              <a:t>(2/3)</a:t>
            </a:r>
          </a:p>
        </p:txBody>
      </p:sp>
      <p:sp>
        <p:nvSpPr>
          <p:cNvPr id="70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075"/>
            <a:ext cx="8229600" cy="593613"/>
          </a:xfrm>
        </p:spPr>
        <p:txBody>
          <a:bodyPr/>
          <a:lstStyle/>
          <a:p>
            <a:r>
              <a:rPr lang="zh-TW" altLang="en-US" sz="2600" dirty="0"/>
              <a:t>使用</a:t>
            </a:r>
            <a:r>
              <a:rPr lang="en-US" altLang="zh-TW" sz="2600" dirty="0" err="1"/>
              <a:t>cout</a:t>
            </a:r>
            <a:r>
              <a:rPr lang="zh-TW" altLang="en-US" sz="2600" dirty="0"/>
              <a:t>及</a:t>
            </a:r>
            <a:r>
              <a:rPr lang="en-US" altLang="zh-TW" sz="2600" dirty="0" err="1"/>
              <a:t>cin</a:t>
            </a:r>
            <a:r>
              <a:rPr lang="zh-TW" altLang="en-US" sz="2600" dirty="0"/>
              <a:t>的範例（輸出有誤） </a:t>
            </a:r>
          </a:p>
        </p:txBody>
      </p:sp>
      <p:sp>
        <p:nvSpPr>
          <p:cNvPr id="704517" name="AutoShape 5" descr="橡樹"/>
          <p:cNvSpPr>
            <a:spLocks noChangeArrowheads="1"/>
          </p:cNvSpPr>
          <p:nvPr/>
        </p:nvSpPr>
        <p:spPr bwMode="auto">
          <a:xfrm>
            <a:off x="4932363" y="260350"/>
            <a:ext cx="287972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字元陣列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--C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型態字串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2065576"/>
            <a:ext cx="6751846" cy="467203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57CBA-1E5F-42E0-95E3-72E768478D08}" type="slidenum">
              <a:rPr lang="en-US" altLang="zh-TW"/>
              <a:pPr/>
              <a:t>20</a:t>
            </a:fld>
            <a:endParaRPr lang="en-US" altLang="zh-TW"/>
          </a:p>
        </p:txBody>
      </p:sp>
      <p:sp>
        <p:nvSpPr>
          <p:cNvPr id="70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字串的輸出與輸入 </a:t>
            </a:r>
            <a:r>
              <a:rPr lang="en-US" altLang="zh-TW"/>
              <a:t>(3/3)</a:t>
            </a:r>
          </a:p>
        </p:txBody>
      </p:sp>
      <p:sp>
        <p:nvSpPr>
          <p:cNvPr id="70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73992"/>
            <a:ext cx="8229600" cy="521605"/>
          </a:xfrm>
        </p:spPr>
        <p:txBody>
          <a:bodyPr/>
          <a:lstStyle/>
          <a:p>
            <a:r>
              <a:rPr lang="zh-TW" altLang="en-US" sz="2600" dirty="0"/>
              <a:t>利用</a:t>
            </a:r>
            <a:r>
              <a:rPr lang="en-US" altLang="zh-TW" sz="2600" dirty="0" err="1"/>
              <a:t>cin.getline</a:t>
            </a:r>
            <a:r>
              <a:rPr lang="en-US" altLang="zh-TW" sz="2600" dirty="0"/>
              <a:t>() </a:t>
            </a:r>
            <a:r>
              <a:rPr lang="zh-TW" altLang="en-US" sz="2600" dirty="0"/>
              <a:t>修正</a:t>
            </a:r>
            <a:r>
              <a:rPr lang="en-US" altLang="zh-TW" sz="2600" dirty="0"/>
              <a:t>Ch8_12</a:t>
            </a:r>
            <a:r>
              <a:rPr lang="zh-TW" altLang="en-US" sz="2600" dirty="0"/>
              <a:t>可能出現的錯誤 </a:t>
            </a:r>
          </a:p>
        </p:txBody>
      </p:sp>
      <p:sp>
        <p:nvSpPr>
          <p:cNvPr id="705541" name="AutoShape 5" descr="橡樹"/>
          <p:cNvSpPr>
            <a:spLocks noChangeArrowheads="1"/>
          </p:cNvSpPr>
          <p:nvPr/>
        </p:nvSpPr>
        <p:spPr bwMode="auto">
          <a:xfrm>
            <a:off x="4932363" y="260350"/>
            <a:ext cx="287972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字元陣列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--C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型態字串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183" y="2051951"/>
            <a:ext cx="6643834" cy="4710003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6075" y="5252903"/>
            <a:ext cx="5149661" cy="89161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F45F8-6EE1-4E37-AAD5-8DE8B57C962D}" type="slidenum">
              <a:rPr lang="en-US" altLang="zh-TW"/>
              <a:pPr/>
              <a:t>21</a:t>
            </a:fld>
            <a:endParaRPr lang="en-US" altLang="zh-TW"/>
          </a:p>
        </p:txBody>
      </p:sp>
      <p:sp>
        <p:nvSpPr>
          <p:cNvPr id="70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cin.get() </a:t>
            </a:r>
          </a:p>
        </p:txBody>
      </p:sp>
      <p:sp>
        <p:nvSpPr>
          <p:cNvPr id="70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/>
              <a:t>輸入單一字元的情況下，可使用</a:t>
            </a:r>
            <a:r>
              <a:rPr lang="en-US" altLang="zh-TW" sz="2600"/>
              <a:t>cin.get()</a:t>
            </a:r>
            <a:r>
              <a:rPr lang="zh-TW" altLang="en-US" sz="2600"/>
              <a:t>，格式如下</a:t>
            </a:r>
          </a:p>
          <a:p>
            <a:endParaRPr lang="zh-TW" altLang="en-US" sz="2600"/>
          </a:p>
          <a:p>
            <a:endParaRPr lang="zh-TW" altLang="en-US" sz="2600"/>
          </a:p>
          <a:p>
            <a:r>
              <a:rPr lang="zh-TW" altLang="en-US" sz="2600"/>
              <a:t>舉例來說  </a:t>
            </a:r>
          </a:p>
        </p:txBody>
      </p:sp>
      <p:sp>
        <p:nvSpPr>
          <p:cNvPr id="706564" name="AutoShape 4" descr="橡樹"/>
          <p:cNvSpPr>
            <a:spLocks noChangeArrowheads="1"/>
          </p:cNvSpPr>
          <p:nvPr/>
        </p:nvSpPr>
        <p:spPr bwMode="auto">
          <a:xfrm>
            <a:off x="4932363" y="260350"/>
            <a:ext cx="287972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字元陣列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--C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型態字串</a:t>
            </a:r>
          </a:p>
        </p:txBody>
      </p:sp>
      <p:pic>
        <p:nvPicPr>
          <p:cNvPr id="70656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4329113"/>
            <a:ext cx="679132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740" y="2420888"/>
            <a:ext cx="2742589" cy="84558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04837"/>
          </a:xfrm>
        </p:spPr>
        <p:txBody>
          <a:bodyPr/>
          <a:lstStyle/>
          <a:p>
            <a:r>
              <a:rPr lang="zh-TW" altLang="en-US" dirty="0"/>
              <a:t>混合輸入的問題 </a:t>
            </a:r>
            <a:endParaRPr lang="en-US" altLang="zh-TW" dirty="0"/>
          </a:p>
        </p:txBody>
      </p:sp>
      <p:sp>
        <p:nvSpPr>
          <p:cNvPr id="70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0146" y="865187"/>
            <a:ext cx="8543925" cy="4411662"/>
          </a:xfrm>
        </p:spPr>
        <p:txBody>
          <a:bodyPr/>
          <a:lstStyle/>
          <a:p>
            <a:r>
              <a:rPr lang="zh-TW" altLang="en-US" sz="2600" dirty="0"/>
              <a:t>字串與數值混合輸入時可能會發生問題</a:t>
            </a:r>
          </a:p>
        </p:txBody>
      </p:sp>
      <p:sp>
        <p:nvSpPr>
          <p:cNvPr id="707588" name="AutoShape 4" descr="橡樹"/>
          <p:cNvSpPr>
            <a:spLocks noChangeArrowheads="1"/>
          </p:cNvSpPr>
          <p:nvPr/>
        </p:nvSpPr>
        <p:spPr bwMode="auto">
          <a:xfrm>
            <a:off x="4932363" y="260350"/>
            <a:ext cx="287972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字元陣列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--C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型態字串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29" y="2191223"/>
            <a:ext cx="7219898" cy="4364170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8803DFE3-43D1-4BF8-9D86-7FA93B9CF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413" y="1804891"/>
            <a:ext cx="4715306" cy="270423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000" dirty="0"/>
              <a:t>修正錯誤：</a:t>
            </a:r>
          </a:p>
          <a:p>
            <a:pPr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TW" altLang="en-US" sz="1600" b="1" i="1" dirty="0">
                <a:latin typeface="Courier New" panose="02070309020205020404" pitchFamily="49" charset="0"/>
              </a:rPr>
              <a:t>	</a:t>
            </a:r>
            <a:r>
              <a:rPr lang="en-US" altLang="zh-TW" sz="1600" b="1" i="1" dirty="0">
                <a:latin typeface="Courier New" panose="02070309020205020404" pitchFamily="49" charset="0"/>
              </a:rPr>
              <a:t>08</a:t>
            </a:r>
            <a:r>
              <a:rPr lang="en-US" altLang="zh-TW" sz="1600" dirty="0">
                <a:latin typeface="Courier New" panose="02070309020205020404" pitchFamily="49" charset="0"/>
              </a:rPr>
              <a:t>   </a:t>
            </a:r>
            <a:r>
              <a:rPr lang="en-US" altLang="zh-TW" sz="1600" dirty="0" err="1">
                <a:latin typeface="Courier New" panose="02070309020205020404" pitchFamily="49" charset="0"/>
              </a:rPr>
              <a:t>cin</a:t>
            </a:r>
            <a:r>
              <a:rPr lang="en-US" altLang="zh-TW" sz="1600" dirty="0">
                <a:latin typeface="Courier New" panose="02070309020205020404" pitchFamily="49" charset="0"/>
              </a:rPr>
              <a:t> &gt;&gt; age;</a:t>
            </a:r>
          </a:p>
          <a:p>
            <a:pPr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TW" sz="1600" b="1" i="1" dirty="0">
                <a:latin typeface="Courier New" panose="02070309020205020404" pitchFamily="49" charset="0"/>
              </a:rPr>
              <a:t>	09 </a:t>
            </a:r>
            <a:r>
              <a:rPr lang="en-US" altLang="zh-TW" sz="1600" b="1" dirty="0">
                <a:latin typeface="Courier New" panose="02070309020205020404" pitchFamily="49" charset="0"/>
              </a:rPr>
              <a:t>  </a:t>
            </a:r>
            <a:r>
              <a:rPr lang="en-US" altLang="zh-TW" sz="1600" b="1" dirty="0" err="1">
                <a:latin typeface="Courier New" panose="02070309020205020404" pitchFamily="49" charset="0"/>
              </a:rPr>
              <a:t>cin.get</a:t>
            </a:r>
            <a:r>
              <a:rPr lang="en-US" altLang="zh-TW" sz="1600" b="1" dirty="0">
                <a:latin typeface="Courier New" panose="02070309020205020404" pitchFamily="49" charset="0"/>
              </a:rPr>
              <a:t>();</a:t>
            </a:r>
            <a:r>
              <a:rPr lang="en-US" altLang="zh-TW" sz="1600" dirty="0">
                <a:latin typeface="Courier New" panose="02070309020205020404" pitchFamily="49" charset="0"/>
              </a:rPr>
              <a:t>    // </a:t>
            </a:r>
            <a:r>
              <a:rPr lang="zh-TW" altLang="en-US" sz="1600" dirty="0">
                <a:latin typeface="Courier New" panose="02070309020205020404" pitchFamily="49" charset="0"/>
              </a:rPr>
              <a:t>接收多餘的</a:t>
            </a:r>
            <a:r>
              <a:rPr lang="en-US" altLang="zh-TW" sz="1600" dirty="0">
                <a:latin typeface="Courier New" panose="02070309020205020404" pitchFamily="49" charset="0"/>
              </a:rPr>
              <a:t>\n</a:t>
            </a:r>
            <a:endParaRPr lang="en-US" altLang="zh-TW" sz="1600" b="1" i="1" dirty="0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1600" b="1" i="1" dirty="0">
                <a:latin typeface="Courier New" panose="02070309020205020404" pitchFamily="49" charset="0"/>
              </a:rPr>
              <a:t>	10   </a:t>
            </a:r>
            <a:r>
              <a:rPr lang="en-US" altLang="zh-TW" sz="1600" dirty="0" err="1">
                <a:latin typeface="Courier New" panose="02070309020205020404" pitchFamily="49" charset="0"/>
              </a:rPr>
              <a:t>cout</a:t>
            </a:r>
            <a:r>
              <a:rPr lang="en-US" altLang="zh-TW" sz="1600" dirty="0">
                <a:latin typeface="Courier New" panose="02070309020205020404" pitchFamily="49" charset="0"/>
              </a:rPr>
              <a:t> &lt;&lt; "What's your name? ";</a:t>
            </a:r>
          </a:p>
          <a:p>
            <a:pPr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TW" sz="2600" dirty="0"/>
              <a:t>	</a:t>
            </a:r>
            <a:r>
              <a:rPr lang="zh-TW" altLang="en-US" sz="2000" dirty="0"/>
              <a:t>或是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TW" altLang="en-US" dirty="0"/>
              <a:t>	</a:t>
            </a:r>
            <a:r>
              <a:rPr lang="en-US" altLang="zh-TW" sz="1600" b="1" i="1" dirty="0">
                <a:latin typeface="Courier New" panose="02070309020205020404" pitchFamily="49" charset="0"/>
              </a:rPr>
              <a:t>08   </a:t>
            </a:r>
            <a:r>
              <a:rPr lang="en-US" altLang="zh-TW" sz="1600" dirty="0">
                <a:latin typeface="Courier New" panose="02070309020205020404" pitchFamily="49" charset="0"/>
              </a:rPr>
              <a:t>(</a:t>
            </a:r>
            <a:r>
              <a:rPr lang="en-US" altLang="zh-TW" sz="1600" dirty="0" err="1">
                <a:latin typeface="Courier New" panose="02070309020205020404" pitchFamily="49" charset="0"/>
              </a:rPr>
              <a:t>cin</a:t>
            </a:r>
            <a:r>
              <a:rPr lang="en-US" altLang="zh-TW" sz="1600" dirty="0">
                <a:latin typeface="Courier New" panose="02070309020205020404" pitchFamily="49" charset="0"/>
              </a:rPr>
              <a:t> &gt;&gt; age).get();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TW" altLang="en-US" sz="2000" dirty="0"/>
              <a:t>更改後的程式執行結果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F2896A9-4333-4D30-94D1-1176D71693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050" y="5534043"/>
            <a:ext cx="3285524" cy="1281415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E3C656DE-2BB1-432B-B5ED-7D533842A8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8119" y="5117982"/>
            <a:ext cx="2484276" cy="330843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None/>
            </a:pPr>
            <a:r>
              <a:rPr lang="zh-TW" altLang="en-US" sz="2000" dirty="0"/>
              <a:t>更改後的執行結果</a:t>
            </a:r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12B6-114F-459F-9824-D184C60E1F2C}" type="slidenum">
              <a:rPr lang="en-US" altLang="zh-TW"/>
              <a:pPr/>
              <a:t>22</a:t>
            </a:fld>
            <a:endParaRPr lang="en-US" altLang="zh-TW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A465E-CBBE-4E7A-B429-234F2E82BB3C}" type="slidenum">
              <a:rPr lang="en-US" altLang="zh-TW"/>
              <a:pPr/>
              <a:t>23</a:t>
            </a:fld>
            <a:endParaRPr lang="en-US" altLang="zh-TW"/>
          </a:p>
        </p:txBody>
      </p:sp>
      <p:sp>
        <p:nvSpPr>
          <p:cNvPr id="70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865188"/>
          </a:xfrm>
        </p:spPr>
        <p:txBody>
          <a:bodyPr/>
          <a:lstStyle/>
          <a:p>
            <a:r>
              <a:rPr lang="en-US" altLang="zh-TW" dirty="0"/>
              <a:t>C++</a:t>
            </a:r>
            <a:r>
              <a:rPr lang="zh-TW" altLang="en-US" dirty="0"/>
              <a:t>型態字串</a:t>
            </a:r>
          </a:p>
        </p:txBody>
      </p:sp>
      <p:sp>
        <p:nvSpPr>
          <p:cNvPr id="70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5732462"/>
          </a:xfrm>
        </p:spPr>
        <p:txBody>
          <a:bodyPr/>
          <a:lstStyle/>
          <a:p>
            <a:r>
              <a:rPr lang="zh-TW" altLang="en-US" sz="2600" dirty="0"/>
              <a:t>使用基本資料型態宣告的，稱為變數</a:t>
            </a:r>
          </a:p>
          <a:p>
            <a:r>
              <a:rPr lang="zh-TW" altLang="en-US" sz="2600" dirty="0"/>
              <a:t>在</a:t>
            </a:r>
            <a:r>
              <a:rPr lang="en-US" altLang="zh-TW" sz="2600" dirty="0"/>
              <a:t>OOP</a:t>
            </a:r>
            <a:r>
              <a:rPr lang="zh-TW" altLang="en-US" sz="2600" dirty="0"/>
              <a:t>裡以類別宣告的，稱為「物件」（</a:t>
            </a:r>
            <a:r>
              <a:rPr lang="en-US" altLang="zh-TW" sz="2600" dirty="0"/>
              <a:t>object</a:t>
            </a:r>
            <a:r>
              <a:rPr lang="zh-TW" altLang="en-US" sz="2600" dirty="0"/>
              <a:t>）</a:t>
            </a:r>
          </a:p>
          <a:p>
            <a:r>
              <a:rPr lang="en-US" altLang="zh-TW" sz="2600" dirty="0"/>
              <a:t>string</a:t>
            </a:r>
            <a:r>
              <a:rPr lang="zh-TW" altLang="en-US" sz="2600" dirty="0"/>
              <a:t>類別宣告的就是字串，宣告格式：</a:t>
            </a:r>
            <a:endParaRPr lang="en-US" altLang="zh-TW" sz="2600" dirty="0"/>
          </a:p>
          <a:p>
            <a:pPr marL="0" indent="0">
              <a:buNone/>
            </a:pPr>
            <a:endParaRPr lang="en-US" altLang="zh-TW" sz="2600" dirty="0"/>
          </a:p>
          <a:p>
            <a:endParaRPr lang="en-US" altLang="zh-TW" sz="2600" dirty="0"/>
          </a:p>
          <a:p>
            <a:pPr>
              <a:buFont typeface="Wingdings" panose="05000000000000000000" pitchFamily="2" charset="2"/>
              <a:buNone/>
            </a:pPr>
            <a:endParaRPr lang="en-US" altLang="zh-TW" sz="2600" dirty="0"/>
          </a:p>
        </p:txBody>
      </p:sp>
      <p:sp>
        <p:nvSpPr>
          <p:cNvPr id="709636" name="AutoShape 4" descr="橡樹"/>
          <p:cNvSpPr>
            <a:spLocks noChangeArrowheads="1"/>
          </p:cNvSpPr>
          <p:nvPr/>
        </p:nvSpPr>
        <p:spPr bwMode="auto">
          <a:xfrm>
            <a:off x="4932363" y="260350"/>
            <a:ext cx="287972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8.5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字串類別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--C++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型態字串</a:t>
            </a:r>
          </a:p>
        </p:txBody>
      </p:sp>
      <p:sp>
        <p:nvSpPr>
          <p:cNvPr id="709640" name="Rectangle 8"/>
          <p:cNvSpPr>
            <a:spLocks noChangeArrowheads="1"/>
          </p:cNvSpPr>
          <p:nvPr/>
        </p:nvSpPr>
        <p:spPr bwMode="auto">
          <a:xfrm>
            <a:off x="468313" y="4652963"/>
            <a:ext cx="82296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1pPr>
            <a:lvl2pPr marL="692150" indent="-347663"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2pPr>
            <a:lvl3pPr marL="987425" indent="-293688"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3pPr>
            <a:lvl4pPr marL="1281113" indent="-292100"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4pPr>
            <a:lvl5pPr marL="1598613" indent="-315913"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5pPr>
            <a:lvl6pPr marL="20558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6pPr>
            <a:lvl7pPr marL="25130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7pPr>
            <a:lvl8pPr marL="29702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8pPr>
            <a:lvl9pPr marL="34274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9pPr>
          </a:lstStyle>
          <a:p>
            <a:r>
              <a:rPr lang="zh-TW" altLang="en-US" sz="2600" dirty="0"/>
              <a:t>合法的字串宣告： </a:t>
            </a:r>
          </a:p>
        </p:txBody>
      </p:sp>
      <p:pic>
        <p:nvPicPr>
          <p:cNvPr id="709641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8" y="5192713"/>
            <a:ext cx="7677150" cy="153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3" y="3173787"/>
            <a:ext cx="2144454" cy="94420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2120" y="3272475"/>
            <a:ext cx="2768586" cy="74682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E84D-9AD1-480D-AFB8-F59CC31D6EEF}" type="slidenum">
              <a:rPr lang="en-US" altLang="zh-TW"/>
              <a:pPr/>
              <a:t>24</a:t>
            </a:fld>
            <a:endParaRPr lang="en-US" altLang="zh-TW"/>
          </a:p>
        </p:txBody>
      </p:sp>
      <p:sp>
        <p:nvSpPr>
          <p:cNvPr id="71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C++</a:t>
            </a:r>
            <a:r>
              <a:rPr lang="zh-TW" altLang="en-US"/>
              <a:t>型態的字串宣告 </a:t>
            </a:r>
          </a:p>
        </p:txBody>
      </p:sp>
      <p:sp>
        <p:nvSpPr>
          <p:cNvPr id="71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578850" cy="4411662"/>
          </a:xfrm>
        </p:spPr>
        <p:txBody>
          <a:bodyPr/>
          <a:lstStyle/>
          <a:p>
            <a:r>
              <a:rPr lang="zh-TW" altLang="en-US" sz="2600" dirty="0"/>
              <a:t>下表整理出常用的格式及對應的範例</a:t>
            </a:r>
          </a:p>
        </p:txBody>
      </p:sp>
      <p:pic>
        <p:nvPicPr>
          <p:cNvPr id="71066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492375"/>
            <a:ext cx="7600950" cy="363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0662" name="AutoShape 6" descr="橡樹"/>
          <p:cNvSpPr>
            <a:spLocks noChangeArrowheads="1"/>
          </p:cNvSpPr>
          <p:nvPr/>
        </p:nvSpPr>
        <p:spPr bwMode="auto">
          <a:xfrm>
            <a:off x="4932363" y="260350"/>
            <a:ext cx="2879725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8.5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字串類別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--C++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型態字串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BC1F1-3B89-41C4-A175-0BCEC71731C1}" type="slidenum">
              <a:rPr lang="en-US" altLang="zh-TW"/>
              <a:pPr/>
              <a:t>25</a:t>
            </a:fld>
            <a:endParaRPr lang="en-US" altLang="zh-TW" dirty="0"/>
          </a:p>
        </p:txBody>
      </p:sp>
      <p:sp>
        <p:nvSpPr>
          <p:cNvPr id="71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取得字串的長度</a:t>
            </a:r>
            <a:endParaRPr lang="en-US" altLang="zh-TW" dirty="0"/>
          </a:p>
        </p:txBody>
      </p:sp>
      <p:sp>
        <p:nvSpPr>
          <p:cNvPr id="71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0668"/>
            <a:ext cx="8229600" cy="593613"/>
          </a:xfrm>
        </p:spPr>
        <p:txBody>
          <a:bodyPr/>
          <a:lstStyle/>
          <a:p>
            <a:r>
              <a:rPr lang="zh-TW" altLang="en-US" sz="2600"/>
              <a:t>印出空字元陣列及空字串的長度 </a:t>
            </a:r>
          </a:p>
        </p:txBody>
      </p:sp>
      <p:sp>
        <p:nvSpPr>
          <p:cNvPr id="712711" name="AutoShape 7" descr="橡樹"/>
          <p:cNvSpPr>
            <a:spLocks noChangeArrowheads="1"/>
          </p:cNvSpPr>
          <p:nvPr/>
        </p:nvSpPr>
        <p:spPr bwMode="auto">
          <a:xfrm>
            <a:off x="4932363" y="260350"/>
            <a:ext cx="287972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8.5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字串類別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--C++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型態字串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32" y="2074281"/>
            <a:ext cx="6659075" cy="4621066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5EB99D5E-FBE2-41CF-811A-905AF1DF8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86" y="2272902"/>
            <a:ext cx="4194441" cy="760054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dirty="0"/>
              <a:t>length() </a:t>
            </a:r>
            <a:r>
              <a:rPr lang="zh-TW" altLang="en-US" sz="2000" dirty="0"/>
              <a:t>函數是</a:t>
            </a:r>
            <a:r>
              <a:rPr lang="en-US" altLang="zh-TW" sz="2000" dirty="0"/>
              <a:t>string</a:t>
            </a:r>
            <a:r>
              <a:rPr lang="zh-TW" altLang="en-US" sz="2000" dirty="0"/>
              <a:t>類別裡用來取得物件長度的函數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2C00FC0-290B-4FA2-9BFC-57FEA3983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464" y="3151037"/>
            <a:ext cx="3051327" cy="951063"/>
          </a:xfrm>
          <a:prstGeom prst="rect">
            <a:avLst/>
          </a:prstGeom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E4BF4A62-32AF-4BD5-8334-3C323A0D5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942" y="5289725"/>
            <a:ext cx="3145831" cy="457200"/>
          </a:xfrm>
          <a:prstGeom prst="rect">
            <a:avLst/>
          </a:prstGeom>
          <a:solidFill>
            <a:srgbClr val="FFCCCC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Font typeface="Wingdings" panose="05000000000000000000" pitchFamily="2" charset="2"/>
              <a:buNone/>
            </a:pPr>
            <a:r>
              <a:rPr lang="zh-TW" altLang="en-US" sz="2000" dirty="0"/>
              <a:t>「</a:t>
            </a:r>
            <a:r>
              <a:rPr lang="en-US" altLang="zh-TW" sz="2000" dirty="0"/>
              <a:t>.</a:t>
            </a:r>
            <a:r>
              <a:rPr lang="zh-TW" altLang="en-US" sz="2000" dirty="0"/>
              <a:t>」是成員存取運算子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A57557E-0078-4B8D-93D5-FD235B0C3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596" y="2059359"/>
            <a:ext cx="4320970" cy="4668036"/>
          </a:xfrm>
          <a:prstGeom prst="rect">
            <a:avLst/>
          </a:prstGeom>
        </p:spPr>
      </p:pic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34F33-B0C4-48B9-A4DB-F0427054165D}" type="slidenum">
              <a:rPr lang="en-US" altLang="zh-TW"/>
              <a:pPr/>
              <a:t>26</a:t>
            </a:fld>
            <a:endParaRPr lang="en-US" altLang="zh-TW"/>
          </a:p>
        </p:txBody>
      </p:sp>
      <p:sp>
        <p:nvSpPr>
          <p:cNvPr id="71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字串的輸出與輸入 </a:t>
            </a:r>
            <a:endParaRPr lang="en-US" altLang="zh-TW" dirty="0"/>
          </a:p>
        </p:txBody>
      </p:sp>
      <p:sp>
        <p:nvSpPr>
          <p:cNvPr id="71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65746"/>
            <a:ext cx="8229600" cy="593613"/>
          </a:xfrm>
        </p:spPr>
        <p:txBody>
          <a:bodyPr/>
          <a:lstStyle/>
          <a:p>
            <a:r>
              <a:rPr lang="en-US" altLang="zh-TW" dirty="0"/>
              <a:t>C++</a:t>
            </a:r>
            <a:r>
              <a:rPr lang="zh-TW" altLang="en-US" dirty="0"/>
              <a:t>型態字串與數值混合輸入的範例如下：</a:t>
            </a:r>
          </a:p>
        </p:txBody>
      </p:sp>
      <p:sp>
        <p:nvSpPr>
          <p:cNvPr id="714759" name="AutoShape 7" descr="橡樹"/>
          <p:cNvSpPr>
            <a:spLocks noChangeArrowheads="1"/>
          </p:cNvSpPr>
          <p:nvPr/>
        </p:nvSpPr>
        <p:spPr bwMode="auto">
          <a:xfrm>
            <a:off x="4932363" y="260350"/>
            <a:ext cx="2879725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8.5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字串類別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--C++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型態字串</a:t>
            </a: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157" y="2867949"/>
            <a:ext cx="3130165" cy="726198"/>
          </a:xfrm>
          <a:prstGeom prst="rect">
            <a:avLst/>
          </a:prstGeom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824028" y="2307251"/>
            <a:ext cx="4222812" cy="4105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dirty="0" err="1"/>
              <a:t>getline</a:t>
            </a:r>
            <a:r>
              <a:rPr lang="en-US" altLang="zh-TW" sz="2000" dirty="0"/>
              <a:t>()</a:t>
            </a:r>
            <a:r>
              <a:rPr lang="zh-TW" altLang="en-US" sz="2000" dirty="0"/>
              <a:t>的使用格式</a:t>
            </a:r>
          </a:p>
          <a:p>
            <a:endParaRPr lang="en-US" altLang="zh-TW" sz="2600" dirty="0"/>
          </a:p>
          <a:p>
            <a:endParaRPr lang="zh-TW" altLang="en-US" sz="2600" dirty="0"/>
          </a:p>
          <a:p>
            <a:endParaRPr lang="zh-TW" altLang="en-US" sz="2600" dirty="0"/>
          </a:p>
          <a:p>
            <a:r>
              <a:rPr lang="zh-TW" altLang="en-US" sz="2000" dirty="0"/>
              <a:t>想由使用者輸入含有空白的字串，可以寫出如下的敘述 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TW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altLang="zh-TW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TW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cin,str</a:t>
            </a:r>
            <a:r>
              <a:rPr lang="en-US" altLang="zh-TW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zh-TW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E8A3-20A1-407D-8E15-D0B725F72456}" type="slidenum">
              <a:rPr lang="en-US" altLang="zh-TW"/>
              <a:pPr/>
              <a:t>27</a:t>
            </a:fld>
            <a:endParaRPr lang="en-US" altLang="zh-TW"/>
          </a:p>
        </p:txBody>
      </p:sp>
      <p:sp>
        <p:nvSpPr>
          <p:cNvPr id="71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8886"/>
            <a:ext cx="7543800" cy="750478"/>
          </a:xfrm>
        </p:spPr>
        <p:txBody>
          <a:bodyPr/>
          <a:lstStyle/>
          <a:p>
            <a:r>
              <a:rPr lang="zh-TW" altLang="en-US" dirty="0"/>
              <a:t>字串的運算 </a:t>
            </a:r>
            <a:endParaRPr lang="en-US" altLang="zh-TW" dirty="0"/>
          </a:p>
        </p:txBody>
      </p:sp>
      <p:sp>
        <p:nvSpPr>
          <p:cNvPr id="71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170" y="2180603"/>
            <a:ext cx="3934780" cy="750478"/>
          </a:xfrm>
        </p:spPr>
        <p:txBody>
          <a:bodyPr/>
          <a:lstStyle/>
          <a:p>
            <a:r>
              <a:rPr lang="zh-TW" altLang="en-US" sz="2600" dirty="0"/>
              <a:t>字串的運算 </a:t>
            </a:r>
          </a:p>
        </p:txBody>
      </p:sp>
      <p:sp>
        <p:nvSpPr>
          <p:cNvPr id="716806" name="AutoShape 6" descr="橡樹"/>
          <p:cNvSpPr>
            <a:spLocks noChangeArrowheads="1"/>
          </p:cNvSpPr>
          <p:nvPr/>
        </p:nvSpPr>
        <p:spPr bwMode="auto">
          <a:xfrm>
            <a:off x="5688013" y="260350"/>
            <a:ext cx="212407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8.6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字串的處理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04" y="2946213"/>
            <a:ext cx="5942992" cy="354671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6" y="1818289"/>
            <a:ext cx="4451561" cy="285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4644006" y="1261077"/>
            <a:ext cx="3214700" cy="557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600" dirty="0"/>
              <a:t>常用的字串運算子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F29B-3619-40FE-B8A7-1FE42AA8D2D1}" type="slidenum">
              <a:rPr lang="en-US" altLang="zh-TW"/>
              <a:pPr/>
              <a:t>28</a:t>
            </a:fld>
            <a:endParaRPr lang="en-US" altLang="zh-TW"/>
          </a:p>
        </p:txBody>
      </p:sp>
      <p:sp>
        <p:nvSpPr>
          <p:cNvPr id="71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22238"/>
            <a:ext cx="7543800" cy="714474"/>
          </a:xfrm>
        </p:spPr>
        <p:txBody>
          <a:bodyPr/>
          <a:lstStyle/>
          <a:p>
            <a:r>
              <a:rPr lang="zh-TW" altLang="en-US" dirty="0"/>
              <a:t>字串類別裡的成員函數 </a:t>
            </a:r>
            <a:r>
              <a:rPr lang="en-US" altLang="zh-TW" dirty="0"/>
              <a:t>(1/2)</a:t>
            </a:r>
          </a:p>
        </p:txBody>
      </p:sp>
      <p:sp>
        <p:nvSpPr>
          <p:cNvPr id="71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68106" y="1808820"/>
            <a:ext cx="3563888" cy="556998"/>
          </a:xfrm>
        </p:spPr>
        <p:txBody>
          <a:bodyPr/>
          <a:lstStyle/>
          <a:p>
            <a:r>
              <a:rPr lang="zh-TW" altLang="en-US" sz="2600" dirty="0"/>
              <a:t>常用的字串處理函數 </a:t>
            </a:r>
          </a:p>
        </p:txBody>
      </p:sp>
      <p:sp>
        <p:nvSpPr>
          <p:cNvPr id="717828" name="AutoShape 4" descr="橡樹"/>
          <p:cNvSpPr>
            <a:spLocks noChangeArrowheads="1"/>
          </p:cNvSpPr>
          <p:nvPr/>
        </p:nvSpPr>
        <p:spPr bwMode="auto">
          <a:xfrm>
            <a:off x="5688013" y="840180"/>
            <a:ext cx="212407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8.6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字串的處理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DB9D25E-69A4-430C-8502-D08A29549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644" y="859972"/>
            <a:ext cx="4235791" cy="594197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FF43B-D79A-4371-8C33-7129EFA448B8}" type="slidenum">
              <a:rPr lang="en-US" altLang="zh-TW"/>
              <a:pPr/>
              <a:t>29</a:t>
            </a:fld>
            <a:endParaRPr lang="en-US" altLang="zh-TW"/>
          </a:p>
        </p:txBody>
      </p:sp>
      <p:sp>
        <p:nvSpPr>
          <p:cNvPr id="72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字串類別裡的成員函數 </a:t>
            </a:r>
            <a:r>
              <a:rPr lang="en-US" altLang="zh-TW" dirty="0"/>
              <a:t>(2/2)</a:t>
            </a:r>
          </a:p>
        </p:txBody>
      </p:sp>
      <p:sp>
        <p:nvSpPr>
          <p:cNvPr id="720900" name="AutoShape 4" descr="橡樹"/>
          <p:cNvSpPr>
            <a:spLocks noChangeArrowheads="1"/>
          </p:cNvSpPr>
          <p:nvPr/>
        </p:nvSpPr>
        <p:spPr bwMode="auto">
          <a:xfrm>
            <a:off x="5688013" y="260350"/>
            <a:ext cx="212407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8.6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字串的處理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88" y="1542471"/>
            <a:ext cx="4919503" cy="5251453"/>
          </a:xfrm>
          <a:prstGeom prst="rect">
            <a:avLst/>
          </a:prstGeom>
        </p:spPr>
      </p:pic>
      <p:sp>
        <p:nvSpPr>
          <p:cNvPr id="72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97016" y="1988840"/>
            <a:ext cx="3312368" cy="917649"/>
          </a:xfrm>
          <a:solidFill>
            <a:srgbClr val="99CCFF"/>
          </a:solidFill>
        </p:spPr>
        <p:txBody>
          <a:bodyPr/>
          <a:lstStyle/>
          <a:p>
            <a:r>
              <a:rPr lang="zh-TW" altLang="en-US" sz="2600" dirty="0"/>
              <a:t>本範例是字串處理函數的運作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9C168-90CC-45B5-97D8-EF9ADB2B21FA}" type="slidenum">
              <a:rPr lang="en-US" altLang="zh-TW"/>
              <a:pPr/>
              <a:t>30</a:t>
            </a:fld>
            <a:endParaRPr lang="en-US" altLang="zh-TW"/>
          </a:p>
        </p:txBody>
      </p:sp>
      <p:sp>
        <p:nvSpPr>
          <p:cNvPr id="72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69700"/>
          </a:xfrm>
        </p:spPr>
        <p:txBody>
          <a:bodyPr/>
          <a:lstStyle/>
          <a:p>
            <a:r>
              <a:rPr lang="en-US" altLang="zh-TW" dirty="0"/>
              <a:t> C</a:t>
            </a:r>
            <a:r>
              <a:rPr lang="zh-TW" altLang="en-US" dirty="0"/>
              <a:t>型態字串陣列 </a:t>
            </a:r>
            <a:r>
              <a:rPr lang="en-US" altLang="zh-TW" dirty="0"/>
              <a:t>(1/2)</a:t>
            </a:r>
          </a:p>
        </p:txBody>
      </p:sp>
      <p:sp>
        <p:nvSpPr>
          <p:cNvPr id="72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91938"/>
            <a:ext cx="8229600" cy="557609"/>
          </a:xfrm>
        </p:spPr>
        <p:txBody>
          <a:bodyPr/>
          <a:lstStyle/>
          <a:p>
            <a:r>
              <a:rPr lang="zh-TW" altLang="en-US" sz="2600" dirty="0"/>
              <a:t>下面的程式印出字串陣列的內容</a:t>
            </a:r>
          </a:p>
        </p:txBody>
      </p:sp>
      <p:sp>
        <p:nvSpPr>
          <p:cNvPr id="723972" name="AutoShape 4" descr="橡樹"/>
          <p:cNvSpPr>
            <a:spLocks noChangeArrowheads="1"/>
          </p:cNvSpPr>
          <p:nvPr/>
        </p:nvSpPr>
        <p:spPr bwMode="auto">
          <a:xfrm>
            <a:off x="5688013" y="260350"/>
            <a:ext cx="212407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8.7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字串陣列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30" y="1482988"/>
            <a:ext cx="5245470" cy="5238987"/>
          </a:xfrm>
          <a:prstGeom prst="rect">
            <a:avLst/>
          </a:prstGeom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818" y="5384648"/>
            <a:ext cx="5590964" cy="11673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7B0F0AB-86C7-4533-B22B-0BB329E3A6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201" y="1661638"/>
            <a:ext cx="3655998" cy="75285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B81D2B20-970F-4172-9C5E-7062F0604C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9100" y="3755673"/>
            <a:ext cx="4438934" cy="925188"/>
          </a:xfrm>
          <a:prstGeom prst="rect">
            <a:avLst/>
          </a:prstGeom>
        </p:spPr>
      </p:pic>
      <p:pic>
        <p:nvPicPr>
          <p:cNvPr id="11" name="Picture 7">
            <a:extLst>
              <a:ext uri="{FF2B5EF4-FFF2-40B4-BE49-F238E27FC236}">
                <a16:creationId xmlns:a16="http://schemas.microsoft.com/office/drawing/2014/main" id="{5EA123EF-6A58-4AD5-8E1D-9D665A5DC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7300" y="2646581"/>
            <a:ext cx="2474788" cy="313366"/>
          </a:xfrm>
          <a:prstGeom prst="rect">
            <a:avLst/>
          </a:prstGeom>
          <a:noFill/>
          <a:ln w="9525">
            <a:solidFill>
              <a:srgbClr val="7030A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20468048-8539-4FE5-AC60-D4BFDED6B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9483" y="4793598"/>
            <a:ext cx="5913551" cy="314878"/>
          </a:xfrm>
          <a:prstGeom prst="rect">
            <a:avLst/>
          </a:prstGeom>
          <a:noFill/>
          <a:ln w="9525">
            <a:solidFill>
              <a:srgbClr val="7030A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DD583-4549-4B72-9AC2-D569975662DD}" type="slidenum">
              <a:rPr lang="en-US" altLang="zh-TW"/>
              <a:pPr/>
              <a:t>31</a:t>
            </a:fld>
            <a:endParaRPr lang="en-US" altLang="zh-TW"/>
          </a:p>
        </p:txBody>
      </p:sp>
      <p:sp>
        <p:nvSpPr>
          <p:cNvPr id="72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78470"/>
          </a:xfrm>
        </p:spPr>
        <p:txBody>
          <a:bodyPr/>
          <a:lstStyle/>
          <a:p>
            <a:r>
              <a:rPr lang="en-US" altLang="zh-TW" dirty="0"/>
              <a:t> C</a:t>
            </a:r>
            <a:r>
              <a:rPr lang="zh-TW" altLang="en-US" dirty="0"/>
              <a:t>型態字串陣列 </a:t>
            </a:r>
            <a:r>
              <a:rPr lang="en-US" altLang="zh-TW"/>
              <a:t>(2/2)</a:t>
            </a:r>
            <a:endParaRPr lang="en-US" altLang="zh-TW" dirty="0"/>
          </a:p>
        </p:txBody>
      </p:sp>
      <p:sp>
        <p:nvSpPr>
          <p:cNvPr id="72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38820"/>
            <a:ext cx="7175140" cy="545964"/>
          </a:xfrm>
        </p:spPr>
        <p:txBody>
          <a:bodyPr/>
          <a:lstStyle/>
          <a:p>
            <a:r>
              <a:rPr lang="zh-TW" altLang="en-US" sz="2600" dirty="0"/>
              <a:t>下面的程式是練習字串陣列的輸入與輸出 </a:t>
            </a:r>
          </a:p>
        </p:txBody>
      </p:sp>
      <p:sp>
        <p:nvSpPr>
          <p:cNvPr id="726020" name="AutoShape 4" descr="橡樹"/>
          <p:cNvSpPr>
            <a:spLocks noChangeArrowheads="1"/>
          </p:cNvSpPr>
          <p:nvPr/>
        </p:nvSpPr>
        <p:spPr bwMode="auto">
          <a:xfrm>
            <a:off x="5688013" y="260350"/>
            <a:ext cx="212407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8.7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字串陣列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820" y="1488707"/>
            <a:ext cx="5875336" cy="521689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634B3-EF77-42DE-81FF-A1824FA063D6}" type="slidenum">
              <a:rPr lang="en-US" altLang="zh-TW"/>
              <a:pPr/>
              <a:t>32</a:t>
            </a:fld>
            <a:endParaRPr lang="en-US" altLang="zh-TW"/>
          </a:p>
        </p:txBody>
      </p:sp>
      <p:sp>
        <p:nvSpPr>
          <p:cNvPr id="72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78470"/>
          </a:xfrm>
        </p:spPr>
        <p:txBody>
          <a:bodyPr/>
          <a:lstStyle/>
          <a:p>
            <a:r>
              <a:rPr lang="en-US" altLang="zh-TW" dirty="0"/>
              <a:t>C++</a:t>
            </a:r>
            <a:r>
              <a:rPr lang="zh-TW" altLang="en-US" dirty="0"/>
              <a:t>型態的字串陣列</a:t>
            </a:r>
          </a:p>
        </p:txBody>
      </p:sp>
      <p:sp>
        <p:nvSpPr>
          <p:cNvPr id="72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32242"/>
            <a:ext cx="8543925" cy="557609"/>
          </a:xfrm>
        </p:spPr>
        <p:txBody>
          <a:bodyPr/>
          <a:lstStyle/>
          <a:p>
            <a:r>
              <a:rPr lang="zh-TW" altLang="en-US" sz="2600" dirty="0"/>
              <a:t>將字串陣列的內容複製到另一個字串陣列裡 </a:t>
            </a:r>
          </a:p>
        </p:txBody>
      </p:sp>
      <p:sp>
        <p:nvSpPr>
          <p:cNvPr id="727044" name="AutoShape 4" descr="橡樹"/>
          <p:cNvSpPr>
            <a:spLocks noChangeArrowheads="1"/>
          </p:cNvSpPr>
          <p:nvPr/>
        </p:nvSpPr>
        <p:spPr bwMode="auto">
          <a:xfrm>
            <a:off x="5688013" y="260350"/>
            <a:ext cx="212407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8.7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</a:rPr>
              <a:t>字串陣列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77" y="1507597"/>
            <a:ext cx="7355027" cy="52451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BD070-6CBA-49C1-A4F9-648A2BE53A89}" type="slidenum">
              <a:rPr lang="en-US" altLang="zh-TW"/>
              <a:pPr/>
              <a:t>33</a:t>
            </a:fld>
            <a:endParaRPr lang="en-US" altLang="zh-TW"/>
          </a:p>
        </p:txBody>
      </p:sp>
      <p:sp>
        <p:nvSpPr>
          <p:cNvPr id="387076" name="WordArt 4"/>
          <p:cNvSpPr>
            <a:spLocks noChangeArrowheads="1" noChangeShapeType="1" noTextEdit="1"/>
          </p:cNvSpPr>
          <p:nvPr/>
        </p:nvSpPr>
        <p:spPr bwMode="auto">
          <a:xfrm>
            <a:off x="1979613" y="2924175"/>
            <a:ext cx="4321175" cy="10810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Font typeface="Wingdings" panose="05000000000000000000" pitchFamily="2" charset="2"/>
              <a:buNone/>
            </a:pPr>
            <a:r>
              <a:rPr lang="en-US" altLang="zh-TW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Comic Sans MS" panose="030F0702030302020204" pitchFamily="66" charset="0"/>
              </a:rPr>
              <a:t>-The End-</a:t>
            </a:r>
            <a:endParaRPr lang="zh-TW" altLang="en-US" sz="3600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default">
      <a:majorFont>
        <a:latin typeface="Times New Roman"/>
        <a:ea typeface="華康細圓體"/>
        <a:cs typeface=""/>
      </a:majorFont>
      <a:minorFont>
        <a:latin typeface="Times New Roman"/>
        <a:ea typeface="華康細圓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4863</TotalTime>
  <Words>1070</Words>
  <Application>Microsoft Office PowerPoint</Application>
  <PresentationFormat>如螢幕大小 (4:3)</PresentationFormat>
  <Paragraphs>187</Paragraphs>
  <Slides>33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39" baseType="lpstr">
      <vt:lpstr>Wingdings</vt:lpstr>
      <vt:lpstr>Arial</vt:lpstr>
      <vt:lpstr>Times New Roman</vt:lpstr>
      <vt:lpstr>Courier New</vt:lpstr>
      <vt:lpstr>Comic Sans MS</vt:lpstr>
      <vt:lpstr>default</vt:lpstr>
      <vt:lpstr>第八章 陣列與字串</vt:lpstr>
      <vt:lpstr>一維陣列的宣告</vt:lpstr>
      <vt:lpstr>陣列初值的設定 (1/2)</vt:lpstr>
      <vt:lpstr>陣列初值的設定 (2/2)</vt:lpstr>
      <vt:lpstr>簡單的範例 </vt:lpstr>
      <vt:lpstr>陣列界限的檢查 </vt:lpstr>
      <vt:lpstr>二維陣列的宣告 (1/2)</vt:lpstr>
      <vt:lpstr>二維陣列的宣告 (2/2)</vt:lpstr>
      <vt:lpstr>二維陣列元素的引用及存取 </vt:lpstr>
      <vt:lpstr>多維陣列 (1/2) </vt:lpstr>
      <vt:lpstr>多維陣列 (2/2)</vt:lpstr>
      <vt:lpstr>一維陣列為引數傳遞 </vt:lpstr>
      <vt:lpstr>傳遞多維陣列 </vt:lpstr>
      <vt:lpstr>傳「值」還是傳「位址」？ (1/2)</vt:lpstr>
      <vt:lpstr>傳「值」還是傳「位址」？ (2/2)</vt:lpstr>
      <vt:lpstr>字串常數 </vt:lpstr>
      <vt:lpstr>字串的宣告與初值 的設定</vt:lpstr>
      <vt:lpstr>字串的輸出與輸入 (1/3)</vt:lpstr>
      <vt:lpstr>字串的輸出與輸入 (2/3)</vt:lpstr>
      <vt:lpstr>字串的輸出與輸入 (3/3)</vt:lpstr>
      <vt:lpstr>cin.get() </vt:lpstr>
      <vt:lpstr>混合輸入的問題 </vt:lpstr>
      <vt:lpstr>C++型態字串</vt:lpstr>
      <vt:lpstr>C++型態的字串宣告 </vt:lpstr>
      <vt:lpstr>取得字串的長度</vt:lpstr>
      <vt:lpstr>字串的輸出與輸入 </vt:lpstr>
      <vt:lpstr>字串的運算 </vt:lpstr>
      <vt:lpstr>字串類別裡的成員函數 (1/2)</vt:lpstr>
      <vt:lpstr>字串類別裡的成員函數 (2/2)</vt:lpstr>
      <vt:lpstr> C型態字串陣列 (1/2)</vt:lpstr>
      <vt:lpstr> C型態字串陣列 (2/2)</vt:lpstr>
      <vt:lpstr>C++型態的字串陣列</vt:lpstr>
      <vt:lpstr>PowerPoint 簡報</vt:lpstr>
    </vt:vector>
  </TitlesOfParts>
  <Company>My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認識C語言</dc:title>
  <dc:creator>Customer</dc:creator>
  <cp:lastModifiedBy>Eclair Chen</cp:lastModifiedBy>
  <cp:revision>199</cp:revision>
  <cp:lastPrinted>1601-01-01T00:00:00Z</cp:lastPrinted>
  <dcterms:created xsi:type="dcterms:W3CDTF">2007-03-13T09:49:44Z</dcterms:created>
  <dcterms:modified xsi:type="dcterms:W3CDTF">2024-11-03T09:25:23Z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3</vt:i4>
  </property>
</Properties>
</file>